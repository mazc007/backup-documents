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1" r:id="rId3"/>
    <p:sldId id="272" r:id="rId4"/>
    <p:sldId id="273" r:id="rId5"/>
    <p:sldId id="274" r:id="rId6"/>
    <p:sldId id="275" r:id="rId7"/>
    <p:sldId id="27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67" autoAdjust="0"/>
    <p:restoredTop sz="94660"/>
  </p:normalViewPr>
  <p:slideViewPr>
    <p:cSldViewPr snapToGrid="0">
      <p:cViewPr varScale="1">
        <p:scale>
          <a:sx n="71" d="100"/>
          <a:sy n="71" d="100"/>
        </p:scale>
        <p:origin x="72"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CFF075-BDB1-4384-89BB-703726BC4B82}"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s-ES"/>
        </a:p>
      </dgm:t>
    </dgm:pt>
    <dgm:pt modelId="{269A1302-1DCA-4932-BDF6-8E776A4F4B3F}">
      <dgm:prSet phldrT="[Texto]"/>
      <dgm:spPr/>
      <dgm:t>
        <a:bodyPr/>
        <a:lstStyle/>
        <a:p>
          <a:r>
            <a:rPr lang="es-ES" dirty="0" smtClean="0"/>
            <a:t>La Depresión</a:t>
          </a:r>
          <a:endParaRPr lang="es-ES" dirty="0"/>
        </a:p>
      </dgm:t>
    </dgm:pt>
    <dgm:pt modelId="{D0C5AA81-C463-44A1-8B5D-6A319CC92893}" type="parTrans" cxnId="{4DB392D3-09A6-41AD-AA71-11BB9D022415}">
      <dgm:prSet/>
      <dgm:spPr/>
      <dgm:t>
        <a:bodyPr/>
        <a:lstStyle/>
        <a:p>
          <a:endParaRPr lang="es-ES"/>
        </a:p>
      </dgm:t>
    </dgm:pt>
    <dgm:pt modelId="{D4A24D6A-1908-4B9B-B666-979856CED590}" type="sibTrans" cxnId="{4DB392D3-09A6-41AD-AA71-11BB9D022415}">
      <dgm:prSet/>
      <dgm:spPr/>
      <dgm:t>
        <a:bodyPr/>
        <a:lstStyle/>
        <a:p>
          <a:endParaRPr lang="es-ES"/>
        </a:p>
      </dgm:t>
    </dgm:pt>
    <dgm:pt modelId="{61CC4739-1BE3-4187-9ECE-A1AB1963EBFD}">
      <dgm:prSet phldrT="[Texto]"/>
      <dgm:spPr/>
      <dgm:t>
        <a:bodyPr/>
        <a:lstStyle/>
        <a:p>
          <a:r>
            <a:rPr lang="es-ES" dirty="0" smtClean="0"/>
            <a:t> Es un trastorno psiquiátrico que se caracteriza por un desequilibro del estado de ánimo donde el paciente muestra un sentimiento profundo de tristeza, desesperanza, </a:t>
          </a:r>
          <a:r>
            <a:rPr lang="es-ES" dirty="0" err="1" smtClean="0"/>
            <a:t>autodevaluación</a:t>
          </a:r>
          <a:r>
            <a:rPr lang="es-ES" dirty="0" smtClean="0"/>
            <a:t> y desinterés por las cosas que usualmente son fuente de placer, que se acompaña de otros signos y síntomas de alteraciones del sueño, fatiga disminución del apetito, desmotivación, apatía, ideas de minusvalía, culpa, y </a:t>
          </a:r>
          <a:r>
            <a:rPr lang="es-ES" dirty="0" err="1" smtClean="0"/>
            <a:t>autorreproches</a:t>
          </a:r>
          <a:r>
            <a:rPr lang="es-ES" dirty="0" smtClean="0"/>
            <a:t>, problemas cognitivos.</a:t>
          </a:r>
          <a:endParaRPr lang="es-ES" dirty="0"/>
        </a:p>
      </dgm:t>
    </dgm:pt>
    <dgm:pt modelId="{5A4AEDCF-D9FA-4F3B-9D89-B9744CCD3EDE}" type="parTrans" cxnId="{ED6BCAE0-3B1B-48F1-A0C9-6C67F56B5290}">
      <dgm:prSet/>
      <dgm:spPr/>
      <dgm:t>
        <a:bodyPr/>
        <a:lstStyle/>
        <a:p>
          <a:endParaRPr lang="es-ES"/>
        </a:p>
      </dgm:t>
    </dgm:pt>
    <dgm:pt modelId="{F5DB603D-C266-4C16-B0EE-027F6291913A}" type="sibTrans" cxnId="{ED6BCAE0-3B1B-48F1-A0C9-6C67F56B5290}">
      <dgm:prSet/>
      <dgm:spPr/>
      <dgm:t>
        <a:bodyPr/>
        <a:lstStyle/>
        <a:p>
          <a:endParaRPr lang="es-ES"/>
        </a:p>
      </dgm:t>
    </dgm:pt>
    <dgm:pt modelId="{B58756A4-68B9-4BA1-83D8-B112ED4D6013}" type="pres">
      <dgm:prSet presAssocID="{B0CFF075-BDB1-4384-89BB-703726BC4B82}" presName="list" presStyleCnt="0">
        <dgm:presLayoutVars>
          <dgm:dir/>
          <dgm:animLvl val="lvl"/>
        </dgm:presLayoutVars>
      </dgm:prSet>
      <dgm:spPr/>
    </dgm:pt>
    <dgm:pt modelId="{38377FBC-6E87-4F22-A19F-9EE32C013DC5}" type="pres">
      <dgm:prSet presAssocID="{269A1302-1DCA-4932-BDF6-8E776A4F4B3F}" presName="posSpace" presStyleCnt="0"/>
      <dgm:spPr/>
    </dgm:pt>
    <dgm:pt modelId="{B25EB9B9-CAB7-403E-9AE3-B3D37D7057DB}" type="pres">
      <dgm:prSet presAssocID="{269A1302-1DCA-4932-BDF6-8E776A4F4B3F}" presName="vertFlow" presStyleCnt="0"/>
      <dgm:spPr/>
    </dgm:pt>
    <dgm:pt modelId="{080DDF64-3039-4C7C-8429-61698FBC35D7}" type="pres">
      <dgm:prSet presAssocID="{269A1302-1DCA-4932-BDF6-8E776A4F4B3F}" presName="topSpace" presStyleCnt="0"/>
      <dgm:spPr/>
    </dgm:pt>
    <dgm:pt modelId="{9E6F1E9E-D49F-482A-A131-184FB05EC68C}" type="pres">
      <dgm:prSet presAssocID="{269A1302-1DCA-4932-BDF6-8E776A4F4B3F}" presName="firstComp" presStyleCnt="0"/>
      <dgm:spPr/>
    </dgm:pt>
    <dgm:pt modelId="{EED278A8-34A8-422E-9873-C5822BC435A8}" type="pres">
      <dgm:prSet presAssocID="{269A1302-1DCA-4932-BDF6-8E776A4F4B3F}" presName="firstChild" presStyleLbl="bgAccFollowNode1" presStyleIdx="0" presStyleCnt="1"/>
      <dgm:spPr/>
      <dgm:t>
        <a:bodyPr/>
        <a:lstStyle/>
        <a:p>
          <a:endParaRPr lang="es-ES"/>
        </a:p>
      </dgm:t>
    </dgm:pt>
    <dgm:pt modelId="{EFC923B4-3A7D-470F-8DF7-E45BCEAF2633}" type="pres">
      <dgm:prSet presAssocID="{269A1302-1DCA-4932-BDF6-8E776A4F4B3F}" presName="firstChildTx" presStyleLbl="bgAccFollowNode1" presStyleIdx="0" presStyleCnt="1">
        <dgm:presLayoutVars>
          <dgm:bulletEnabled val="1"/>
        </dgm:presLayoutVars>
      </dgm:prSet>
      <dgm:spPr/>
      <dgm:t>
        <a:bodyPr/>
        <a:lstStyle/>
        <a:p>
          <a:endParaRPr lang="es-ES"/>
        </a:p>
      </dgm:t>
    </dgm:pt>
    <dgm:pt modelId="{0BCAFC53-9DC0-43DE-A5A2-ACAE6938FC75}" type="pres">
      <dgm:prSet presAssocID="{269A1302-1DCA-4932-BDF6-8E776A4F4B3F}" presName="negSpace" presStyleCnt="0"/>
      <dgm:spPr/>
    </dgm:pt>
    <dgm:pt modelId="{DF426B65-5FC6-4E23-B96D-703D66E41633}" type="pres">
      <dgm:prSet presAssocID="{269A1302-1DCA-4932-BDF6-8E776A4F4B3F}" presName="circle" presStyleLbl="node1" presStyleIdx="0" presStyleCnt="1"/>
      <dgm:spPr/>
      <dgm:t>
        <a:bodyPr/>
        <a:lstStyle/>
        <a:p>
          <a:endParaRPr lang="es-ES"/>
        </a:p>
      </dgm:t>
    </dgm:pt>
  </dgm:ptLst>
  <dgm:cxnLst>
    <dgm:cxn modelId="{43352DD5-FD97-4B56-A680-EDEE1A4176DB}" type="presOf" srcId="{61CC4739-1BE3-4187-9ECE-A1AB1963EBFD}" destId="{EED278A8-34A8-422E-9873-C5822BC435A8}" srcOrd="0" destOrd="0" presId="urn:microsoft.com/office/officeart/2005/8/layout/hList9"/>
    <dgm:cxn modelId="{4DB392D3-09A6-41AD-AA71-11BB9D022415}" srcId="{B0CFF075-BDB1-4384-89BB-703726BC4B82}" destId="{269A1302-1DCA-4932-BDF6-8E776A4F4B3F}" srcOrd="0" destOrd="0" parTransId="{D0C5AA81-C463-44A1-8B5D-6A319CC92893}" sibTransId="{D4A24D6A-1908-4B9B-B666-979856CED590}"/>
    <dgm:cxn modelId="{61B3DC92-6D31-4BE8-81D0-D972B373608A}" type="presOf" srcId="{61CC4739-1BE3-4187-9ECE-A1AB1963EBFD}" destId="{EFC923B4-3A7D-470F-8DF7-E45BCEAF2633}" srcOrd="1" destOrd="0" presId="urn:microsoft.com/office/officeart/2005/8/layout/hList9"/>
    <dgm:cxn modelId="{E624B9AB-446C-45B2-8C98-5DD979B62F43}" type="presOf" srcId="{269A1302-1DCA-4932-BDF6-8E776A4F4B3F}" destId="{DF426B65-5FC6-4E23-B96D-703D66E41633}" srcOrd="0" destOrd="0" presId="urn:microsoft.com/office/officeart/2005/8/layout/hList9"/>
    <dgm:cxn modelId="{A223D068-6F9D-4694-B2C7-D1FAC7CF9A0E}" type="presOf" srcId="{B0CFF075-BDB1-4384-89BB-703726BC4B82}" destId="{B58756A4-68B9-4BA1-83D8-B112ED4D6013}" srcOrd="0" destOrd="0" presId="urn:microsoft.com/office/officeart/2005/8/layout/hList9"/>
    <dgm:cxn modelId="{ED6BCAE0-3B1B-48F1-A0C9-6C67F56B5290}" srcId="{269A1302-1DCA-4932-BDF6-8E776A4F4B3F}" destId="{61CC4739-1BE3-4187-9ECE-A1AB1963EBFD}" srcOrd="0" destOrd="0" parTransId="{5A4AEDCF-D9FA-4F3B-9D89-B9744CCD3EDE}" sibTransId="{F5DB603D-C266-4C16-B0EE-027F6291913A}"/>
    <dgm:cxn modelId="{52F4B038-DC3B-4817-B2B4-E8190DE8C0CF}" type="presParOf" srcId="{B58756A4-68B9-4BA1-83D8-B112ED4D6013}" destId="{38377FBC-6E87-4F22-A19F-9EE32C013DC5}" srcOrd="0" destOrd="0" presId="urn:microsoft.com/office/officeart/2005/8/layout/hList9"/>
    <dgm:cxn modelId="{DF80F4A8-0D97-4D34-BEE0-9376C49EF01F}" type="presParOf" srcId="{B58756A4-68B9-4BA1-83D8-B112ED4D6013}" destId="{B25EB9B9-CAB7-403E-9AE3-B3D37D7057DB}" srcOrd="1" destOrd="0" presId="urn:microsoft.com/office/officeart/2005/8/layout/hList9"/>
    <dgm:cxn modelId="{5A69CC9D-EAE1-4C5A-847E-1E80C56A8EB7}" type="presParOf" srcId="{B25EB9B9-CAB7-403E-9AE3-B3D37D7057DB}" destId="{080DDF64-3039-4C7C-8429-61698FBC35D7}" srcOrd="0" destOrd="0" presId="urn:microsoft.com/office/officeart/2005/8/layout/hList9"/>
    <dgm:cxn modelId="{15811F51-7898-47AC-91BD-12E17E18F366}" type="presParOf" srcId="{B25EB9B9-CAB7-403E-9AE3-B3D37D7057DB}" destId="{9E6F1E9E-D49F-482A-A131-184FB05EC68C}" srcOrd="1" destOrd="0" presId="urn:microsoft.com/office/officeart/2005/8/layout/hList9"/>
    <dgm:cxn modelId="{AEEDAEAE-252A-45CA-BA81-B3D94F079295}" type="presParOf" srcId="{9E6F1E9E-D49F-482A-A131-184FB05EC68C}" destId="{EED278A8-34A8-422E-9873-C5822BC435A8}" srcOrd="0" destOrd="0" presId="urn:microsoft.com/office/officeart/2005/8/layout/hList9"/>
    <dgm:cxn modelId="{E9353BA7-6E92-4195-8A53-438E2D5E41DB}" type="presParOf" srcId="{9E6F1E9E-D49F-482A-A131-184FB05EC68C}" destId="{EFC923B4-3A7D-470F-8DF7-E45BCEAF2633}" srcOrd="1" destOrd="0" presId="urn:microsoft.com/office/officeart/2005/8/layout/hList9"/>
    <dgm:cxn modelId="{9F28B2E6-1AE9-4DE4-838A-70ACDBE32D87}" type="presParOf" srcId="{B58756A4-68B9-4BA1-83D8-B112ED4D6013}" destId="{0BCAFC53-9DC0-43DE-A5A2-ACAE6938FC75}" srcOrd="2" destOrd="0" presId="urn:microsoft.com/office/officeart/2005/8/layout/hList9"/>
    <dgm:cxn modelId="{3342D1C7-E5F0-4FA6-AFF6-7C705C121B04}" type="presParOf" srcId="{B58756A4-68B9-4BA1-83D8-B112ED4D6013}" destId="{DF426B65-5FC6-4E23-B96D-703D66E41633}" srcOrd="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927A2F-ECE2-4D06-AE09-445A06CAEEE9}" type="doc">
      <dgm:prSet loTypeId="urn:microsoft.com/office/officeart/2005/8/layout/lProcess2" loCatId="list" qsTypeId="urn:microsoft.com/office/officeart/2005/8/quickstyle/simple1" qsCatId="simple" csTypeId="urn:microsoft.com/office/officeart/2005/8/colors/accent1_1" csCatId="accent1" phldr="1"/>
      <dgm:spPr/>
      <dgm:t>
        <a:bodyPr/>
        <a:lstStyle/>
        <a:p>
          <a:endParaRPr lang="es-ES"/>
        </a:p>
      </dgm:t>
    </dgm:pt>
    <dgm:pt modelId="{FCD896BB-8175-495D-AF71-FA84A3A214AE}">
      <dgm:prSet phldrT="[Texto]" custT="1"/>
      <dgm:spPr/>
      <dgm:t>
        <a:bodyPr/>
        <a:lstStyle/>
        <a:p>
          <a:r>
            <a:rPr lang="es-ES" sz="1400" b="1" dirty="0" smtClean="0"/>
            <a:t>Factores de Riesgo de depresión geriátrica</a:t>
          </a:r>
          <a:endParaRPr lang="es-ES" sz="1400" dirty="0"/>
        </a:p>
      </dgm:t>
    </dgm:pt>
    <dgm:pt modelId="{912DAA8C-15E4-4510-8F9B-C0795FD98C11}" type="parTrans" cxnId="{6DBE4CE5-EF4A-4472-AB47-854EDFCBC517}">
      <dgm:prSet/>
      <dgm:spPr/>
      <dgm:t>
        <a:bodyPr/>
        <a:lstStyle/>
        <a:p>
          <a:endParaRPr lang="es-ES" sz="1400"/>
        </a:p>
      </dgm:t>
    </dgm:pt>
    <dgm:pt modelId="{550BC1A1-C627-4B39-8C99-92A59F109FA2}" type="sibTrans" cxnId="{6DBE4CE5-EF4A-4472-AB47-854EDFCBC517}">
      <dgm:prSet/>
      <dgm:spPr/>
      <dgm:t>
        <a:bodyPr/>
        <a:lstStyle/>
        <a:p>
          <a:endParaRPr lang="es-ES" sz="1400"/>
        </a:p>
      </dgm:t>
    </dgm:pt>
    <dgm:pt modelId="{09A43660-C74E-4513-BF6C-EDC836A5AEDD}">
      <dgm:prSet custT="1"/>
      <dgm:spPr/>
      <dgm:t>
        <a:bodyPr/>
        <a:lstStyle/>
        <a:p>
          <a:r>
            <a:rPr lang="es-ES" sz="1400" dirty="0" smtClean="0"/>
            <a:t>Discapacidad </a:t>
          </a:r>
          <a:endParaRPr lang="es-ES" sz="1400" dirty="0"/>
        </a:p>
      </dgm:t>
    </dgm:pt>
    <dgm:pt modelId="{EE79532E-B520-445D-B594-F04E3DF5084D}" type="parTrans" cxnId="{6882308C-3D2D-43D3-AFCB-0931F9CFA77E}">
      <dgm:prSet/>
      <dgm:spPr/>
      <dgm:t>
        <a:bodyPr/>
        <a:lstStyle/>
        <a:p>
          <a:endParaRPr lang="es-ES" sz="1400"/>
        </a:p>
      </dgm:t>
    </dgm:pt>
    <dgm:pt modelId="{2BD6F799-5DAD-489B-8951-B3B86CB30D04}" type="sibTrans" cxnId="{6882308C-3D2D-43D3-AFCB-0931F9CFA77E}">
      <dgm:prSet/>
      <dgm:spPr/>
      <dgm:t>
        <a:bodyPr/>
        <a:lstStyle/>
        <a:p>
          <a:endParaRPr lang="es-ES" sz="1400"/>
        </a:p>
      </dgm:t>
    </dgm:pt>
    <dgm:pt modelId="{314A5D60-4325-43F2-9DF6-3BC6EC80A16B}">
      <dgm:prSet custT="1"/>
      <dgm:spPr/>
      <dgm:t>
        <a:bodyPr/>
        <a:lstStyle/>
        <a:p>
          <a:r>
            <a:rPr lang="es-ES" sz="1400" dirty="0" smtClean="0"/>
            <a:t>Enfermedad física </a:t>
          </a:r>
          <a:endParaRPr lang="es-ES" sz="1400" dirty="0"/>
        </a:p>
      </dgm:t>
    </dgm:pt>
    <dgm:pt modelId="{6EB1EDF1-7E14-4CD8-8D94-93D3A95ACF7F}" type="parTrans" cxnId="{C87F924C-B4AA-4A58-8BC4-C703AF3E2B22}">
      <dgm:prSet/>
      <dgm:spPr/>
      <dgm:t>
        <a:bodyPr/>
        <a:lstStyle/>
        <a:p>
          <a:endParaRPr lang="es-ES" sz="1400"/>
        </a:p>
      </dgm:t>
    </dgm:pt>
    <dgm:pt modelId="{0B12451B-2473-4C0F-9596-AB9ED4524EF7}" type="sibTrans" cxnId="{C87F924C-B4AA-4A58-8BC4-C703AF3E2B22}">
      <dgm:prSet/>
      <dgm:spPr/>
      <dgm:t>
        <a:bodyPr/>
        <a:lstStyle/>
        <a:p>
          <a:endParaRPr lang="es-ES" sz="1400"/>
        </a:p>
      </dgm:t>
    </dgm:pt>
    <dgm:pt modelId="{889BBED4-3231-43B9-97C9-425D1BB03763}">
      <dgm:prSet custT="1"/>
      <dgm:spPr/>
      <dgm:t>
        <a:bodyPr/>
        <a:lstStyle/>
        <a:p>
          <a:r>
            <a:rPr lang="es-ES" sz="1400" dirty="0" smtClean="0"/>
            <a:t>Deterioro cognitivo </a:t>
          </a:r>
          <a:endParaRPr lang="es-ES" sz="1400" dirty="0"/>
        </a:p>
      </dgm:t>
    </dgm:pt>
    <dgm:pt modelId="{97B1C603-1EEC-482B-B346-66E2A91C7591}" type="parTrans" cxnId="{71857E17-DB95-4081-9AFC-C2CD1B9C3F9B}">
      <dgm:prSet/>
      <dgm:spPr/>
      <dgm:t>
        <a:bodyPr/>
        <a:lstStyle/>
        <a:p>
          <a:endParaRPr lang="es-ES" sz="1400"/>
        </a:p>
      </dgm:t>
    </dgm:pt>
    <dgm:pt modelId="{8CA827CB-D16F-48C2-BF00-E98C991547F8}" type="sibTrans" cxnId="{71857E17-DB95-4081-9AFC-C2CD1B9C3F9B}">
      <dgm:prSet/>
      <dgm:spPr/>
      <dgm:t>
        <a:bodyPr/>
        <a:lstStyle/>
        <a:p>
          <a:endParaRPr lang="es-ES" sz="1400"/>
        </a:p>
      </dgm:t>
    </dgm:pt>
    <dgm:pt modelId="{55B4414E-2813-4A2E-BF59-8CE5F2CB7E2E}">
      <dgm:prSet custT="1"/>
      <dgm:spPr/>
      <dgm:t>
        <a:bodyPr/>
        <a:lstStyle/>
        <a:p>
          <a:r>
            <a:rPr lang="es-ES" sz="1400" dirty="0" smtClean="0"/>
            <a:t>Alcohol </a:t>
          </a:r>
          <a:endParaRPr lang="es-ES" sz="1400" dirty="0"/>
        </a:p>
      </dgm:t>
    </dgm:pt>
    <dgm:pt modelId="{16DABA70-D03A-4D4D-8583-DCECA5F5864A}" type="parTrans" cxnId="{10B611B2-9F0D-4E25-BDFC-F7FC079346D7}">
      <dgm:prSet/>
      <dgm:spPr/>
      <dgm:t>
        <a:bodyPr/>
        <a:lstStyle/>
        <a:p>
          <a:endParaRPr lang="es-ES" sz="1400"/>
        </a:p>
      </dgm:t>
    </dgm:pt>
    <dgm:pt modelId="{E4C2CAA3-5B8D-4428-AF2C-A9450F7E41FA}" type="sibTrans" cxnId="{10B611B2-9F0D-4E25-BDFC-F7FC079346D7}">
      <dgm:prSet/>
      <dgm:spPr/>
      <dgm:t>
        <a:bodyPr/>
        <a:lstStyle/>
        <a:p>
          <a:endParaRPr lang="es-ES" sz="1400"/>
        </a:p>
      </dgm:t>
    </dgm:pt>
    <dgm:pt modelId="{F935203A-BAC8-4ABF-9E7D-5ABF93017DC7}">
      <dgm:prSet custT="1"/>
      <dgm:spPr/>
      <dgm:t>
        <a:bodyPr/>
        <a:lstStyle/>
        <a:p>
          <a:r>
            <a:rPr lang="es-ES" sz="1400" dirty="0" smtClean="0"/>
            <a:t>Viudedad </a:t>
          </a:r>
          <a:endParaRPr lang="es-ES" sz="1400" dirty="0"/>
        </a:p>
      </dgm:t>
    </dgm:pt>
    <dgm:pt modelId="{DBC3A76E-484D-4039-9D67-98E459541B0C}" type="parTrans" cxnId="{B1A077CC-FE2E-49D8-93DE-5EB48BB41213}">
      <dgm:prSet/>
      <dgm:spPr/>
      <dgm:t>
        <a:bodyPr/>
        <a:lstStyle/>
        <a:p>
          <a:endParaRPr lang="es-ES" sz="1400"/>
        </a:p>
      </dgm:t>
    </dgm:pt>
    <dgm:pt modelId="{13FD5CEC-177D-40DC-9BB8-646892DD64CD}" type="sibTrans" cxnId="{B1A077CC-FE2E-49D8-93DE-5EB48BB41213}">
      <dgm:prSet/>
      <dgm:spPr/>
      <dgm:t>
        <a:bodyPr/>
        <a:lstStyle/>
        <a:p>
          <a:endParaRPr lang="es-ES" sz="1400"/>
        </a:p>
      </dgm:t>
    </dgm:pt>
    <dgm:pt modelId="{BD5534D1-27AB-4A07-94C9-3923542D122C}">
      <dgm:prSet custT="1"/>
      <dgm:spPr/>
      <dgm:t>
        <a:bodyPr/>
        <a:lstStyle/>
        <a:p>
          <a:r>
            <a:rPr lang="es-ES" sz="1400" dirty="0" smtClean="0"/>
            <a:t>Acontecimientos  vitales</a:t>
          </a:r>
          <a:endParaRPr lang="es-ES" sz="1400" dirty="0"/>
        </a:p>
      </dgm:t>
    </dgm:pt>
    <dgm:pt modelId="{B65666AB-2697-45E9-A1F3-356073985906}" type="parTrans" cxnId="{9ACF3FC0-B795-43F8-AD3F-19A8E0443990}">
      <dgm:prSet/>
      <dgm:spPr/>
      <dgm:t>
        <a:bodyPr/>
        <a:lstStyle/>
        <a:p>
          <a:endParaRPr lang="es-ES" sz="1400"/>
        </a:p>
      </dgm:t>
    </dgm:pt>
    <dgm:pt modelId="{F3327EC4-F3BD-4DF1-94A9-01A4CB6DB18A}" type="sibTrans" cxnId="{9ACF3FC0-B795-43F8-AD3F-19A8E0443990}">
      <dgm:prSet/>
      <dgm:spPr/>
      <dgm:t>
        <a:bodyPr/>
        <a:lstStyle/>
        <a:p>
          <a:endParaRPr lang="es-ES" sz="1400"/>
        </a:p>
      </dgm:t>
    </dgm:pt>
    <dgm:pt modelId="{4776CC56-B10A-4CC4-975F-0CBC94D292D1}">
      <dgm:prSet custT="1"/>
      <dgm:spPr/>
      <dgm:t>
        <a:bodyPr/>
        <a:lstStyle/>
        <a:p>
          <a:r>
            <a:rPr lang="es-ES" sz="1400" dirty="0" smtClean="0"/>
            <a:t>Vivir solo </a:t>
          </a:r>
          <a:endParaRPr lang="es-ES" sz="1400" dirty="0"/>
        </a:p>
      </dgm:t>
    </dgm:pt>
    <dgm:pt modelId="{D036BBEA-7BE2-47C8-BD55-8B2CB5954D3E}" type="parTrans" cxnId="{CDF2FC59-2BCD-4DA1-95DE-57562DC7374F}">
      <dgm:prSet/>
      <dgm:spPr/>
      <dgm:t>
        <a:bodyPr/>
        <a:lstStyle/>
        <a:p>
          <a:endParaRPr lang="es-ES" sz="1400"/>
        </a:p>
      </dgm:t>
    </dgm:pt>
    <dgm:pt modelId="{B3C1300F-8057-43CA-B791-DF40B2091D28}" type="sibTrans" cxnId="{CDF2FC59-2BCD-4DA1-95DE-57562DC7374F}">
      <dgm:prSet/>
      <dgm:spPr/>
      <dgm:t>
        <a:bodyPr/>
        <a:lstStyle/>
        <a:p>
          <a:endParaRPr lang="es-ES" sz="1400"/>
        </a:p>
      </dgm:t>
    </dgm:pt>
    <dgm:pt modelId="{CC63E496-924D-44B8-A5BE-D8951DB800BD}">
      <dgm:prSet custT="1"/>
      <dgm:spPr/>
      <dgm:t>
        <a:bodyPr/>
        <a:lstStyle/>
        <a:p>
          <a:r>
            <a:rPr lang="es-ES" sz="1400" dirty="0" smtClean="0"/>
            <a:t>Sexo femenino </a:t>
          </a:r>
          <a:endParaRPr lang="es-ES" sz="1400" dirty="0"/>
        </a:p>
      </dgm:t>
    </dgm:pt>
    <dgm:pt modelId="{55F6AD9D-B354-44FE-A5EA-5A548CAEE1DF}" type="parTrans" cxnId="{104152C2-13C6-4ACE-918E-EEDFE9B81E3C}">
      <dgm:prSet/>
      <dgm:spPr/>
      <dgm:t>
        <a:bodyPr/>
        <a:lstStyle/>
        <a:p>
          <a:endParaRPr lang="es-ES" sz="1400"/>
        </a:p>
      </dgm:t>
    </dgm:pt>
    <dgm:pt modelId="{C6E34F41-CD74-4918-ADFC-4D161146E46A}" type="sibTrans" cxnId="{104152C2-13C6-4ACE-918E-EEDFE9B81E3C}">
      <dgm:prSet/>
      <dgm:spPr/>
      <dgm:t>
        <a:bodyPr/>
        <a:lstStyle/>
        <a:p>
          <a:endParaRPr lang="es-ES" sz="1400"/>
        </a:p>
      </dgm:t>
    </dgm:pt>
    <dgm:pt modelId="{4CD400ED-7EAD-41D3-99B3-DA55B991F6CE}">
      <dgm:prSet custT="1"/>
      <dgm:spPr/>
      <dgm:t>
        <a:bodyPr/>
        <a:lstStyle/>
        <a:p>
          <a:r>
            <a:rPr lang="es-ES" sz="1400" dirty="0" smtClean="0"/>
            <a:t>Duelo </a:t>
          </a:r>
          <a:endParaRPr lang="es-ES" sz="1400" dirty="0"/>
        </a:p>
      </dgm:t>
    </dgm:pt>
    <dgm:pt modelId="{DB695D76-98D7-42C8-843A-E426D2666BFE}" type="parTrans" cxnId="{2B3EB432-2E91-46BA-B783-DD01087675E5}">
      <dgm:prSet/>
      <dgm:spPr/>
      <dgm:t>
        <a:bodyPr/>
        <a:lstStyle/>
        <a:p>
          <a:endParaRPr lang="es-ES" sz="1400"/>
        </a:p>
      </dgm:t>
    </dgm:pt>
    <dgm:pt modelId="{AF78B7E0-97C1-4E3F-9FA6-0431C4D7C25D}" type="sibTrans" cxnId="{2B3EB432-2E91-46BA-B783-DD01087675E5}">
      <dgm:prSet/>
      <dgm:spPr/>
      <dgm:t>
        <a:bodyPr/>
        <a:lstStyle/>
        <a:p>
          <a:endParaRPr lang="es-ES" sz="1400"/>
        </a:p>
      </dgm:t>
    </dgm:pt>
    <dgm:pt modelId="{24C9EC75-BDD3-461C-B1D9-8A39023C5A42}">
      <dgm:prSet custT="1"/>
      <dgm:spPr/>
      <dgm:t>
        <a:bodyPr/>
        <a:lstStyle/>
        <a:p>
          <a:r>
            <a:rPr lang="es-ES" sz="1400" dirty="0" smtClean="0"/>
            <a:t>Uso de tranquilizantes </a:t>
          </a:r>
          <a:endParaRPr lang="es-ES" sz="1400" dirty="0"/>
        </a:p>
      </dgm:t>
    </dgm:pt>
    <dgm:pt modelId="{BFE2B9C7-FEE2-43AE-8980-A60D7A376061}" type="parTrans" cxnId="{B67620DD-ABA2-4020-BD51-E276B47DB133}">
      <dgm:prSet/>
      <dgm:spPr/>
      <dgm:t>
        <a:bodyPr/>
        <a:lstStyle/>
        <a:p>
          <a:endParaRPr lang="es-ES" sz="1400"/>
        </a:p>
      </dgm:t>
    </dgm:pt>
    <dgm:pt modelId="{C66AA9CC-286C-4AB1-9F47-D92527F9FCE3}" type="sibTrans" cxnId="{B67620DD-ABA2-4020-BD51-E276B47DB133}">
      <dgm:prSet/>
      <dgm:spPr/>
      <dgm:t>
        <a:bodyPr/>
        <a:lstStyle/>
        <a:p>
          <a:endParaRPr lang="es-ES" sz="1400"/>
        </a:p>
      </dgm:t>
    </dgm:pt>
    <dgm:pt modelId="{88968823-AE0F-4CE4-804B-61B488EE5ACD}">
      <dgm:prSet custT="1"/>
      <dgm:spPr/>
      <dgm:t>
        <a:bodyPr/>
        <a:lstStyle/>
        <a:p>
          <a:r>
            <a:rPr lang="es-ES" sz="1400" dirty="0" smtClean="0"/>
            <a:t>Insatisfacción de vida </a:t>
          </a:r>
          <a:endParaRPr lang="es-ES" sz="1400" dirty="0"/>
        </a:p>
      </dgm:t>
    </dgm:pt>
    <dgm:pt modelId="{75DAEECA-603A-4081-9DB3-6E4A298B03EF}" type="parTrans" cxnId="{C97FADB8-760A-4CF4-97EC-5E038B9990B8}">
      <dgm:prSet/>
      <dgm:spPr/>
      <dgm:t>
        <a:bodyPr/>
        <a:lstStyle/>
        <a:p>
          <a:endParaRPr lang="es-ES" sz="1400"/>
        </a:p>
      </dgm:t>
    </dgm:pt>
    <dgm:pt modelId="{BD0FE9AF-125D-45E5-BA30-B85DD71D5FC0}" type="sibTrans" cxnId="{C97FADB8-760A-4CF4-97EC-5E038B9990B8}">
      <dgm:prSet/>
      <dgm:spPr/>
      <dgm:t>
        <a:bodyPr/>
        <a:lstStyle/>
        <a:p>
          <a:endParaRPr lang="es-ES" sz="1400"/>
        </a:p>
      </dgm:t>
    </dgm:pt>
    <dgm:pt modelId="{6F0C794A-6A9F-4921-8B34-08DB94E2BEB5}">
      <dgm:prSet custT="1"/>
      <dgm:spPr/>
      <dgm:t>
        <a:bodyPr/>
        <a:lstStyle/>
        <a:p>
          <a:r>
            <a:rPr lang="es-ES" sz="1400" dirty="0" smtClean="0"/>
            <a:t>Parkinson Enfermedad cerebrovascular </a:t>
          </a:r>
          <a:endParaRPr lang="es-ES" sz="1400" dirty="0"/>
        </a:p>
      </dgm:t>
    </dgm:pt>
    <dgm:pt modelId="{E2A6D88E-D9F0-434E-AF10-40F81E85DD5C}" type="parTrans" cxnId="{B3BD9944-B63C-4973-9F65-9D374B56E8B1}">
      <dgm:prSet/>
      <dgm:spPr/>
      <dgm:t>
        <a:bodyPr/>
        <a:lstStyle/>
        <a:p>
          <a:endParaRPr lang="es-ES" sz="1400"/>
        </a:p>
      </dgm:t>
    </dgm:pt>
    <dgm:pt modelId="{569FA274-D4D4-4620-BB22-00652C412145}" type="sibTrans" cxnId="{B3BD9944-B63C-4973-9F65-9D374B56E8B1}">
      <dgm:prSet/>
      <dgm:spPr/>
      <dgm:t>
        <a:bodyPr/>
        <a:lstStyle/>
        <a:p>
          <a:endParaRPr lang="es-ES" sz="1400"/>
        </a:p>
      </dgm:t>
    </dgm:pt>
    <dgm:pt modelId="{452F3CAB-34BE-496E-A33B-E5FD31E173AB}">
      <dgm:prSet custT="1"/>
      <dgm:spPr/>
      <dgm:t>
        <a:bodyPr/>
        <a:lstStyle/>
        <a:p>
          <a:r>
            <a:rPr lang="es-ES" sz="1400" smtClean="0"/>
            <a:t>Bajo apoyo social </a:t>
          </a:r>
          <a:endParaRPr lang="es-ES" sz="1400"/>
        </a:p>
      </dgm:t>
    </dgm:pt>
    <dgm:pt modelId="{8DAFD5F9-08E2-4DD6-9256-FFD1A1A97867}" type="parTrans" cxnId="{BC9C42B5-5B78-41BC-B950-2E722D89ED33}">
      <dgm:prSet/>
      <dgm:spPr/>
      <dgm:t>
        <a:bodyPr/>
        <a:lstStyle/>
        <a:p>
          <a:endParaRPr lang="es-ES" sz="1400"/>
        </a:p>
      </dgm:t>
    </dgm:pt>
    <dgm:pt modelId="{9DC64DC7-4A95-4AD5-B011-C9776C63F9B2}" type="sibTrans" cxnId="{BC9C42B5-5B78-41BC-B950-2E722D89ED33}">
      <dgm:prSet/>
      <dgm:spPr/>
      <dgm:t>
        <a:bodyPr/>
        <a:lstStyle/>
        <a:p>
          <a:endParaRPr lang="es-ES" sz="1400"/>
        </a:p>
      </dgm:t>
    </dgm:pt>
    <dgm:pt modelId="{60D44A83-6BE3-4971-8A8E-0D36C21356AF}">
      <dgm:prSet custT="1"/>
      <dgm:spPr/>
      <dgm:t>
        <a:bodyPr/>
        <a:lstStyle/>
        <a:p>
          <a:r>
            <a:rPr lang="es-ES" sz="1400" b="1" dirty="0" smtClean="0"/>
            <a:t>Factores predictores sociodemográficos </a:t>
          </a:r>
          <a:endParaRPr lang="es-ES" sz="1400" dirty="0"/>
        </a:p>
      </dgm:t>
    </dgm:pt>
    <dgm:pt modelId="{42263634-73AD-46C5-B424-208F68E90196}" type="parTrans" cxnId="{8EEA28ED-0548-4658-B0FB-B4CAF5A7451F}">
      <dgm:prSet/>
      <dgm:spPr/>
      <dgm:t>
        <a:bodyPr/>
        <a:lstStyle/>
        <a:p>
          <a:endParaRPr lang="es-ES" sz="1400"/>
        </a:p>
      </dgm:t>
    </dgm:pt>
    <dgm:pt modelId="{F5505BA2-2238-4562-B87A-1D3CD41B2782}" type="sibTrans" cxnId="{8EEA28ED-0548-4658-B0FB-B4CAF5A7451F}">
      <dgm:prSet/>
      <dgm:spPr/>
      <dgm:t>
        <a:bodyPr/>
        <a:lstStyle/>
        <a:p>
          <a:endParaRPr lang="es-ES" sz="1400"/>
        </a:p>
      </dgm:t>
    </dgm:pt>
    <dgm:pt modelId="{F52D70C0-DBA7-455A-9027-999CCA2B96A4}">
      <dgm:prSet custT="1"/>
      <dgm:spPr/>
      <dgm:t>
        <a:bodyPr/>
        <a:lstStyle/>
        <a:p>
          <a:r>
            <a:rPr lang="es-ES" sz="1400" dirty="0" smtClean="0"/>
            <a:t>Género femenino </a:t>
          </a:r>
          <a:endParaRPr lang="es-ES" sz="1400" dirty="0"/>
        </a:p>
      </dgm:t>
    </dgm:pt>
    <dgm:pt modelId="{71BF6289-4828-4D51-B713-858AEC0CE9C6}" type="parTrans" cxnId="{9BF6AFC8-425D-4CD5-996C-FD6C44D20845}">
      <dgm:prSet/>
      <dgm:spPr/>
      <dgm:t>
        <a:bodyPr/>
        <a:lstStyle/>
        <a:p>
          <a:endParaRPr lang="es-ES" sz="1400"/>
        </a:p>
      </dgm:t>
    </dgm:pt>
    <dgm:pt modelId="{1F5990D8-C3DF-4239-9E60-9C07CD6F2717}" type="sibTrans" cxnId="{9BF6AFC8-425D-4CD5-996C-FD6C44D20845}">
      <dgm:prSet/>
      <dgm:spPr/>
      <dgm:t>
        <a:bodyPr/>
        <a:lstStyle/>
        <a:p>
          <a:endParaRPr lang="es-ES" sz="1400"/>
        </a:p>
      </dgm:t>
    </dgm:pt>
    <dgm:pt modelId="{FA05CA54-38F0-4FF8-89E8-680DDE347693}">
      <dgm:prSet custT="1"/>
      <dgm:spPr/>
      <dgm:t>
        <a:bodyPr/>
        <a:lstStyle/>
        <a:p>
          <a:r>
            <a:rPr lang="es-ES" sz="1400" smtClean="0"/>
            <a:t>Historia familiar </a:t>
          </a:r>
          <a:endParaRPr lang="es-ES" sz="1400"/>
        </a:p>
      </dgm:t>
    </dgm:pt>
    <dgm:pt modelId="{5B7B42F6-CD36-435F-912F-BE5564717858}" type="parTrans" cxnId="{DF3CCE8E-E0F7-4D78-BDBE-5A62C233659E}">
      <dgm:prSet/>
      <dgm:spPr/>
      <dgm:t>
        <a:bodyPr/>
        <a:lstStyle/>
        <a:p>
          <a:endParaRPr lang="es-ES" sz="1400"/>
        </a:p>
      </dgm:t>
    </dgm:pt>
    <dgm:pt modelId="{1A122854-E9EB-4EB5-92F0-15406926050F}" type="sibTrans" cxnId="{DF3CCE8E-E0F7-4D78-BDBE-5A62C233659E}">
      <dgm:prSet/>
      <dgm:spPr/>
      <dgm:t>
        <a:bodyPr/>
        <a:lstStyle/>
        <a:p>
          <a:endParaRPr lang="es-ES" sz="1400"/>
        </a:p>
      </dgm:t>
    </dgm:pt>
    <dgm:pt modelId="{FFDB3B55-A7C3-4F27-A642-9A1A07A29CB0}">
      <dgm:prSet custT="1"/>
      <dgm:spPr/>
      <dgm:t>
        <a:bodyPr/>
        <a:lstStyle/>
        <a:p>
          <a:r>
            <a:rPr lang="es-ES" sz="1400" smtClean="0"/>
            <a:t>Edad de inicio </a:t>
          </a:r>
          <a:endParaRPr lang="es-ES" sz="1400"/>
        </a:p>
      </dgm:t>
    </dgm:pt>
    <dgm:pt modelId="{11D6C804-22C7-4F19-8828-67A31330DCE9}" type="parTrans" cxnId="{FD0B7AFA-6C3E-432E-9F23-3DBFD3B8A4F4}">
      <dgm:prSet/>
      <dgm:spPr/>
      <dgm:t>
        <a:bodyPr/>
        <a:lstStyle/>
        <a:p>
          <a:endParaRPr lang="es-ES" sz="1400"/>
        </a:p>
      </dgm:t>
    </dgm:pt>
    <dgm:pt modelId="{23CEEE3D-F3C2-49FC-93B2-994C8A5F1A1B}" type="sibTrans" cxnId="{FD0B7AFA-6C3E-432E-9F23-3DBFD3B8A4F4}">
      <dgm:prSet/>
      <dgm:spPr/>
      <dgm:t>
        <a:bodyPr/>
        <a:lstStyle/>
        <a:p>
          <a:endParaRPr lang="es-ES" sz="1400"/>
        </a:p>
      </dgm:t>
    </dgm:pt>
    <dgm:pt modelId="{60B58B09-F464-4761-AE55-94008142B380}">
      <dgm:prSet custT="1"/>
      <dgm:spPr/>
      <dgm:t>
        <a:bodyPr/>
        <a:lstStyle/>
        <a:p>
          <a:r>
            <a:rPr lang="es-ES" sz="1400" dirty="0" smtClean="0"/>
            <a:t>Existencia de disfunción familiar y/o económicas </a:t>
          </a:r>
          <a:endParaRPr lang="es-ES" sz="1400" dirty="0"/>
        </a:p>
      </dgm:t>
    </dgm:pt>
    <dgm:pt modelId="{8A9186A1-B1FF-4FCD-AD64-3D26559CABA2}" type="parTrans" cxnId="{62CC23BC-5785-4A88-A58A-A90F11A03241}">
      <dgm:prSet/>
      <dgm:spPr/>
      <dgm:t>
        <a:bodyPr/>
        <a:lstStyle/>
        <a:p>
          <a:endParaRPr lang="es-ES" sz="1400"/>
        </a:p>
      </dgm:t>
    </dgm:pt>
    <dgm:pt modelId="{CB75886D-003B-4D2F-9C87-1BDEE2AB6347}" type="sibTrans" cxnId="{62CC23BC-5785-4A88-A58A-A90F11A03241}">
      <dgm:prSet/>
      <dgm:spPr/>
      <dgm:t>
        <a:bodyPr/>
        <a:lstStyle/>
        <a:p>
          <a:endParaRPr lang="es-ES" sz="1400"/>
        </a:p>
      </dgm:t>
    </dgm:pt>
    <dgm:pt modelId="{0844D5DC-9D3E-4A00-9C96-39456125745C}">
      <dgm:prSet custT="1"/>
      <dgm:spPr/>
      <dgm:t>
        <a:bodyPr/>
        <a:lstStyle/>
        <a:p>
          <a:r>
            <a:rPr lang="es-ES" sz="1400" dirty="0" smtClean="0"/>
            <a:t>Estado civil: </a:t>
          </a:r>
          <a:r>
            <a:rPr lang="es-ES" sz="1400" dirty="0" err="1" smtClean="0"/>
            <a:t>solter</a:t>
          </a:r>
          <a:r>
            <a:rPr lang="es-ES" sz="1400" dirty="0" smtClean="0"/>
            <a:t>@/</a:t>
          </a:r>
          <a:r>
            <a:rPr lang="es-ES" sz="1400" dirty="0" err="1" smtClean="0"/>
            <a:t>viud</a:t>
          </a:r>
          <a:r>
            <a:rPr lang="es-ES" sz="1400" dirty="0" smtClean="0"/>
            <a:t>@</a:t>
          </a:r>
          <a:endParaRPr lang="es-ES" sz="1400" dirty="0"/>
        </a:p>
      </dgm:t>
    </dgm:pt>
    <dgm:pt modelId="{29D72AD1-FFC9-47F4-A3EE-A4529F8DDFDA}" type="parTrans" cxnId="{5A47BF64-20F7-4EB4-8AF7-B0723D3AEB5F}">
      <dgm:prSet/>
      <dgm:spPr/>
      <dgm:t>
        <a:bodyPr/>
        <a:lstStyle/>
        <a:p>
          <a:endParaRPr lang="es-ES" sz="1400"/>
        </a:p>
      </dgm:t>
    </dgm:pt>
    <dgm:pt modelId="{7BEBB957-FC20-4575-BCB3-003C7EDB9C41}" type="sibTrans" cxnId="{5A47BF64-20F7-4EB4-8AF7-B0723D3AEB5F}">
      <dgm:prSet/>
      <dgm:spPr/>
      <dgm:t>
        <a:bodyPr/>
        <a:lstStyle/>
        <a:p>
          <a:endParaRPr lang="es-ES" sz="1400"/>
        </a:p>
      </dgm:t>
    </dgm:pt>
    <dgm:pt modelId="{10B4ECA2-64B9-4BF7-B665-90E6A48407F0}">
      <dgm:prSet custT="1"/>
      <dgm:spPr/>
      <dgm:t>
        <a:bodyPr/>
        <a:lstStyle/>
        <a:p>
          <a:r>
            <a:rPr lang="es-ES" sz="1400" b="1" dirty="0" smtClean="0"/>
            <a:t>Factores predictores clínicos </a:t>
          </a:r>
          <a:endParaRPr lang="es-ES" sz="1400" dirty="0"/>
        </a:p>
      </dgm:t>
    </dgm:pt>
    <dgm:pt modelId="{F00BC57C-FA2E-405A-92F5-2FDD37F4EF2A}" type="parTrans" cxnId="{8BFCBB0F-7F07-49E9-9147-D190DD038EFB}">
      <dgm:prSet/>
      <dgm:spPr/>
      <dgm:t>
        <a:bodyPr/>
        <a:lstStyle/>
        <a:p>
          <a:endParaRPr lang="es-ES" sz="1400"/>
        </a:p>
      </dgm:t>
    </dgm:pt>
    <dgm:pt modelId="{310F9987-6E79-4162-8A43-0A98847826BB}" type="sibTrans" cxnId="{8BFCBB0F-7F07-49E9-9147-D190DD038EFB}">
      <dgm:prSet/>
      <dgm:spPr/>
      <dgm:t>
        <a:bodyPr/>
        <a:lstStyle/>
        <a:p>
          <a:endParaRPr lang="es-ES" sz="1400"/>
        </a:p>
      </dgm:t>
    </dgm:pt>
    <dgm:pt modelId="{8DFF1FF0-9613-4D4E-A773-308AB2606471}">
      <dgm:prSet custT="1"/>
      <dgm:spPr/>
      <dgm:t>
        <a:bodyPr/>
        <a:lstStyle/>
        <a:p>
          <a:r>
            <a:rPr lang="es-ES" sz="1400" smtClean="0"/>
            <a:t>Remisión incompleta del episodio previo </a:t>
          </a:r>
          <a:endParaRPr lang="es-ES" sz="1400"/>
        </a:p>
      </dgm:t>
    </dgm:pt>
    <dgm:pt modelId="{00C43F62-05DF-4074-B321-87C5FA6B2E14}" type="parTrans" cxnId="{AF124C89-46BB-4F1C-9570-EBF493B8BD98}">
      <dgm:prSet/>
      <dgm:spPr/>
      <dgm:t>
        <a:bodyPr/>
        <a:lstStyle/>
        <a:p>
          <a:endParaRPr lang="es-ES" sz="1400"/>
        </a:p>
      </dgm:t>
    </dgm:pt>
    <dgm:pt modelId="{A039AEEF-CAEA-43DA-96D0-C7B66423C552}" type="sibTrans" cxnId="{AF124C89-46BB-4F1C-9570-EBF493B8BD98}">
      <dgm:prSet/>
      <dgm:spPr/>
      <dgm:t>
        <a:bodyPr/>
        <a:lstStyle/>
        <a:p>
          <a:endParaRPr lang="es-ES" sz="1400"/>
        </a:p>
      </dgm:t>
    </dgm:pt>
    <dgm:pt modelId="{7369C811-9FE9-4E59-BCAE-D23507B96595}">
      <dgm:prSet custT="1"/>
      <dgm:spPr/>
      <dgm:t>
        <a:bodyPr/>
        <a:lstStyle/>
        <a:p>
          <a:r>
            <a:rPr lang="es-ES" sz="1400" dirty="0" smtClean="0"/>
            <a:t>Número de episodios anteriores </a:t>
          </a:r>
          <a:endParaRPr lang="es-ES" sz="1400" dirty="0"/>
        </a:p>
      </dgm:t>
    </dgm:pt>
    <dgm:pt modelId="{402469C1-A69E-4B10-B62B-4ED4D2971276}" type="parTrans" cxnId="{4ED425B5-C936-4BD5-A221-17EE63BDEC45}">
      <dgm:prSet/>
      <dgm:spPr/>
      <dgm:t>
        <a:bodyPr/>
        <a:lstStyle/>
        <a:p>
          <a:endParaRPr lang="es-ES" sz="1400"/>
        </a:p>
      </dgm:t>
    </dgm:pt>
    <dgm:pt modelId="{1F8C6C6D-1075-40F0-B30C-E45DF2E4A3D6}" type="sibTrans" cxnId="{4ED425B5-C936-4BD5-A221-17EE63BDEC45}">
      <dgm:prSet/>
      <dgm:spPr/>
      <dgm:t>
        <a:bodyPr/>
        <a:lstStyle/>
        <a:p>
          <a:endParaRPr lang="es-ES" sz="1400"/>
        </a:p>
      </dgm:t>
    </dgm:pt>
    <dgm:pt modelId="{5CBB82AD-5B2C-46FF-A23E-9A34BDA9E654}">
      <dgm:prSet custT="1"/>
      <dgm:spPr/>
      <dgm:t>
        <a:bodyPr/>
        <a:lstStyle/>
        <a:p>
          <a:r>
            <a:rPr lang="es-ES" sz="1400" dirty="0" smtClean="0"/>
            <a:t>Duración prolongada del episodio </a:t>
          </a:r>
          <a:endParaRPr lang="es-ES" sz="1400" dirty="0"/>
        </a:p>
      </dgm:t>
    </dgm:pt>
    <dgm:pt modelId="{74FADCF4-BABA-450B-8442-8F018CD7E450}" type="parTrans" cxnId="{87693AA8-667F-4460-B94C-3155D70E09FD}">
      <dgm:prSet/>
      <dgm:spPr/>
      <dgm:t>
        <a:bodyPr/>
        <a:lstStyle/>
        <a:p>
          <a:endParaRPr lang="es-ES" sz="1400"/>
        </a:p>
      </dgm:t>
    </dgm:pt>
    <dgm:pt modelId="{CD8A466B-450E-4B81-ADBB-3AC3A42BB496}" type="sibTrans" cxnId="{87693AA8-667F-4460-B94C-3155D70E09FD}">
      <dgm:prSet/>
      <dgm:spPr/>
      <dgm:t>
        <a:bodyPr/>
        <a:lstStyle/>
        <a:p>
          <a:endParaRPr lang="es-ES" sz="1400"/>
        </a:p>
      </dgm:t>
    </dgm:pt>
    <dgm:pt modelId="{553F2522-D5D0-4F5A-97A7-26435D9390C6}">
      <dgm:prSet custT="1"/>
      <dgm:spPr/>
      <dgm:t>
        <a:bodyPr/>
        <a:lstStyle/>
        <a:p>
          <a:r>
            <a:rPr lang="es-ES" sz="1400" smtClean="0"/>
            <a:t>Gravedad </a:t>
          </a:r>
          <a:endParaRPr lang="es-ES" sz="1400"/>
        </a:p>
      </dgm:t>
    </dgm:pt>
    <dgm:pt modelId="{01FE2C78-FC9A-40DE-8474-63D9C8C357CA}" type="parTrans" cxnId="{5A430055-5822-4E78-BEA0-9F5C43078013}">
      <dgm:prSet/>
      <dgm:spPr/>
      <dgm:t>
        <a:bodyPr/>
        <a:lstStyle/>
        <a:p>
          <a:endParaRPr lang="es-ES" sz="1400"/>
        </a:p>
      </dgm:t>
    </dgm:pt>
    <dgm:pt modelId="{14A5F7CE-4119-478B-A4B5-2151BE23BA60}" type="sibTrans" cxnId="{5A430055-5822-4E78-BEA0-9F5C43078013}">
      <dgm:prSet/>
      <dgm:spPr/>
      <dgm:t>
        <a:bodyPr/>
        <a:lstStyle/>
        <a:p>
          <a:endParaRPr lang="es-ES" sz="1400"/>
        </a:p>
      </dgm:t>
    </dgm:pt>
    <dgm:pt modelId="{C216963E-BD49-4832-BE6A-EE8F81888DB4}">
      <dgm:prSet custT="1"/>
      <dgm:spPr/>
      <dgm:t>
        <a:bodyPr/>
        <a:lstStyle/>
        <a:p>
          <a:r>
            <a:rPr lang="es-ES" sz="1400" dirty="0" smtClean="0"/>
            <a:t>Síntomas residuales </a:t>
          </a:r>
          <a:endParaRPr lang="es-ES" sz="1400" dirty="0"/>
        </a:p>
      </dgm:t>
    </dgm:pt>
    <dgm:pt modelId="{D612BBFE-8415-47F5-9E55-3C090DAA5553}" type="parTrans" cxnId="{18038E4F-5E11-4760-9E68-6666B92EE1B3}">
      <dgm:prSet/>
      <dgm:spPr/>
      <dgm:t>
        <a:bodyPr/>
        <a:lstStyle/>
        <a:p>
          <a:endParaRPr lang="es-ES" sz="1400"/>
        </a:p>
      </dgm:t>
    </dgm:pt>
    <dgm:pt modelId="{8EBA1F2F-FFB8-40F0-8FB8-DF460F02A416}" type="sibTrans" cxnId="{18038E4F-5E11-4760-9E68-6666B92EE1B3}">
      <dgm:prSet/>
      <dgm:spPr/>
      <dgm:t>
        <a:bodyPr/>
        <a:lstStyle/>
        <a:p>
          <a:endParaRPr lang="es-ES" sz="1400"/>
        </a:p>
      </dgm:t>
    </dgm:pt>
    <dgm:pt modelId="{4F12A455-89A4-4AAB-BD1A-6687D185D75E}">
      <dgm:prSet custT="1"/>
      <dgm:spPr/>
      <dgm:t>
        <a:bodyPr/>
        <a:lstStyle/>
        <a:p>
          <a:r>
            <a:rPr lang="es-ES" sz="1400" dirty="0" smtClean="0"/>
            <a:t>Personalidad </a:t>
          </a:r>
          <a:r>
            <a:rPr lang="es-ES" sz="1400" dirty="0" err="1" smtClean="0"/>
            <a:t>premórbida</a:t>
          </a:r>
          <a:r>
            <a:rPr lang="es-ES" sz="1400" dirty="0" smtClean="0"/>
            <a:t> y con comorbilidad </a:t>
          </a:r>
          <a:endParaRPr lang="es-ES" sz="1400" dirty="0"/>
        </a:p>
      </dgm:t>
    </dgm:pt>
    <dgm:pt modelId="{0DDD8587-425A-40DF-9CC7-C1DF2876BDB7}" type="parTrans" cxnId="{03473568-52E0-42B2-97ED-E2E1212C33C9}">
      <dgm:prSet/>
      <dgm:spPr/>
      <dgm:t>
        <a:bodyPr/>
        <a:lstStyle/>
        <a:p>
          <a:endParaRPr lang="es-ES" sz="1400"/>
        </a:p>
      </dgm:t>
    </dgm:pt>
    <dgm:pt modelId="{011762EC-BC08-47F9-A756-034D88AAD6F7}" type="sibTrans" cxnId="{03473568-52E0-42B2-97ED-E2E1212C33C9}">
      <dgm:prSet/>
      <dgm:spPr/>
      <dgm:t>
        <a:bodyPr/>
        <a:lstStyle/>
        <a:p>
          <a:endParaRPr lang="es-ES" sz="1400"/>
        </a:p>
      </dgm:t>
    </dgm:pt>
    <dgm:pt modelId="{579EF93E-08A7-4FCA-BFF0-1CBD1D382B98}" type="pres">
      <dgm:prSet presAssocID="{8C927A2F-ECE2-4D06-AE09-445A06CAEEE9}" presName="theList" presStyleCnt="0">
        <dgm:presLayoutVars>
          <dgm:dir/>
          <dgm:animLvl val="lvl"/>
          <dgm:resizeHandles val="exact"/>
        </dgm:presLayoutVars>
      </dgm:prSet>
      <dgm:spPr/>
    </dgm:pt>
    <dgm:pt modelId="{967C5547-DEDD-41DB-B2FE-7239ED666BC4}" type="pres">
      <dgm:prSet presAssocID="{FCD896BB-8175-495D-AF71-FA84A3A214AE}" presName="compNode" presStyleCnt="0"/>
      <dgm:spPr/>
    </dgm:pt>
    <dgm:pt modelId="{0335D814-5C1A-4BDD-AB98-19509F957A1D}" type="pres">
      <dgm:prSet presAssocID="{FCD896BB-8175-495D-AF71-FA84A3A214AE}" presName="aNode" presStyleLbl="bgShp" presStyleIdx="0" presStyleCnt="3"/>
      <dgm:spPr/>
    </dgm:pt>
    <dgm:pt modelId="{0BDD34D7-59E2-4668-9A9E-E8DBB7AB9840}" type="pres">
      <dgm:prSet presAssocID="{FCD896BB-8175-495D-AF71-FA84A3A214AE}" presName="textNode" presStyleLbl="bgShp" presStyleIdx="0" presStyleCnt="3"/>
      <dgm:spPr/>
    </dgm:pt>
    <dgm:pt modelId="{17DA4F68-A40A-47B9-AFD2-9A27FA4E61C8}" type="pres">
      <dgm:prSet presAssocID="{FCD896BB-8175-495D-AF71-FA84A3A214AE}" presName="compChildNode" presStyleCnt="0"/>
      <dgm:spPr/>
    </dgm:pt>
    <dgm:pt modelId="{B019E5CB-1D5A-4169-A549-EE92494F4A96}" type="pres">
      <dgm:prSet presAssocID="{FCD896BB-8175-495D-AF71-FA84A3A214AE}" presName="theInnerList" presStyleCnt="0"/>
      <dgm:spPr/>
    </dgm:pt>
    <dgm:pt modelId="{A950C1B2-5B8B-4CD4-B5A4-4AA2590233ED}" type="pres">
      <dgm:prSet presAssocID="{09A43660-C74E-4513-BF6C-EDC836A5AEDD}" presName="childNode" presStyleLbl="node1" presStyleIdx="0" presStyleCnt="24">
        <dgm:presLayoutVars>
          <dgm:bulletEnabled val="1"/>
        </dgm:presLayoutVars>
      </dgm:prSet>
      <dgm:spPr/>
    </dgm:pt>
    <dgm:pt modelId="{62818EAB-F661-4663-932C-861A03A54D57}" type="pres">
      <dgm:prSet presAssocID="{09A43660-C74E-4513-BF6C-EDC836A5AEDD}" presName="aSpace2" presStyleCnt="0"/>
      <dgm:spPr/>
    </dgm:pt>
    <dgm:pt modelId="{FF5F89AF-E78C-4925-91B0-08B5D7C6E18E}" type="pres">
      <dgm:prSet presAssocID="{314A5D60-4325-43F2-9DF6-3BC6EC80A16B}" presName="childNode" presStyleLbl="node1" presStyleIdx="1" presStyleCnt="24">
        <dgm:presLayoutVars>
          <dgm:bulletEnabled val="1"/>
        </dgm:presLayoutVars>
      </dgm:prSet>
      <dgm:spPr/>
    </dgm:pt>
    <dgm:pt modelId="{D428082F-3398-4F28-B7A6-9576A9B158AE}" type="pres">
      <dgm:prSet presAssocID="{314A5D60-4325-43F2-9DF6-3BC6EC80A16B}" presName="aSpace2" presStyleCnt="0"/>
      <dgm:spPr/>
    </dgm:pt>
    <dgm:pt modelId="{3CC634E7-267B-46CD-8C34-4146108ED6B8}" type="pres">
      <dgm:prSet presAssocID="{889BBED4-3231-43B9-97C9-425D1BB03763}" presName="childNode" presStyleLbl="node1" presStyleIdx="2" presStyleCnt="24">
        <dgm:presLayoutVars>
          <dgm:bulletEnabled val="1"/>
        </dgm:presLayoutVars>
      </dgm:prSet>
      <dgm:spPr/>
    </dgm:pt>
    <dgm:pt modelId="{9C6B4E8B-4389-42B1-AFE1-0686795EE370}" type="pres">
      <dgm:prSet presAssocID="{889BBED4-3231-43B9-97C9-425D1BB03763}" presName="aSpace2" presStyleCnt="0"/>
      <dgm:spPr/>
    </dgm:pt>
    <dgm:pt modelId="{91F32484-3704-4E13-AC82-69A49A5ED111}" type="pres">
      <dgm:prSet presAssocID="{55B4414E-2813-4A2E-BF59-8CE5F2CB7E2E}" presName="childNode" presStyleLbl="node1" presStyleIdx="3" presStyleCnt="24">
        <dgm:presLayoutVars>
          <dgm:bulletEnabled val="1"/>
        </dgm:presLayoutVars>
      </dgm:prSet>
      <dgm:spPr/>
    </dgm:pt>
    <dgm:pt modelId="{C0EAF394-B1EA-44C7-B6F1-1FE94E2EAC6F}" type="pres">
      <dgm:prSet presAssocID="{55B4414E-2813-4A2E-BF59-8CE5F2CB7E2E}" presName="aSpace2" presStyleCnt="0"/>
      <dgm:spPr/>
    </dgm:pt>
    <dgm:pt modelId="{EE5B847A-B8B8-4779-AF1B-360C366EF884}" type="pres">
      <dgm:prSet presAssocID="{F935203A-BAC8-4ABF-9E7D-5ABF93017DC7}" presName="childNode" presStyleLbl="node1" presStyleIdx="4" presStyleCnt="24">
        <dgm:presLayoutVars>
          <dgm:bulletEnabled val="1"/>
        </dgm:presLayoutVars>
      </dgm:prSet>
      <dgm:spPr/>
    </dgm:pt>
    <dgm:pt modelId="{1152EC9B-DE3A-495D-9D19-CF29CB491C02}" type="pres">
      <dgm:prSet presAssocID="{F935203A-BAC8-4ABF-9E7D-5ABF93017DC7}" presName="aSpace2" presStyleCnt="0"/>
      <dgm:spPr/>
    </dgm:pt>
    <dgm:pt modelId="{74C46E0D-D226-4FBF-9317-D7D5EF2BCA35}" type="pres">
      <dgm:prSet presAssocID="{BD5534D1-27AB-4A07-94C9-3923542D122C}" presName="childNode" presStyleLbl="node1" presStyleIdx="5" presStyleCnt="24">
        <dgm:presLayoutVars>
          <dgm:bulletEnabled val="1"/>
        </dgm:presLayoutVars>
      </dgm:prSet>
      <dgm:spPr/>
    </dgm:pt>
    <dgm:pt modelId="{D38B9D0D-92AE-4B2F-9BBD-12D9CF80EE4A}" type="pres">
      <dgm:prSet presAssocID="{BD5534D1-27AB-4A07-94C9-3923542D122C}" presName="aSpace2" presStyleCnt="0"/>
      <dgm:spPr/>
    </dgm:pt>
    <dgm:pt modelId="{6F7F0FB8-B559-4067-A9B1-3122C94D2DB4}" type="pres">
      <dgm:prSet presAssocID="{4776CC56-B10A-4CC4-975F-0CBC94D292D1}" presName="childNode" presStyleLbl="node1" presStyleIdx="6" presStyleCnt="24">
        <dgm:presLayoutVars>
          <dgm:bulletEnabled val="1"/>
        </dgm:presLayoutVars>
      </dgm:prSet>
      <dgm:spPr/>
    </dgm:pt>
    <dgm:pt modelId="{1068AACC-57D6-4A77-8650-37A6F1571B62}" type="pres">
      <dgm:prSet presAssocID="{4776CC56-B10A-4CC4-975F-0CBC94D292D1}" presName="aSpace2" presStyleCnt="0"/>
      <dgm:spPr/>
    </dgm:pt>
    <dgm:pt modelId="{34FB6E24-BC0D-4FBD-A25D-B74A9D0C992D}" type="pres">
      <dgm:prSet presAssocID="{CC63E496-924D-44B8-A5BE-D8951DB800BD}" presName="childNode" presStyleLbl="node1" presStyleIdx="7" presStyleCnt="24">
        <dgm:presLayoutVars>
          <dgm:bulletEnabled val="1"/>
        </dgm:presLayoutVars>
      </dgm:prSet>
      <dgm:spPr/>
    </dgm:pt>
    <dgm:pt modelId="{547E5D9D-C068-4381-B8D9-E091843FFD63}" type="pres">
      <dgm:prSet presAssocID="{CC63E496-924D-44B8-A5BE-D8951DB800BD}" presName="aSpace2" presStyleCnt="0"/>
      <dgm:spPr/>
    </dgm:pt>
    <dgm:pt modelId="{8763B64C-210C-45DA-AED4-71420C816B3F}" type="pres">
      <dgm:prSet presAssocID="{4CD400ED-7EAD-41D3-99B3-DA55B991F6CE}" presName="childNode" presStyleLbl="node1" presStyleIdx="8" presStyleCnt="24">
        <dgm:presLayoutVars>
          <dgm:bulletEnabled val="1"/>
        </dgm:presLayoutVars>
      </dgm:prSet>
      <dgm:spPr/>
    </dgm:pt>
    <dgm:pt modelId="{B59F39E6-5F27-4451-802E-DAFFE58B9552}" type="pres">
      <dgm:prSet presAssocID="{4CD400ED-7EAD-41D3-99B3-DA55B991F6CE}" presName="aSpace2" presStyleCnt="0"/>
      <dgm:spPr/>
    </dgm:pt>
    <dgm:pt modelId="{B3128010-210A-4496-BFCB-5F1C2E7807D1}" type="pres">
      <dgm:prSet presAssocID="{24C9EC75-BDD3-461C-B1D9-8A39023C5A42}" presName="childNode" presStyleLbl="node1" presStyleIdx="9" presStyleCnt="24">
        <dgm:presLayoutVars>
          <dgm:bulletEnabled val="1"/>
        </dgm:presLayoutVars>
      </dgm:prSet>
      <dgm:spPr/>
    </dgm:pt>
    <dgm:pt modelId="{64E61E1C-319D-4775-AA4E-B95FF2410573}" type="pres">
      <dgm:prSet presAssocID="{24C9EC75-BDD3-461C-B1D9-8A39023C5A42}" presName="aSpace2" presStyleCnt="0"/>
      <dgm:spPr/>
    </dgm:pt>
    <dgm:pt modelId="{613726AE-C498-4CF3-8B20-E8CE21B30395}" type="pres">
      <dgm:prSet presAssocID="{88968823-AE0F-4CE4-804B-61B488EE5ACD}" presName="childNode" presStyleLbl="node1" presStyleIdx="10" presStyleCnt="24">
        <dgm:presLayoutVars>
          <dgm:bulletEnabled val="1"/>
        </dgm:presLayoutVars>
      </dgm:prSet>
      <dgm:spPr/>
    </dgm:pt>
    <dgm:pt modelId="{8E134D08-ED60-4AAA-8CCA-AFAA3B870372}" type="pres">
      <dgm:prSet presAssocID="{88968823-AE0F-4CE4-804B-61B488EE5ACD}" presName="aSpace2" presStyleCnt="0"/>
      <dgm:spPr/>
    </dgm:pt>
    <dgm:pt modelId="{7830F8F3-A01B-4667-A56C-0455EEF3C5AC}" type="pres">
      <dgm:prSet presAssocID="{6F0C794A-6A9F-4921-8B34-08DB94E2BEB5}" presName="childNode" presStyleLbl="node1" presStyleIdx="11" presStyleCnt="24">
        <dgm:presLayoutVars>
          <dgm:bulletEnabled val="1"/>
        </dgm:presLayoutVars>
      </dgm:prSet>
      <dgm:spPr/>
    </dgm:pt>
    <dgm:pt modelId="{3C7EBD17-3737-4D68-B1B3-BC8F66DCB744}" type="pres">
      <dgm:prSet presAssocID="{6F0C794A-6A9F-4921-8B34-08DB94E2BEB5}" presName="aSpace2" presStyleCnt="0"/>
      <dgm:spPr/>
    </dgm:pt>
    <dgm:pt modelId="{AE759A74-1D82-44B9-8A51-7CD267093155}" type="pres">
      <dgm:prSet presAssocID="{452F3CAB-34BE-496E-A33B-E5FD31E173AB}" presName="childNode" presStyleLbl="node1" presStyleIdx="12" presStyleCnt="24">
        <dgm:presLayoutVars>
          <dgm:bulletEnabled val="1"/>
        </dgm:presLayoutVars>
      </dgm:prSet>
      <dgm:spPr/>
    </dgm:pt>
    <dgm:pt modelId="{3D44AD6C-50A6-4AC6-8A01-FD58BA77C2D2}" type="pres">
      <dgm:prSet presAssocID="{FCD896BB-8175-495D-AF71-FA84A3A214AE}" presName="aSpace" presStyleCnt="0"/>
      <dgm:spPr/>
    </dgm:pt>
    <dgm:pt modelId="{4E772060-5A4A-47F0-8868-7309F6F13986}" type="pres">
      <dgm:prSet presAssocID="{60D44A83-6BE3-4971-8A8E-0D36C21356AF}" presName="compNode" presStyleCnt="0"/>
      <dgm:spPr/>
    </dgm:pt>
    <dgm:pt modelId="{E7B45E63-7003-4799-ACA1-34F67D2F24C6}" type="pres">
      <dgm:prSet presAssocID="{60D44A83-6BE3-4971-8A8E-0D36C21356AF}" presName="aNode" presStyleLbl="bgShp" presStyleIdx="1" presStyleCnt="3"/>
      <dgm:spPr/>
    </dgm:pt>
    <dgm:pt modelId="{C2A22511-0C43-490E-847A-0C32953A6CA1}" type="pres">
      <dgm:prSet presAssocID="{60D44A83-6BE3-4971-8A8E-0D36C21356AF}" presName="textNode" presStyleLbl="bgShp" presStyleIdx="1" presStyleCnt="3"/>
      <dgm:spPr/>
    </dgm:pt>
    <dgm:pt modelId="{6443A1A3-EAAD-4CCF-87CD-EEE3336E46BE}" type="pres">
      <dgm:prSet presAssocID="{60D44A83-6BE3-4971-8A8E-0D36C21356AF}" presName="compChildNode" presStyleCnt="0"/>
      <dgm:spPr/>
    </dgm:pt>
    <dgm:pt modelId="{9B6C99C0-1B5E-4546-A875-AC6934BE0040}" type="pres">
      <dgm:prSet presAssocID="{60D44A83-6BE3-4971-8A8E-0D36C21356AF}" presName="theInnerList" presStyleCnt="0"/>
      <dgm:spPr/>
    </dgm:pt>
    <dgm:pt modelId="{F7EA60F5-6D05-41E8-B0D5-3529CE3E7485}" type="pres">
      <dgm:prSet presAssocID="{F52D70C0-DBA7-455A-9027-999CCA2B96A4}" presName="childNode" presStyleLbl="node1" presStyleIdx="13" presStyleCnt="24">
        <dgm:presLayoutVars>
          <dgm:bulletEnabled val="1"/>
        </dgm:presLayoutVars>
      </dgm:prSet>
      <dgm:spPr/>
    </dgm:pt>
    <dgm:pt modelId="{C2B8A0B3-BCA8-4C69-AE9B-E8AB0A222FF8}" type="pres">
      <dgm:prSet presAssocID="{F52D70C0-DBA7-455A-9027-999CCA2B96A4}" presName="aSpace2" presStyleCnt="0"/>
      <dgm:spPr/>
    </dgm:pt>
    <dgm:pt modelId="{448D2927-381E-49B2-BBD1-03FC70641DD7}" type="pres">
      <dgm:prSet presAssocID="{FA05CA54-38F0-4FF8-89E8-680DDE347693}" presName="childNode" presStyleLbl="node1" presStyleIdx="14" presStyleCnt="24">
        <dgm:presLayoutVars>
          <dgm:bulletEnabled val="1"/>
        </dgm:presLayoutVars>
      </dgm:prSet>
      <dgm:spPr/>
    </dgm:pt>
    <dgm:pt modelId="{119B62E2-A078-4061-B01B-0771E6E0E59F}" type="pres">
      <dgm:prSet presAssocID="{FA05CA54-38F0-4FF8-89E8-680DDE347693}" presName="aSpace2" presStyleCnt="0"/>
      <dgm:spPr/>
    </dgm:pt>
    <dgm:pt modelId="{C0C8EDA7-C6AB-4F7E-B1C5-EBA2D2FBE05F}" type="pres">
      <dgm:prSet presAssocID="{FFDB3B55-A7C3-4F27-A642-9A1A07A29CB0}" presName="childNode" presStyleLbl="node1" presStyleIdx="15" presStyleCnt="24">
        <dgm:presLayoutVars>
          <dgm:bulletEnabled val="1"/>
        </dgm:presLayoutVars>
      </dgm:prSet>
      <dgm:spPr/>
    </dgm:pt>
    <dgm:pt modelId="{F4055E40-3847-42EB-87AB-6B5C3135A1BC}" type="pres">
      <dgm:prSet presAssocID="{FFDB3B55-A7C3-4F27-A642-9A1A07A29CB0}" presName="aSpace2" presStyleCnt="0"/>
      <dgm:spPr/>
    </dgm:pt>
    <dgm:pt modelId="{00829470-B2DF-4800-8946-586564A1306C}" type="pres">
      <dgm:prSet presAssocID="{60B58B09-F464-4761-AE55-94008142B380}" presName="childNode" presStyleLbl="node1" presStyleIdx="16" presStyleCnt="24">
        <dgm:presLayoutVars>
          <dgm:bulletEnabled val="1"/>
        </dgm:presLayoutVars>
      </dgm:prSet>
      <dgm:spPr/>
    </dgm:pt>
    <dgm:pt modelId="{1B06A6FC-5859-4685-926D-49F0367C838B}" type="pres">
      <dgm:prSet presAssocID="{60B58B09-F464-4761-AE55-94008142B380}" presName="aSpace2" presStyleCnt="0"/>
      <dgm:spPr/>
    </dgm:pt>
    <dgm:pt modelId="{AF0C4B36-36E1-4C90-912A-BBCDCB42DC1F}" type="pres">
      <dgm:prSet presAssocID="{0844D5DC-9D3E-4A00-9C96-39456125745C}" presName="childNode" presStyleLbl="node1" presStyleIdx="17" presStyleCnt="24">
        <dgm:presLayoutVars>
          <dgm:bulletEnabled val="1"/>
        </dgm:presLayoutVars>
      </dgm:prSet>
      <dgm:spPr/>
    </dgm:pt>
    <dgm:pt modelId="{D72F2BFA-B329-4026-84B6-2383292161F2}" type="pres">
      <dgm:prSet presAssocID="{60D44A83-6BE3-4971-8A8E-0D36C21356AF}" presName="aSpace" presStyleCnt="0"/>
      <dgm:spPr/>
    </dgm:pt>
    <dgm:pt modelId="{232B2F0E-5E91-447D-81CB-F799C734B166}" type="pres">
      <dgm:prSet presAssocID="{10B4ECA2-64B9-4BF7-B665-90E6A48407F0}" presName="compNode" presStyleCnt="0"/>
      <dgm:spPr/>
    </dgm:pt>
    <dgm:pt modelId="{530D5BB4-3F86-4B27-B8D6-D0D46D47EE3B}" type="pres">
      <dgm:prSet presAssocID="{10B4ECA2-64B9-4BF7-B665-90E6A48407F0}" presName="aNode" presStyleLbl="bgShp" presStyleIdx="2" presStyleCnt="3"/>
      <dgm:spPr/>
    </dgm:pt>
    <dgm:pt modelId="{F6BA4E7F-766E-4180-BF18-B9ECC51B424B}" type="pres">
      <dgm:prSet presAssocID="{10B4ECA2-64B9-4BF7-B665-90E6A48407F0}" presName="textNode" presStyleLbl="bgShp" presStyleIdx="2" presStyleCnt="3"/>
      <dgm:spPr/>
    </dgm:pt>
    <dgm:pt modelId="{5293B071-913A-47F1-A85D-8ED5CFE6903A}" type="pres">
      <dgm:prSet presAssocID="{10B4ECA2-64B9-4BF7-B665-90E6A48407F0}" presName="compChildNode" presStyleCnt="0"/>
      <dgm:spPr/>
    </dgm:pt>
    <dgm:pt modelId="{B8227A25-7FA0-4F80-8BF9-640F0B044E6E}" type="pres">
      <dgm:prSet presAssocID="{10B4ECA2-64B9-4BF7-B665-90E6A48407F0}" presName="theInnerList" presStyleCnt="0"/>
      <dgm:spPr/>
    </dgm:pt>
    <dgm:pt modelId="{979B9D97-71D8-47E3-8B55-333B01DC6546}" type="pres">
      <dgm:prSet presAssocID="{8DFF1FF0-9613-4D4E-A773-308AB2606471}" presName="childNode" presStyleLbl="node1" presStyleIdx="18" presStyleCnt="24">
        <dgm:presLayoutVars>
          <dgm:bulletEnabled val="1"/>
        </dgm:presLayoutVars>
      </dgm:prSet>
      <dgm:spPr/>
    </dgm:pt>
    <dgm:pt modelId="{156ED770-9CA2-4547-BAD3-386522D37E14}" type="pres">
      <dgm:prSet presAssocID="{8DFF1FF0-9613-4D4E-A773-308AB2606471}" presName="aSpace2" presStyleCnt="0"/>
      <dgm:spPr/>
    </dgm:pt>
    <dgm:pt modelId="{202D4DFA-ED71-4C2B-8266-FCA29E4F8221}" type="pres">
      <dgm:prSet presAssocID="{7369C811-9FE9-4E59-BCAE-D23507B96595}" presName="childNode" presStyleLbl="node1" presStyleIdx="19" presStyleCnt="24">
        <dgm:presLayoutVars>
          <dgm:bulletEnabled val="1"/>
        </dgm:presLayoutVars>
      </dgm:prSet>
      <dgm:spPr/>
    </dgm:pt>
    <dgm:pt modelId="{F30C673E-CDD4-4CBC-AEF7-04262C6C0755}" type="pres">
      <dgm:prSet presAssocID="{7369C811-9FE9-4E59-BCAE-D23507B96595}" presName="aSpace2" presStyleCnt="0"/>
      <dgm:spPr/>
    </dgm:pt>
    <dgm:pt modelId="{D4EB34C1-48C6-4C29-B457-3FA628C0540F}" type="pres">
      <dgm:prSet presAssocID="{5CBB82AD-5B2C-46FF-A23E-9A34BDA9E654}" presName="childNode" presStyleLbl="node1" presStyleIdx="20" presStyleCnt="24">
        <dgm:presLayoutVars>
          <dgm:bulletEnabled val="1"/>
        </dgm:presLayoutVars>
      </dgm:prSet>
      <dgm:spPr/>
    </dgm:pt>
    <dgm:pt modelId="{95768C9F-9A9E-4FBA-A3F0-EC7EE6CEC879}" type="pres">
      <dgm:prSet presAssocID="{5CBB82AD-5B2C-46FF-A23E-9A34BDA9E654}" presName="aSpace2" presStyleCnt="0"/>
      <dgm:spPr/>
    </dgm:pt>
    <dgm:pt modelId="{85867156-37DF-4C5F-A5C1-6DCA9095E703}" type="pres">
      <dgm:prSet presAssocID="{553F2522-D5D0-4F5A-97A7-26435D9390C6}" presName="childNode" presStyleLbl="node1" presStyleIdx="21" presStyleCnt="24">
        <dgm:presLayoutVars>
          <dgm:bulletEnabled val="1"/>
        </dgm:presLayoutVars>
      </dgm:prSet>
      <dgm:spPr/>
    </dgm:pt>
    <dgm:pt modelId="{830447E4-658E-41DD-B596-AB890627C427}" type="pres">
      <dgm:prSet presAssocID="{553F2522-D5D0-4F5A-97A7-26435D9390C6}" presName="aSpace2" presStyleCnt="0"/>
      <dgm:spPr/>
    </dgm:pt>
    <dgm:pt modelId="{D5C6CDB4-3DA0-41DC-8C0E-7A7A661BEDBC}" type="pres">
      <dgm:prSet presAssocID="{C216963E-BD49-4832-BE6A-EE8F81888DB4}" presName="childNode" presStyleLbl="node1" presStyleIdx="22" presStyleCnt="24">
        <dgm:presLayoutVars>
          <dgm:bulletEnabled val="1"/>
        </dgm:presLayoutVars>
      </dgm:prSet>
      <dgm:spPr/>
    </dgm:pt>
    <dgm:pt modelId="{88E7C34A-5316-426F-A195-64EBAD2599F4}" type="pres">
      <dgm:prSet presAssocID="{C216963E-BD49-4832-BE6A-EE8F81888DB4}" presName="aSpace2" presStyleCnt="0"/>
      <dgm:spPr/>
    </dgm:pt>
    <dgm:pt modelId="{894C3216-1E6C-4E58-A628-78F72E1AD8D9}" type="pres">
      <dgm:prSet presAssocID="{4F12A455-89A4-4AAB-BD1A-6687D185D75E}" presName="childNode" presStyleLbl="node1" presStyleIdx="23" presStyleCnt="24">
        <dgm:presLayoutVars>
          <dgm:bulletEnabled val="1"/>
        </dgm:presLayoutVars>
      </dgm:prSet>
      <dgm:spPr/>
    </dgm:pt>
  </dgm:ptLst>
  <dgm:cxnLst>
    <dgm:cxn modelId="{B3BD9944-B63C-4973-9F65-9D374B56E8B1}" srcId="{FCD896BB-8175-495D-AF71-FA84A3A214AE}" destId="{6F0C794A-6A9F-4921-8B34-08DB94E2BEB5}" srcOrd="11" destOrd="0" parTransId="{E2A6D88E-D9F0-434E-AF10-40F81E85DD5C}" sibTransId="{569FA274-D4D4-4620-BB22-00652C412145}"/>
    <dgm:cxn modelId="{BC9C42B5-5B78-41BC-B950-2E722D89ED33}" srcId="{FCD896BB-8175-495D-AF71-FA84A3A214AE}" destId="{452F3CAB-34BE-496E-A33B-E5FD31E173AB}" srcOrd="12" destOrd="0" parTransId="{8DAFD5F9-08E2-4DD6-9256-FFD1A1A97867}" sibTransId="{9DC64DC7-4A95-4AD5-B011-C9776C63F9B2}"/>
    <dgm:cxn modelId="{FD0B7AFA-6C3E-432E-9F23-3DBFD3B8A4F4}" srcId="{60D44A83-6BE3-4971-8A8E-0D36C21356AF}" destId="{FFDB3B55-A7C3-4F27-A642-9A1A07A29CB0}" srcOrd="2" destOrd="0" parTransId="{11D6C804-22C7-4F19-8828-67A31330DCE9}" sibTransId="{23CEEE3D-F3C2-49FC-93B2-994C8A5F1A1B}"/>
    <dgm:cxn modelId="{8BFCBB0F-7F07-49E9-9147-D190DD038EFB}" srcId="{8C927A2F-ECE2-4D06-AE09-445A06CAEEE9}" destId="{10B4ECA2-64B9-4BF7-B665-90E6A48407F0}" srcOrd="2" destOrd="0" parTransId="{F00BC57C-FA2E-405A-92F5-2FDD37F4EF2A}" sibTransId="{310F9987-6E79-4162-8A43-0A98847826BB}"/>
    <dgm:cxn modelId="{9BF6AFC8-425D-4CD5-996C-FD6C44D20845}" srcId="{60D44A83-6BE3-4971-8A8E-0D36C21356AF}" destId="{F52D70C0-DBA7-455A-9027-999CCA2B96A4}" srcOrd="0" destOrd="0" parTransId="{71BF6289-4828-4D51-B713-858AEC0CE9C6}" sibTransId="{1F5990D8-C3DF-4239-9E60-9C07CD6F2717}"/>
    <dgm:cxn modelId="{03473568-52E0-42B2-97ED-E2E1212C33C9}" srcId="{10B4ECA2-64B9-4BF7-B665-90E6A48407F0}" destId="{4F12A455-89A4-4AAB-BD1A-6687D185D75E}" srcOrd="5" destOrd="0" parTransId="{0DDD8587-425A-40DF-9CC7-C1DF2876BDB7}" sibTransId="{011762EC-BC08-47F9-A756-034D88AAD6F7}"/>
    <dgm:cxn modelId="{B67620DD-ABA2-4020-BD51-E276B47DB133}" srcId="{FCD896BB-8175-495D-AF71-FA84A3A214AE}" destId="{24C9EC75-BDD3-461C-B1D9-8A39023C5A42}" srcOrd="9" destOrd="0" parTransId="{BFE2B9C7-FEE2-43AE-8980-A60D7A376061}" sibTransId="{C66AA9CC-286C-4AB1-9F47-D92527F9FCE3}"/>
    <dgm:cxn modelId="{9E91C937-1A03-4064-9343-172AEFF88CAA}" type="presOf" srcId="{889BBED4-3231-43B9-97C9-425D1BB03763}" destId="{3CC634E7-267B-46CD-8C34-4146108ED6B8}" srcOrd="0" destOrd="0" presId="urn:microsoft.com/office/officeart/2005/8/layout/lProcess2"/>
    <dgm:cxn modelId="{18038E4F-5E11-4760-9E68-6666B92EE1B3}" srcId="{10B4ECA2-64B9-4BF7-B665-90E6A48407F0}" destId="{C216963E-BD49-4832-BE6A-EE8F81888DB4}" srcOrd="4" destOrd="0" parTransId="{D612BBFE-8415-47F5-9E55-3C090DAA5553}" sibTransId="{8EBA1F2F-FFB8-40F0-8FB8-DF460F02A416}"/>
    <dgm:cxn modelId="{750C080C-16B2-4D01-ACDE-5F1C7FFBFC07}" type="presOf" srcId="{553F2522-D5D0-4F5A-97A7-26435D9390C6}" destId="{85867156-37DF-4C5F-A5C1-6DCA9095E703}" srcOrd="0" destOrd="0" presId="urn:microsoft.com/office/officeart/2005/8/layout/lProcess2"/>
    <dgm:cxn modelId="{4ED425B5-C936-4BD5-A221-17EE63BDEC45}" srcId="{10B4ECA2-64B9-4BF7-B665-90E6A48407F0}" destId="{7369C811-9FE9-4E59-BCAE-D23507B96595}" srcOrd="1" destOrd="0" parTransId="{402469C1-A69E-4B10-B62B-4ED4D2971276}" sibTransId="{1F8C6C6D-1075-40F0-B30C-E45DF2E4A3D6}"/>
    <dgm:cxn modelId="{75A846E1-A4B5-47DE-8DF4-D353AACF5346}" type="presOf" srcId="{8C927A2F-ECE2-4D06-AE09-445A06CAEEE9}" destId="{579EF93E-08A7-4FCA-BFF0-1CBD1D382B98}" srcOrd="0" destOrd="0" presId="urn:microsoft.com/office/officeart/2005/8/layout/lProcess2"/>
    <dgm:cxn modelId="{C97FADB8-760A-4CF4-97EC-5E038B9990B8}" srcId="{FCD896BB-8175-495D-AF71-FA84A3A214AE}" destId="{88968823-AE0F-4CE4-804B-61B488EE5ACD}" srcOrd="10" destOrd="0" parTransId="{75DAEECA-603A-4081-9DB3-6E4A298B03EF}" sibTransId="{BD0FE9AF-125D-45E5-BA30-B85DD71D5FC0}"/>
    <dgm:cxn modelId="{E7719273-9060-4901-9E5B-A40209ADE457}" type="presOf" srcId="{6F0C794A-6A9F-4921-8B34-08DB94E2BEB5}" destId="{7830F8F3-A01B-4667-A56C-0455EEF3C5AC}" srcOrd="0" destOrd="0" presId="urn:microsoft.com/office/officeart/2005/8/layout/lProcess2"/>
    <dgm:cxn modelId="{30548928-74B3-4A46-A60F-E0DDFF1695EA}" type="presOf" srcId="{452F3CAB-34BE-496E-A33B-E5FD31E173AB}" destId="{AE759A74-1D82-44B9-8A51-7CD267093155}" srcOrd="0" destOrd="0" presId="urn:microsoft.com/office/officeart/2005/8/layout/lProcess2"/>
    <dgm:cxn modelId="{C87F924C-B4AA-4A58-8BC4-C703AF3E2B22}" srcId="{FCD896BB-8175-495D-AF71-FA84A3A214AE}" destId="{314A5D60-4325-43F2-9DF6-3BC6EC80A16B}" srcOrd="1" destOrd="0" parTransId="{6EB1EDF1-7E14-4CD8-8D94-93D3A95ACF7F}" sibTransId="{0B12451B-2473-4C0F-9596-AB9ED4524EF7}"/>
    <dgm:cxn modelId="{71857E17-DB95-4081-9AFC-C2CD1B9C3F9B}" srcId="{FCD896BB-8175-495D-AF71-FA84A3A214AE}" destId="{889BBED4-3231-43B9-97C9-425D1BB03763}" srcOrd="2" destOrd="0" parTransId="{97B1C603-1EEC-482B-B346-66E2A91C7591}" sibTransId="{8CA827CB-D16F-48C2-BF00-E98C991547F8}"/>
    <dgm:cxn modelId="{6882308C-3D2D-43D3-AFCB-0931F9CFA77E}" srcId="{FCD896BB-8175-495D-AF71-FA84A3A214AE}" destId="{09A43660-C74E-4513-BF6C-EDC836A5AEDD}" srcOrd="0" destOrd="0" parTransId="{EE79532E-B520-445D-B594-F04E3DF5084D}" sibTransId="{2BD6F799-5DAD-489B-8951-B3B86CB30D04}"/>
    <dgm:cxn modelId="{287690D8-FB8F-4629-9783-523A21EFB641}" type="presOf" srcId="{60B58B09-F464-4761-AE55-94008142B380}" destId="{00829470-B2DF-4800-8946-586564A1306C}" srcOrd="0" destOrd="0" presId="urn:microsoft.com/office/officeart/2005/8/layout/lProcess2"/>
    <dgm:cxn modelId="{5A430055-5822-4E78-BEA0-9F5C43078013}" srcId="{10B4ECA2-64B9-4BF7-B665-90E6A48407F0}" destId="{553F2522-D5D0-4F5A-97A7-26435D9390C6}" srcOrd="3" destOrd="0" parTransId="{01FE2C78-FC9A-40DE-8474-63D9C8C357CA}" sibTransId="{14A5F7CE-4119-478B-A4B5-2151BE23BA60}"/>
    <dgm:cxn modelId="{10B611B2-9F0D-4E25-BDFC-F7FC079346D7}" srcId="{FCD896BB-8175-495D-AF71-FA84A3A214AE}" destId="{55B4414E-2813-4A2E-BF59-8CE5F2CB7E2E}" srcOrd="3" destOrd="0" parTransId="{16DABA70-D03A-4D4D-8583-DCECA5F5864A}" sibTransId="{E4C2CAA3-5B8D-4428-AF2C-A9450F7E41FA}"/>
    <dgm:cxn modelId="{9881B868-2508-4063-B20C-CD307BE48A93}" type="presOf" srcId="{60D44A83-6BE3-4971-8A8E-0D36C21356AF}" destId="{E7B45E63-7003-4799-ACA1-34F67D2F24C6}" srcOrd="0" destOrd="0" presId="urn:microsoft.com/office/officeart/2005/8/layout/lProcess2"/>
    <dgm:cxn modelId="{B6C57DDF-F77F-4045-A8CE-42CCA993B567}" type="presOf" srcId="{0844D5DC-9D3E-4A00-9C96-39456125745C}" destId="{AF0C4B36-36E1-4C90-912A-BBCDCB42DC1F}" srcOrd="0" destOrd="0" presId="urn:microsoft.com/office/officeart/2005/8/layout/lProcess2"/>
    <dgm:cxn modelId="{9ACF3FC0-B795-43F8-AD3F-19A8E0443990}" srcId="{FCD896BB-8175-495D-AF71-FA84A3A214AE}" destId="{BD5534D1-27AB-4A07-94C9-3923542D122C}" srcOrd="5" destOrd="0" parTransId="{B65666AB-2697-45E9-A1F3-356073985906}" sibTransId="{F3327EC4-F3BD-4DF1-94A9-01A4CB6DB18A}"/>
    <dgm:cxn modelId="{6DBE4CE5-EF4A-4472-AB47-854EDFCBC517}" srcId="{8C927A2F-ECE2-4D06-AE09-445A06CAEEE9}" destId="{FCD896BB-8175-495D-AF71-FA84A3A214AE}" srcOrd="0" destOrd="0" parTransId="{912DAA8C-15E4-4510-8F9B-C0795FD98C11}" sibTransId="{550BC1A1-C627-4B39-8C99-92A59F109FA2}"/>
    <dgm:cxn modelId="{B1A077CC-FE2E-49D8-93DE-5EB48BB41213}" srcId="{FCD896BB-8175-495D-AF71-FA84A3A214AE}" destId="{F935203A-BAC8-4ABF-9E7D-5ABF93017DC7}" srcOrd="4" destOrd="0" parTransId="{DBC3A76E-484D-4039-9D67-98E459541B0C}" sibTransId="{13FD5CEC-177D-40DC-9BB8-646892DD64CD}"/>
    <dgm:cxn modelId="{36E89040-2B3D-46BF-9C8C-AF3A40790600}" type="presOf" srcId="{10B4ECA2-64B9-4BF7-B665-90E6A48407F0}" destId="{530D5BB4-3F86-4B27-B8D6-D0D46D47EE3B}" srcOrd="0" destOrd="0" presId="urn:microsoft.com/office/officeart/2005/8/layout/lProcess2"/>
    <dgm:cxn modelId="{BE1017B0-F57E-48CF-A94C-C07AE0B20CFD}" type="presOf" srcId="{FA05CA54-38F0-4FF8-89E8-680DDE347693}" destId="{448D2927-381E-49B2-BBD1-03FC70641DD7}" srcOrd="0" destOrd="0" presId="urn:microsoft.com/office/officeart/2005/8/layout/lProcess2"/>
    <dgm:cxn modelId="{104152C2-13C6-4ACE-918E-EEDFE9B81E3C}" srcId="{FCD896BB-8175-495D-AF71-FA84A3A214AE}" destId="{CC63E496-924D-44B8-A5BE-D8951DB800BD}" srcOrd="7" destOrd="0" parTransId="{55F6AD9D-B354-44FE-A5EA-5A548CAEE1DF}" sibTransId="{C6E34F41-CD74-4918-ADFC-4D161146E46A}"/>
    <dgm:cxn modelId="{298F4594-EE0A-4188-82B7-CC09F6931482}" type="presOf" srcId="{09A43660-C74E-4513-BF6C-EDC836A5AEDD}" destId="{A950C1B2-5B8B-4CD4-B5A4-4AA2590233ED}" srcOrd="0" destOrd="0" presId="urn:microsoft.com/office/officeart/2005/8/layout/lProcess2"/>
    <dgm:cxn modelId="{91C2CB85-3A1E-4335-8CBC-6A0AA70A3485}" type="presOf" srcId="{4776CC56-B10A-4CC4-975F-0CBC94D292D1}" destId="{6F7F0FB8-B559-4067-A9B1-3122C94D2DB4}" srcOrd="0" destOrd="0" presId="urn:microsoft.com/office/officeart/2005/8/layout/lProcess2"/>
    <dgm:cxn modelId="{CDF2FC59-2BCD-4DA1-95DE-57562DC7374F}" srcId="{FCD896BB-8175-495D-AF71-FA84A3A214AE}" destId="{4776CC56-B10A-4CC4-975F-0CBC94D292D1}" srcOrd="6" destOrd="0" parTransId="{D036BBEA-7BE2-47C8-BD55-8B2CB5954D3E}" sibTransId="{B3C1300F-8057-43CA-B791-DF40B2091D28}"/>
    <dgm:cxn modelId="{62CC23BC-5785-4A88-A58A-A90F11A03241}" srcId="{60D44A83-6BE3-4971-8A8E-0D36C21356AF}" destId="{60B58B09-F464-4761-AE55-94008142B380}" srcOrd="3" destOrd="0" parTransId="{8A9186A1-B1FF-4FCD-AD64-3D26559CABA2}" sibTransId="{CB75886D-003B-4D2F-9C87-1BDEE2AB6347}"/>
    <dgm:cxn modelId="{88569215-1D4A-4BCF-A74E-5A88F3403C1F}" type="presOf" srcId="{24C9EC75-BDD3-461C-B1D9-8A39023C5A42}" destId="{B3128010-210A-4496-BFCB-5F1C2E7807D1}" srcOrd="0" destOrd="0" presId="urn:microsoft.com/office/officeart/2005/8/layout/lProcess2"/>
    <dgm:cxn modelId="{0C2D3DA2-1380-4D8C-992B-851B19897226}" type="presOf" srcId="{FFDB3B55-A7C3-4F27-A642-9A1A07A29CB0}" destId="{C0C8EDA7-C6AB-4F7E-B1C5-EBA2D2FBE05F}" srcOrd="0" destOrd="0" presId="urn:microsoft.com/office/officeart/2005/8/layout/lProcess2"/>
    <dgm:cxn modelId="{5A47BF64-20F7-4EB4-8AF7-B0723D3AEB5F}" srcId="{60D44A83-6BE3-4971-8A8E-0D36C21356AF}" destId="{0844D5DC-9D3E-4A00-9C96-39456125745C}" srcOrd="4" destOrd="0" parTransId="{29D72AD1-FFC9-47F4-A3EE-A4529F8DDFDA}" sibTransId="{7BEBB957-FC20-4575-BCB3-003C7EDB9C41}"/>
    <dgm:cxn modelId="{BF5B0B56-5A26-4F45-91D0-60885CDF9B73}" type="presOf" srcId="{60D44A83-6BE3-4971-8A8E-0D36C21356AF}" destId="{C2A22511-0C43-490E-847A-0C32953A6CA1}" srcOrd="1" destOrd="0" presId="urn:microsoft.com/office/officeart/2005/8/layout/lProcess2"/>
    <dgm:cxn modelId="{14DC25F8-F8EE-4222-A21F-E919A1F14E83}" type="presOf" srcId="{CC63E496-924D-44B8-A5BE-D8951DB800BD}" destId="{34FB6E24-BC0D-4FBD-A25D-B74A9D0C992D}" srcOrd="0" destOrd="0" presId="urn:microsoft.com/office/officeart/2005/8/layout/lProcess2"/>
    <dgm:cxn modelId="{CF2001A8-53C3-4084-B322-1359A42C8C25}" type="presOf" srcId="{F52D70C0-DBA7-455A-9027-999CCA2B96A4}" destId="{F7EA60F5-6D05-41E8-B0D5-3529CE3E7485}" srcOrd="0" destOrd="0" presId="urn:microsoft.com/office/officeart/2005/8/layout/lProcess2"/>
    <dgm:cxn modelId="{3AEF7C1D-B403-46BC-A268-86A5B8AD07E3}" type="presOf" srcId="{C216963E-BD49-4832-BE6A-EE8F81888DB4}" destId="{D5C6CDB4-3DA0-41DC-8C0E-7A7A661BEDBC}" srcOrd="0" destOrd="0" presId="urn:microsoft.com/office/officeart/2005/8/layout/lProcess2"/>
    <dgm:cxn modelId="{DF3CCE8E-E0F7-4D78-BDBE-5A62C233659E}" srcId="{60D44A83-6BE3-4971-8A8E-0D36C21356AF}" destId="{FA05CA54-38F0-4FF8-89E8-680DDE347693}" srcOrd="1" destOrd="0" parTransId="{5B7B42F6-CD36-435F-912F-BE5564717858}" sibTransId="{1A122854-E9EB-4EB5-92F0-15406926050F}"/>
    <dgm:cxn modelId="{B35E7ACC-3F35-438F-8802-BA4623D81B2E}" type="presOf" srcId="{4CD400ED-7EAD-41D3-99B3-DA55B991F6CE}" destId="{8763B64C-210C-45DA-AED4-71420C816B3F}" srcOrd="0" destOrd="0" presId="urn:microsoft.com/office/officeart/2005/8/layout/lProcess2"/>
    <dgm:cxn modelId="{71187261-E14B-4BC6-87C2-00B9C825E761}" type="presOf" srcId="{88968823-AE0F-4CE4-804B-61B488EE5ACD}" destId="{613726AE-C498-4CF3-8B20-E8CE21B30395}" srcOrd="0" destOrd="0" presId="urn:microsoft.com/office/officeart/2005/8/layout/lProcess2"/>
    <dgm:cxn modelId="{984D4CC9-8D49-4C71-B4F6-15155A85BCA3}" type="presOf" srcId="{10B4ECA2-64B9-4BF7-B665-90E6A48407F0}" destId="{F6BA4E7F-766E-4180-BF18-B9ECC51B424B}" srcOrd="1" destOrd="0" presId="urn:microsoft.com/office/officeart/2005/8/layout/lProcess2"/>
    <dgm:cxn modelId="{C9FFB0AD-E738-49B5-91F0-024E875FB342}" type="presOf" srcId="{5CBB82AD-5B2C-46FF-A23E-9A34BDA9E654}" destId="{D4EB34C1-48C6-4C29-B457-3FA628C0540F}" srcOrd="0" destOrd="0" presId="urn:microsoft.com/office/officeart/2005/8/layout/lProcess2"/>
    <dgm:cxn modelId="{8EEA28ED-0548-4658-B0FB-B4CAF5A7451F}" srcId="{8C927A2F-ECE2-4D06-AE09-445A06CAEEE9}" destId="{60D44A83-6BE3-4971-8A8E-0D36C21356AF}" srcOrd="1" destOrd="0" parTransId="{42263634-73AD-46C5-B424-208F68E90196}" sibTransId="{F5505BA2-2238-4562-B87A-1D3CD41B2782}"/>
    <dgm:cxn modelId="{DA70AA72-6126-42C1-A475-9445F8B10D9E}" type="presOf" srcId="{F935203A-BAC8-4ABF-9E7D-5ABF93017DC7}" destId="{EE5B847A-B8B8-4779-AF1B-360C366EF884}" srcOrd="0" destOrd="0" presId="urn:microsoft.com/office/officeart/2005/8/layout/lProcess2"/>
    <dgm:cxn modelId="{230B4460-B529-4E4E-AFBA-0E4E2EBF8326}" type="presOf" srcId="{55B4414E-2813-4A2E-BF59-8CE5F2CB7E2E}" destId="{91F32484-3704-4E13-AC82-69A49A5ED111}" srcOrd="0" destOrd="0" presId="urn:microsoft.com/office/officeart/2005/8/layout/lProcess2"/>
    <dgm:cxn modelId="{E139D18B-F362-476A-984F-482888F188A6}" type="presOf" srcId="{BD5534D1-27AB-4A07-94C9-3923542D122C}" destId="{74C46E0D-D226-4FBF-9317-D7D5EF2BCA35}" srcOrd="0" destOrd="0" presId="urn:microsoft.com/office/officeart/2005/8/layout/lProcess2"/>
    <dgm:cxn modelId="{F3E3F172-BE41-4793-B840-5B5CAB141F3A}" type="presOf" srcId="{7369C811-9FE9-4E59-BCAE-D23507B96595}" destId="{202D4DFA-ED71-4C2B-8266-FCA29E4F8221}" srcOrd="0" destOrd="0" presId="urn:microsoft.com/office/officeart/2005/8/layout/lProcess2"/>
    <dgm:cxn modelId="{2AD794E0-3E2E-4858-BD0A-282354850E6D}" type="presOf" srcId="{8DFF1FF0-9613-4D4E-A773-308AB2606471}" destId="{979B9D97-71D8-47E3-8B55-333B01DC6546}" srcOrd="0" destOrd="0" presId="urn:microsoft.com/office/officeart/2005/8/layout/lProcess2"/>
    <dgm:cxn modelId="{0B598362-C03B-4C73-ADB7-EF05DEE63355}" type="presOf" srcId="{FCD896BB-8175-495D-AF71-FA84A3A214AE}" destId="{0BDD34D7-59E2-4668-9A9E-E8DBB7AB9840}" srcOrd="1" destOrd="0" presId="urn:microsoft.com/office/officeart/2005/8/layout/lProcess2"/>
    <dgm:cxn modelId="{AF124C89-46BB-4F1C-9570-EBF493B8BD98}" srcId="{10B4ECA2-64B9-4BF7-B665-90E6A48407F0}" destId="{8DFF1FF0-9613-4D4E-A773-308AB2606471}" srcOrd="0" destOrd="0" parTransId="{00C43F62-05DF-4074-B321-87C5FA6B2E14}" sibTransId="{A039AEEF-CAEA-43DA-96D0-C7B66423C552}"/>
    <dgm:cxn modelId="{2B3EB432-2E91-46BA-B783-DD01087675E5}" srcId="{FCD896BB-8175-495D-AF71-FA84A3A214AE}" destId="{4CD400ED-7EAD-41D3-99B3-DA55B991F6CE}" srcOrd="8" destOrd="0" parTransId="{DB695D76-98D7-42C8-843A-E426D2666BFE}" sibTransId="{AF78B7E0-97C1-4E3F-9FA6-0431C4D7C25D}"/>
    <dgm:cxn modelId="{DE3F7DAF-5364-4E72-A14D-2C23DA6B4F72}" type="presOf" srcId="{314A5D60-4325-43F2-9DF6-3BC6EC80A16B}" destId="{FF5F89AF-E78C-4925-91B0-08B5D7C6E18E}" srcOrd="0" destOrd="0" presId="urn:microsoft.com/office/officeart/2005/8/layout/lProcess2"/>
    <dgm:cxn modelId="{673530EB-0870-4D7F-B7D2-EDFB58C55681}" type="presOf" srcId="{4F12A455-89A4-4AAB-BD1A-6687D185D75E}" destId="{894C3216-1E6C-4E58-A628-78F72E1AD8D9}" srcOrd="0" destOrd="0" presId="urn:microsoft.com/office/officeart/2005/8/layout/lProcess2"/>
    <dgm:cxn modelId="{D9337DEA-51EF-46AE-934D-4F787AF9535B}" type="presOf" srcId="{FCD896BB-8175-495D-AF71-FA84A3A214AE}" destId="{0335D814-5C1A-4BDD-AB98-19509F957A1D}" srcOrd="0" destOrd="0" presId="urn:microsoft.com/office/officeart/2005/8/layout/lProcess2"/>
    <dgm:cxn modelId="{87693AA8-667F-4460-B94C-3155D70E09FD}" srcId="{10B4ECA2-64B9-4BF7-B665-90E6A48407F0}" destId="{5CBB82AD-5B2C-46FF-A23E-9A34BDA9E654}" srcOrd="2" destOrd="0" parTransId="{74FADCF4-BABA-450B-8442-8F018CD7E450}" sibTransId="{CD8A466B-450E-4B81-ADBB-3AC3A42BB496}"/>
    <dgm:cxn modelId="{BA1E056D-8591-4687-8E93-3F3C7C7F0AD9}" type="presParOf" srcId="{579EF93E-08A7-4FCA-BFF0-1CBD1D382B98}" destId="{967C5547-DEDD-41DB-B2FE-7239ED666BC4}" srcOrd="0" destOrd="0" presId="urn:microsoft.com/office/officeart/2005/8/layout/lProcess2"/>
    <dgm:cxn modelId="{090963DA-40F3-44E1-86F0-1609B2C98AF4}" type="presParOf" srcId="{967C5547-DEDD-41DB-B2FE-7239ED666BC4}" destId="{0335D814-5C1A-4BDD-AB98-19509F957A1D}" srcOrd="0" destOrd="0" presId="urn:microsoft.com/office/officeart/2005/8/layout/lProcess2"/>
    <dgm:cxn modelId="{E456AF0B-BF4A-4CB2-930E-981C5E408F18}" type="presParOf" srcId="{967C5547-DEDD-41DB-B2FE-7239ED666BC4}" destId="{0BDD34D7-59E2-4668-9A9E-E8DBB7AB9840}" srcOrd="1" destOrd="0" presId="urn:microsoft.com/office/officeart/2005/8/layout/lProcess2"/>
    <dgm:cxn modelId="{C06A12B9-A713-4B68-9B5C-DF8B38B6238F}" type="presParOf" srcId="{967C5547-DEDD-41DB-B2FE-7239ED666BC4}" destId="{17DA4F68-A40A-47B9-AFD2-9A27FA4E61C8}" srcOrd="2" destOrd="0" presId="urn:microsoft.com/office/officeart/2005/8/layout/lProcess2"/>
    <dgm:cxn modelId="{03A875E6-761E-48AC-9F9A-B9A8B6F3388E}" type="presParOf" srcId="{17DA4F68-A40A-47B9-AFD2-9A27FA4E61C8}" destId="{B019E5CB-1D5A-4169-A549-EE92494F4A96}" srcOrd="0" destOrd="0" presId="urn:microsoft.com/office/officeart/2005/8/layout/lProcess2"/>
    <dgm:cxn modelId="{44ABCA27-9F74-47C9-A693-4532FDAF9E77}" type="presParOf" srcId="{B019E5CB-1D5A-4169-A549-EE92494F4A96}" destId="{A950C1B2-5B8B-4CD4-B5A4-4AA2590233ED}" srcOrd="0" destOrd="0" presId="urn:microsoft.com/office/officeart/2005/8/layout/lProcess2"/>
    <dgm:cxn modelId="{A102DCB4-667A-4261-A125-ABF2869CC999}" type="presParOf" srcId="{B019E5CB-1D5A-4169-A549-EE92494F4A96}" destId="{62818EAB-F661-4663-932C-861A03A54D57}" srcOrd="1" destOrd="0" presId="urn:microsoft.com/office/officeart/2005/8/layout/lProcess2"/>
    <dgm:cxn modelId="{AB12C08F-729F-4F37-8960-8F7C2F1B70BD}" type="presParOf" srcId="{B019E5CB-1D5A-4169-A549-EE92494F4A96}" destId="{FF5F89AF-E78C-4925-91B0-08B5D7C6E18E}" srcOrd="2" destOrd="0" presId="urn:microsoft.com/office/officeart/2005/8/layout/lProcess2"/>
    <dgm:cxn modelId="{7396886C-145D-464B-AEAC-ACEA55B98A61}" type="presParOf" srcId="{B019E5CB-1D5A-4169-A549-EE92494F4A96}" destId="{D428082F-3398-4F28-B7A6-9576A9B158AE}" srcOrd="3" destOrd="0" presId="urn:microsoft.com/office/officeart/2005/8/layout/lProcess2"/>
    <dgm:cxn modelId="{EE4EFBDB-A095-4AB7-BAB1-6C4FAE9728E3}" type="presParOf" srcId="{B019E5CB-1D5A-4169-A549-EE92494F4A96}" destId="{3CC634E7-267B-46CD-8C34-4146108ED6B8}" srcOrd="4" destOrd="0" presId="urn:microsoft.com/office/officeart/2005/8/layout/lProcess2"/>
    <dgm:cxn modelId="{48C82571-EB6C-4883-BBD6-8F1364BA5F2D}" type="presParOf" srcId="{B019E5CB-1D5A-4169-A549-EE92494F4A96}" destId="{9C6B4E8B-4389-42B1-AFE1-0686795EE370}" srcOrd="5" destOrd="0" presId="urn:microsoft.com/office/officeart/2005/8/layout/lProcess2"/>
    <dgm:cxn modelId="{412B7D9B-EDEC-4EF1-850A-4980CA425390}" type="presParOf" srcId="{B019E5CB-1D5A-4169-A549-EE92494F4A96}" destId="{91F32484-3704-4E13-AC82-69A49A5ED111}" srcOrd="6" destOrd="0" presId="urn:microsoft.com/office/officeart/2005/8/layout/lProcess2"/>
    <dgm:cxn modelId="{0B6001E1-FDB9-40E6-B3A3-897AE9A84B99}" type="presParOf" srcId="{B019E5CB-1D5A-4169-A549-EE92494F4A96}" destId="{C0EAF394-B1EA-44C7-B6F1-1FE94E2EAC6F}" srcOrd="7" destOrd="0" presId="urn:microsoft.com/office/officeart/2005/8/layout/lProcess2"/>
    <dgm:cxn modelId="{2EE5E451-D21E-4478-94D4-A3C407B56CA0}" type="presParOf" srcId="{B019E5CB-1D5A-4169-A549-EE92494F4A96}" destId="{EE5B847A-B8B8-4779-AF1B-360C366EF884}" srcOrd="8" destOrd="0" presId="urn:microsoft.com/office/officeart/2005/8/layout/lProcess2"/>
    <dgm:cxn modelId="{EF3EDC80-274E-401D-B9AD-8CAD5BD4E3AC}" type="presParOf" srcId="{B019E5CB-1D5A-4169-A549-EE92494F4A96}" destId="{1152EC9B-DE3A-495D-9D19-CF29CB491C02}" srcOrd="9" destOrd="0" presId="urn:microsoft.com/office/officeart/2005/8/layout/lProcess2"/>
    <dgm:cxn modelId="{702878E4-2959-40FA-99BF-686CC3FAB3EA}" type="presParOf" srcId="{B019E5CB-1D5A-4169-A549-EE92494F4A96}" destId="{74C46E0D-D226-4FBF-9317-D7D5EF2BCA35}" srcOrd="10" destOrd="0" presId="urn:microsoft.com/office/officeart/2005/8/layout/lProcess2"/>
    <dgm:cxn modelId="{D59A197B-E3B1-4EAF-81EA-054972FA2CD5}" type="presParOf" srcId="{B019E5CB-1D5A-4169-A549-EE92494F4A96}" destId="{D38B9D0D-92AE-4B2F-9BBD-12D9CF80EE4A}" srcOrd="11" destOrd="0" presId="urn:microsoft.com/office/officeart/2005/8/layout/lProcess2"/>
    <dgm:cxn modelId="{634F25D7-063E-4186-84FA-82DEDBD2C2E3}" type="presParOf" srcId="{B019E5CB-1D5A-4169-A549-EE92494F4A96}" destId="{6F7F0FB8-B559-4067-A9B1-3122C94D2DB4}" srcOrd="12" destOrd="0" presId="urn:microsoft.com/office/officeart/2005/8/layout/lProcess2"/>
    <dgm:cxn modelId="{5E153254-1C5A-4C06-9AA6-2A36832001B5}" type="presParOf" srcId="{B019E5CB-1D5A-4169-A549-EE92494F4A96}" destId="{1068AACC-57D6-4A77-8650-37A6F1571B62}" srcOrd="13" destOrd="0" presId="urn:microsoft.com/office/officeart/2005/8/layout/lProcess2"/>
    <dgm:cxn modelId="{F4704D8A-C356-455D-81FC-DF6701F74422}" type="presParOf" srcId="{B019E5CB-1D5A-4169-A549-EE92494F4A96}" destId="{34FB6E24-BC0D-4FBD-A25D-B74A9D0C992D}" srcOrd="14" destOrd="0" presId="urn:microsoft.com/office/officeart/2005/8/layout/lProcess2"/>
    <dgm:cxn modelId="{B836C7BE-782F-4A58-A066-571A0584BA55}" type="presParOf" srcId="{B019E5CB-1D5A-4169-A549-EE92494F4A96}" destId="{547E5D9D-C068-4381-B8D9-E091843FFD63}" srcOrd="15" destOrd="0" presId="urn:microsoft.com/office/officeart/2005/8/layout/lProcess2"/>
    <dgm:cxn modelId="{70556136-139B-411B-90B7-47861DD522D4}" type="presParOf" srcId="{B019E5CB-1D5A-4169-A549-EE92494F4A96}" destId="{8763B64C-210C-45DA-AED4-71420C816B3F}" srcOrd="16" destOrd="0" presId="urn:microsoft.com/office/officeart/2005/8/layout/lProcess2"/>
    <dgm:cxn modelId="{6699ACD1-79F3-495F-9169-6A9B309F8329}" type="presParOf" srcId="{B019E5CB-1D5A-4169-A549-EE92494F4A96}" destId="{B59F39E6-5F27-4451-802E-DAFFE58B9552}" srcOrd="17" destOrd="0" presId="urn:microsoft.com/office/officeart/2005/8/layout/lProcess2"/>
    <dgm:cxn modelId="{E8147A6E-2EEE-4D7E-A59B-2676E64488DB}" type="presParOf" srcId="{B019E5CB-1D5A-4169-A549-EE92494F4A96}" destId="{B3128010-210A-4496-BFCB-5F1C2E7807D1}" srcOrd="18" destOrd="0" presId="urn:microsoft.com/office/officeart/2005/8/layout/lProcess2"/>
    <dgm:cxn modelId="{32F02D8A-3119-4BE9-9A1C-E3E52EF53049}" type="presParOf" srcId="{B019E5CB-1D5A-4169-A549-EE92494F4A96}" destId="{64E61E1C-319D-4775-AA4E-B95FF2410573}" srcOrd="19" destOrd="0" presId="urn:microsoft.com/office/officeart/2005/8/layout/lProcess2"/>
    <dgm:cxn modelId="{8F411DF4-0726-4CEE-B8F7-8A5571673CBA}" type="presParOf" srcId="{B019E5CB-1D5A-4169-A549-EE92494F4A96}" destId="{613726AE-C498-4CF3-8B20-E8CE21B30395}" srcOrd="20" destOrd="0" presId="urn:microsoft.com/office/officeart/2005/8/layout/lProcess2"/>
    <dgm:cxn modelId="{59792C35-5264-4447-9767-FB756A3EE62B}" type="presParOf" srcId="{B019E5CB-1D5A-4169-A549-EE92494F4A96}" destId="{8E134D08-ED60-4AAA-8CCA-AFAA3B870372}" srcOrd="21" destOrd="0" presId="urn:microsoft.com/office/officeart/2005/8/layout/lProcess2"/>
    <dgm:cxn modelId="{417C3277-C047-4E6B-B895-31B47C6691C9}" type="presParOf" srcId="{B019E5CB-1D5A-4169-A549-EE92494F4A96}" destId="{7830F8F3-A01B-4667-A56C-0455EEF3C5AC}" srcOrd="22" destOrd="0" presId="urn:microsoft.com/office/officeart/2005/8/layout/lProcess2"/>
    <dgm:cxn modelId="{40D25375-FA87-4349-AA3B-830EEC234C30}" type="presParOf" srcId="{B019E5CB-1D5A-4169-A549-EE92494F4A96}" destId="{3C7EBD17-3737-4D68-B1B3-BC8F66DCB744}" srcOrd="23" destOrd="0" presId="urn:microsoft.com/office/officeart/2005/8/layout/lProcess2"/>
    <dgm:cxn modelId="{F0C072F4-2D0D-4199-BA3F-561D2D40BCA3}" type="presParOf" srcId="{B019E5CB-1D5A-4169-A549-EE92494F4A96}" destId="{AE759A74-1D82-44B9-8A51-7CD267093155}" srcOrd="24" destOrd="0" presId="urn:microsoft.com/office/officeart/2005/8/layout/lProcess2"/>
    <dgm:cxn modelId="{7048A3B1-1512-4C6B-9B92-BD94DED468C3}" type="presParOf" srcId="{579EF93E-08A7-4FCA-BFF0-1CBD1D382B98}" destId="{3D44AD6C-50A6-4AC6-8A01-FD58BA77C2D2}" srcOrd="1" destOrd="0" presId="urn:microsoft.com/office/officeart/2005/8/layout/lProcess2"/>
    <dgm:cxn modelId="{C138AC77-46DA-4A15-AB65-FD1B005B1225}" type="presParOf" srcId="{579EF93E-08A7-4FCA-BFF0-1CBD1D382B98}" destId="{4E772060-5A4A-47F0-8868-7309F6F13986}" srcOrd="2" destOrd="0" presId="urn:microsoft.com/office/officeart/2005/8/layout/lProcess2"/>
    <dgm:cxn modelId="{601BCF8D-3FC6-4D04-BD80-9A5542187F8E}" type="presParOf" srcId="{4E772060-5A4A-47F0-8868-7309F6F13986}" destId="{E7B45E63-7003-4799-ACA1-34F67D2F24C6}" srcOrd="0" destOrd="0" presId="urn:microsoft.com/office/officeart/2005/8/layout/lProcess2"/>
    <dgm:cxn modelId="{D3575EB4-EA2F-48C2-B050-4E6341A89061}" type="presParOf" srcId="{4E772060-5A4A-47F0-8868-7309F6F13986}" destId="{C2A22511-0C43-490E-847A-0C32953A6CA1}" srcOrd="1" destOrd="0" presId="urn:microsoft.com/office/officeart/2005/8/layout/lProcess2"/>
    <dgm:cxn modelId="{13AFDC9F-B79E-42E9-A3B3-87EB2A53A3D0}" type="presParOf" srcId="{4E772060-5A4A-47F0-8868-7309F6F13986}" destId="{6443A1A3-EAAD-4CCF-87CD-EEE3336E46BE}" srcOrd="2" destOrd="0" presId="urn:microsoft.com/office/officeart/2005/8/layout/lProcess2"/>
    <dgm:cxn modelId="{B70CC477-A8A4-483E-A015-51575949F6B6}" type="presParOf" srcId="{6443A1A3-EAAD-4CCF-87CD-EEE3336E46BE}" destId="{9B6C99C0-1B5E-4546-A875-AC6934BE0040}" srcOrd="0" destOrd="0" presId="urn:microsoft.com/office/officeart/2005/8/layout/lProcess2"/>
    <dgm:cxn modelId="{F2380EB3-71D9-44B3-8F62-D07D7F6EEAA8}" type="presParOf" srcId="{9B6C99C0-1B5E-4546-A875-AC6934BE0040}" destId="{F7EA60F5-6D05-41E8-B0D5-3529CE3E7485}" srcOrd="0" destOrd="0" presId="urn:microsoft.com/office/officeart/2005/8/layout/lProcess2"/>
    <dgm:cxn modelId="{0AEAC71D-B458-4649-A6CF-41576C84C970}" type="presParOf" srcId="{9B6C99C0-1B5E-4546-A875-AC6934BE0040}" destId="{C2B8A0B3-BCA8-4C69-AE9B-E8AB0A222FF8}" srcOrd="1" destOrd="0" presId="urn:microsoft.com/office/officeart/2005/8/layout/lProcess2"/>
    <dgm:cxn modelId="{9D1FA24E-48F3-46D3-A662-568FF66EA9A1}" type="presParOf" srcId="{9B6C99C0-1B5E-4546-A875-AC6934BE0040}" destId="{448D2927-381E-49B2-BBD1-03FC70641DD7}" srcOrd="2" destOrd="0" presId="urn:microsoft.com/office/officeart/2005/8/layout/lProcess2"/>
    <dgm:cxn modelId="{4F2EB0D9-E461-4194-9DF7-BD27F4349F10}" type="presParOf" srcId="{9B6C99C0-1B5E-4546-A875-AC6934BE0040}" destId="{119B62E2-A078-4061-B01B-0771E6E0E59F}" srcOrd="3" destOrd="0" presId="urn:microsoft.com/office/officeart/2005/8/layout/lProcess2"/>
    <dgm:cxn modelId="{3911FC25-8356-4D9D-9F40-3F09147BD7AA}" type="presParOf" srcId="{9B6C99C0-1B5E-4546-A875-AC6934BE0040}" destId="{C0C8EDA7-C6AB-4F7E-B1C5-EBA2D2FBE05F}" srcOrd="4" destOrd="0" presId="urn:microsoft.com/office/officeart/2005/8/layout/lProcess2"/>
    <dgm:cxn modelId="{9B10B71C-E175-459D-A791-EE2366B8D5F8}" type="presParOf" srcId="{9B6C99C0-1B5E-4546-A875-AC6934BE0040}" destId="{F4055E40-3847-42EB-87AB-6B5C3135A1BC}" srcOrd="5" destOrd="0" presId="urn:microsoft.com/office/officeart/2005/8/layout/lProcess2"/>
    <dgm:cxn modelId="{5396B886-0090-4E73-8CB9-46978A734D42}" type="presParOf" srcId="{9B6C99C0-1B5E-4546-A875-AC6934BE0040}" destId="{00829470-B2DF-4800-8946-586564A1306C}" srcOrd="6" destOrd="0" presId="urn:microsoft.com/office/officeart/2005/8/layout/lProcess2"/>
    <dgm:cxn modelId="{0004BD8D-6F7F-4058-92C6-894E7B4A33BF}" type="presParOf" srcId="{9B6C99C0-1B5E-4546-A875-AC6934BE0040}" destId="{1B06A6FC-5859-4685-926D-49F0367C838B}" srcOrd="7" destOrd="0" presId="urn:microsoft.com/office/officeart/2005/8/layout/lProcess2"/>
    <dgm:cxn modelId="{1AA7ECE1-CBF8-4C02-8A31-B58655792247}" type="presParOf" srcId="{9B6C99C0-1B5E-4546-A875-AC6934BE0040}" destId="{AF0C4B36-36E1-4C90-912A-BBCDCB42DC1F}" srcOrd="8" destOrd="0" presId="urn:microsoft.com/office/officeart/2005/8/layout/lProcess2"/>
    <dgm:cxn modelId="{5801B216-6155-4AB7-84BC-FA4C49CFAE2D}" type="presParOf" srcId="{579EF93E-08A7-4FCA-BFF0-1CBD1D382B98}" destId="{D72F2BFA-B329-4026-84B6-2383292161F2}" srcOrd="3" destOrd="0" presId="urn:microsoft.com/office/officeart/2005/8/layout/lProcess2"/>
    <dgm:cxn modelId="{821368A9-B611-4DA4-9390-8F830FB7DFC0}" type="presParOf" srcId="{579EF93E-08A7-4FCA-BFF0-1CBD1D382B98}" destId="{232B2F0E-5E91-447D-81CB-F799C734B166}" srcOrd="4" destOrd="0" presId="urn:microsoft.com/office/officeart/2005/8/layout/lProcess2"/>
    <dgm:cxn modelId="{AB8A6C4F-25B0-4271-BC89-12452A898AB9}" type="presParOf" srcId="{232B2F0E-5E91-447D-81CB-F799C734B166}" destId="{530D5BB4-3F86-4B27-B8D6-D0D46D47EE3B}" srcOrd="0" destOrd="0" presId="urn:microsoft.com/office/officeart/2005/8/layout/lProcess2"/>
    <dgm:cxn modelId="{A044287C-3E7C-40FD-9A75-7762DCEE900E}" type="presParOf" srcId="{232B2F0E-5E91-447D-81CB-F799C734B166}" destId="{F6BA4E7F-766E-4180-BF18-B9ECC51B424B}" srcOrd="1" destOrd="0" presId="urn:microsoft.com/office/officeart/2005/8/layout/lProcess2"/>
    <dgm:cxn modelId="{E2775BD0-D7B1-4920-A1B6-307ABF93A41B}" type="presParOf" srcId="{232B2F0E-5E91-447D-81CB-F799C734B166}" destId="{5293B071-913A-47F1-A85D-8ED5CFE6903A}" srcOrd="2" destOrd="0" presId="urn:microsoft.com/office/officeart/2005/8/layout/lProcess2"/>
    <dgm:cxn modelId="{5A36BB51-0F3B-44A2-9747-C30424AE51E7}" type="presParOf" srcId="{5293B071-913A-47F1-A85D-8ED5CFE6903A}" destId="{B8227A25-7FA0-4F80-8BF9-640F0B044E6E}" srcOrd="0" destOrd="0" presId="urn:microsoft.com/office/officeart/2005/8/layout/lProcess2"/>
    <dgm:cxn modelId="{B159A830-5B38-4A1B-AA5A-1847E669FEBC}" type="presParOf" srcId="{B8227A25-7FA0-4F80-8BF9-640F0B044E6E}" destId="{979B9D97-71D8-47E3-8B55-333B01DC6546}" srcOrd="0" destOrd="0" presId="urn:microsoft.com/office/officeart/2005/8/layout/lProcess2"/>
    <dgm:cxn modelId="{AEA9CBBC-BCB0-47C6-864D-1A9AC0AE0503}" type="presParOf" srcId="{B8227A25-7FA0-4F80-8BF9-640F0B044E6E}" destId="{156ED770-9CA2-4547-BAD3-386522D37E14}" srcOrd="1" destOrd="0" presId="urn:microsoft.com/office/officeart/2005/8/layout/lProcess2"/>
    <dgm:cxn modelId="{6B9DBD2C-DA4D-4BB3-ABA9-611244AE2BCA}" type="presParOf" srcId="{B8227A25-7FA0-4F80-8BF9-640F0B044E6E}" destId="{202D4DFA-ED71-4C2B-8266-FCA29E4F8221}" srcOrd="2" destOrd="0" presId="urn:microsoft.com/office/officeart/2005/8/layout/lProcess2"/>
    <dgm:cxn modelId="{4DE44B20-C98A-49C8-9404-533FBE2C909A}" type="presParOf" srcId="{B8227A25-7FA0-4F80-8BF9-640F0B044E6E}" destId="{F30C673E-CDD4-4CBC-AEF7-04262C6C0755}" srcOrd="3" destOrd="0" presId="urn:microsoft.com/office/officeart/2005/8/layout/lProcess2"/>
    <dgm:cxn modelId="{43FEEFA7-C650-4498-87AA-E5AA20D458A9}" type="presParOf" srcId="{B8227A25-7FA0-4F80-8BF9-640F0B044E6E}" destId="{D4EB34C1-48C6-4C29-B457-3FA628C0540F}" srcOrd="4" destOrd="0" presId="urn:microsoft.com/office/officeart/2005/8/layout/lProcess2"/>
    <dgm:cxn modelId="{DDD6E74C-0E80-4C4D-85D9-BC729C35CBE5}" type="presParOf" srcId="{B8227A25-7FA0-4F80-8BF9-640F0B044E6E}" destId="{95768C9F-9A9E-4FBA-A3F0-EC7EE6CEC879}" srcOrd="5" destOrd="0" presId="urn:microsoft.com/office/officeart/2005/8/layout/lProcess2"/>
    <dgm:cxn modelId="{6CFF69B6-89F0-465E-8CDB-F67DD53DE82D}" type="presParOf" srcId="{B8227A25-7FA0-4F80-8BF9-640F0B044E6E}" destId="{85867156-37DF-4C5F-A5C1-6DCA9095E703}" srcOrd="6" destOrd="0" presId="urn:microsoft.com/office/officeart/2005/8/layout/lProcess2"/>
    <dgm:cxn modelId="{7CA64EDC-55B3-479C-8204-78FB40A5E97F}" type="presParOf" srcId="{B8227A25-7FA0-4F80-8BF9-640F0B044E6E}" destId="{830447E4-658E-41DD-B596-AB890627C427}" srcOrd="7" destOrd="0" presId="urn:microsoft.com/office/officeart/2005/8/layout/lProcess2"/>
    <dgm:cxn modelId="{03B00F97-FEAC-4DB8-A8E4-34565AE5C64E}" type="presParOf" srcId="{B8227A25-7FA0-4F80-8BF9-640F0B044E6E}" destId="{D5C6CDB4-3DA0-41DC-8C0E-7A7A661BEDBC}" srcOrd="8" destOrd="0" presId="urn:microsoft.com/office/officeart/2005/8/layout/lProcess2"/>
    <dgm:cxn modelId="{53D61360-90EA-40A4-9A6C-15CB6A3E4C23}" type="presParOf" srcId="{B8227A25-7FA0-4F80-8BF9-640F0B044E6E}" destId="{88E7C34A-5316-426F-A195-64EBAD2599F4}" srcOrd="9" destOrd="0" presId="urn:microsoft.com/office/officeart/2005/8/layout/lProcess2"/>
    <dgm:cxn modelId="{30725716-DDA8-4C39-BF18-B6E3358057D3}" type="presParOf" srcId="{B8227A25-7FA0-4F80-8BF9-640F0B044E6E}" destId="{894C3216-1E6C-4E58-A628-78F72E1AD8D9}" srcOrd="1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2459C9-B3A4-4941-95B4-C2F319D54144}" type="doc">
      <dgm:prSet loTypeId="urn:microsoft.com/office/officeart/2005/8/layout/hProcess7" loCatId="list" qsTypeId="urn:microsoft.com/office/officeart/2005/8/quickstyle/simple1" qsCatId="simple" csTypeId="urn:microsoft.com/office/officeart/2005/8/colors/accent1_1" csCatId="accent1" phldr="1"/>
      <dgm:spPr/>
      <dgm:t>
        <a:bodyPr/>
        <a:lstStyle/>
        <a:p>
          <a:endParaRPr lang="es-ES"/>
        </a:p>
      </dgm:t>
    </dgm:pt>
    <dgm:pt modelId="{29A5ECCF-5347-453C-821E-12390A2FDD7B}">
      <dgm:prSet phldrT="[Texto]"/>
      <dgm:spPr/>
      <dgm:t>
        <a:bodyPr/>
        <a:lstStyle/>
        <a:p>
          <a:r>
            <a:rPr lang="es-ES" b="1" dirty="0" smtClean="0"/>
            <a:t>Psicológicos:</a:t>
          </a:r>
          <a:endParaRPr lang="es-ES" dirty="0"/>
        </a:p>
      </dgm:t>
    </dgm:pt>
    <dgm:pt modelId="{BF4A5CF0-2D3E-4FC0-925F-D4A2AF49E9CF}" type="parTrans" cxnId="{B3042EA9-ECEC-4BF3-A340-5CC3191C7B74}">
      <dgm:prSet/>
      <dgm:spPr/>
      <dgm:t>
        <a:bodyPr/>
        <a:lstStyle/>
        <a:p>
          <a:endParaRPr lang="es-ES"/>
        </a:p>
      </dgm:t>
    </dgm:pt>
    <dgm:pt modelId="{04608128-18C7-49CF-835D-2345A9EFE003}" type="sibTrans" cxnId="{B3042EA9-ECEC-4BF3-A340-5CC3191C7B74}">
      <dgm:prSet/>
      <dgm:spPr/>
      <dgm:t>
        <a:bodyPr/>
        <a:lstStyle/>
        <a:p>
          <a:endParaRPr lang="es-ES"/>
        </a:p>
      </dgm:t>
    </dgm:pt>
    <dgm:pt modelId="{8073EAEC-B194-4B00-85D5-725FE555250C}">
      <dgm:prSet/>
      <dgm:spPr/>
      <dgm:t>
        <a:bodyPr/>
        <a:lstStyle/>
        <a:p>
          <a:r>
            <a:rPr lang="es-ES" b="1" dirty="0" smtClean="0"/>
            <a:t>Somáticos:</a:t>
          </a:r>
          <a:endParaRPr lang="es-ES" dirty="0"/>
        </a:p>
      </dgm:t>
    </dgm:pt>
    <dgm:pt modelId="{A1769D82-C12C-4C57-8244-588AAB85D9C3}" type="parTrans" cxnId="{3C9C6868-391D-48A8-B80B-899EB787A172}">
      <dgm:prSet/>
      <dgm:spPr/>
      <dgm:t>
        <a:bodyPr/>
        <a:lstStyle/>
        <a:p>
          <a:endParaRPr lang="es-ES"/>
        </a:p>
      </dgm:t>
    </dgm:pt>
    <dgm:pt modelId="{BEB0AE60-F967-454B-A6ED-09EADC366FD0}" type="sibTrans" cxnId="{3C9C6868-391D-48A8-B80B-899EB787A172}">
      <dgm:prSet/>
      <dgm:spPr/>
      <dgm:t>
        <a:bodyPr/>
        <a:lstStyle/>
        <a:p>
          <a:endParaRPr lang="es-ES"/>
        </a:p>
      </dgm:t>
    </dgm:pt>
    <dgm:pt modelId="{4CE11D09-A83B-4868-AA9E-832E0FA9474C}">
      <dgm:prSet/>
      <dgm:spPr/>
      <dgm:t>
        <a:bodyPr/>
        <a:lstStyle/>
        <a:p>
          <a:r>
            <a:rPr lang="es-ES" b="1" dirty="0" smtClean="0"/>
            <a:t>Cognitivos:</a:t>
          </a:r>
          <a:endParaRPr lang="es-ES" dirty="0"/>
        </a:p>
      </dgm:t>
    </dgm:pt>
    <dgm:pt modelId="{E2403743-7795-4193-9EC3-1288E38D5A43}" type="parTrans" cxnId="{C0BA5A7B-AB88-4D94-B372-9A91F4C1BCCB}">
      <dgm:prSet/>
      <dgm:spPr/>
      <dgm:t>
        <a:bodyPr/>
        <a:lstStyle/>
        <a:p>
          <a:endParaRPr lang="es-ES"/>
        </a:p>
      </dgm:t>
    </dgm:pt>
    <dgm:pt modelId="{DD4240BC-564C-48B2-AAFE-0648BE8D7290}" type="sibTrans" cxnId="{C0BA5A7B-AB88-4D94-B372-9A91F4C1BCCB}">
      <dgm:prSet/>
      <dgm:spPr/>
      <dgm:t>
        <a:bodyPr/>
        <a:lstStyle/>
        <a:p>
          <a:endParaRPr lang="es-ES"/>
        </a:p>
      </dgm:t>
    </dgm:pt>
    <dgm:pt modelId="{8A5BA8E4-F148-4569-919E-C19352DF575D}">
      <dgm:prSet phldrT="[Texto]"/>
      <dgm:spPr/>
      <dgm:t>
        <a:bodyPr/>
        <a:lstStyle/>
        <a:p>
          <a:r>
            <a:rPr lang="es-ES" dirty="0" smtClean="0"/>
            <a:t>tristeza, </a:t>
          </a:r>
          <a:r>
            <a:rPr lang="es-ES" dirty="0" err="1" smtClean="0"/>
            <a:t>anhedonia</a:t>
          </a:r>
          <a:r>
            <a:rPr lang="es-ES" dirty="0" smtClean="0"/>
            <a:t>, falta de interés, que no serían característicos de las personas mayores , ya que en ellos se darían más situaciones de vacío, ansiedad o </a:t>
          </a:r>
          <a:r>
            <a:rPr lang="es-ES" dirty="0" err="1" smtClean="0"/>
            <a:t>incomodiad</a:t>
          </a:r>
          <a:r>
            <a:rPr lang="es-ES" dirty="0" smtClean="0"/>
            <a:t> y anergia.  </a:t>
          </a:r>
          <a:endParaRPr lang="es-ES" dirty="0"/>
        </a:p>
      </dgm:t>
    </dgm:pt>
    <dgm:pt modelId="{6FA66FE1-6538-4652-9F2C-71CBDFCDDB75}" type="parTrans" cxnId="{5805E638-6B06-47B4-93B3-0879CF425439}">
      <dgm:prSet/>
      <dgm:spPr/>
      <dgm:t>
        <a:bodyPr/>
        <a:lstStyle/>
        <a:p>
          <a:endParaRPr lang="es-ES"/>
        </a:p>
      </dgm:t>
    </dgm:pt>
    <dgm:pt modelId="{9676B1E4-2B8B-4CC9-9C2D-291B0B6B5302}" type="sibTrans" cxnId="{5805E638-6B06-47B4-93B3-0879CF425439}">
      <dgm:prSet/>
      <dgm:spPr/>
      <dgm:t>
        <a:bodyPr/>
        <a:lstStyle/>
        <a:p>
          <a:endParaRPr lang="es-ES"/>
        </a:p>
      </dgm:t>
    </dgm:pt>
    <dgm:pt modelId="{F409D259-03D9-4CA5-95A2-5B3E88B994B0}">
      <dgm:prSet/>
      <dgm:spPr/>
      <dgm:t>
        <a:bodyPr/>
        <a:lstStyle/>
        <a:p>
          <a:r>
            <a:rPr lang="es-ES" b="1" smtClean="0"/>
            <a:t> </a:t>
          </a:r>
          <a:r>
            <a:rPr lang="es-ES" dirty="0" smtClean="0"/>
            <a:t>dolores inespecíficos, cambios en el apetito y el peso, problemas de sueño </a:t>
          </a:r>
          <a:endParaRPr lang="es-ES" dirty="0"/>
        </a:p>
      </dgm:t>
    </dgm:pt>
    <dgm:pt modelId="{2DD2A4B4-6153-4FFA-84B2-02C546F9BB12}" type="parTrans" cxnId="{684E600A-7AAB-4659-91BF-0AE4118D2453}">
      <dgm:prSet/>
      <dgm:spPr/>
      <dgm:t>
        <a:bodyPr/>
        <a:lstStyle/>
        <a:p>
          <a:endParaRPr lang="es-ES"/>
        </a:p>
      </dgm:t>
    </dgm:pt>
    <dgm:pt modelId="{2B5A64B7-5E1E-4C3F-9380-261DFE0C1EA7}" type="sibTrans" cxnId="{684E600A-7AAB-4659-91BF-0AE4118D2453}">
      <dgm:prSet/>
      <dgm:spPr/>
      <dgm:t>
        <a:bodyPr/>
        <a:lstStyle/>
        <a:p>
          <a:endParaRPr lang="es-ES"/>
        </a:p>
      </dgm:t>
    </dgm:pt>
    <dgm:pt modelId="{8A63FDC6-E3CC-4F73-92DE-015555351625}">
      <dgm:prSet/>
      <dgm:spPr/>
      <dgm:t>
        <a:bodyPr/>
        <a:lstStyle/>
        <a:p>
          <a:r>
            <a:rPr lang="es-ES" dirty="0" smtClean="0"/>
            <a:t>Pensamiento lento, pobre concentración y pérdidas de memoria </a:t>
          </a:r>
          <a:endParaRPr lang="es-ES" dirty="0"/>
        </a:p>
      </dgm:t>
    </dgm:pt>
    <dgm:pt modelId="{D3903143-F76A-46A8-93EC-289293AC5863}" type="parTrans" cxnId="{50750524-DDAF-4B5B-BE22-C6EEF12E436B}">
      <dgm:prSet/>
      <dgm:spPr/>
      <dgm:t>
        <a:bodyPr/>
        <a:lstStyle/>
        <a:p>
          <a:endParaRPr lang="es-ES"/>
        </a:p>
      </dgm:t>
    </dgm:pt>
    <dgm:pt modelId="{069E1028-BB64-4053-B2B1-A4C85D640A14}" type="sibTrans" cxnId="{50750524-DDAF-4B5B-BE22-C6EEF12E436B}">
      <dgm:prSet/>
      <dgm:spPr/>
      <dgm:t>
        <a:bodyPr/>
        <a:lstStyle/>
        <a:p>
          <a:endParaRPr lang="es-ES"/>
        </a:p>
      </dgm:t>
    </dgm:pt>
    <dgm:pt modelId="{ADE59ECA-7C1B-406D-8C1A-8419B64F0089}" type="pres">
      <dgm:prSet presAssocID="{5C2459C9-B3A4-4941-95B4-C2F319D54144}" presName="Name0" presStyleCnt="0">
        <dgm:presLayoutVars>
          <dgm:dir/>
          <dgm:animLvl val="lvl"/>
          <dgm:resizeHandles val="exact"/>
        </dgm:presLayoutVars>
      </dgm:prSet>
      <dgm:spPr/>
    </dgm:pt>
    <dgm:pt modelId="{0FAAD50A-FE19-4378-B086-10BA083472E8}" type="pres">
      <dgm:prSet presAssocID="{29A5ECCF-5347-453C-821E-12390A2FDD7B}" presName="compositeNode" presStyleCnt="0">
        <dgm:presLayoutVars>
          <dgm:bulletEnabled val="1"/>
        </dgm:presLayoutVars>
      </dgm:prSet>
      <dgm:spPr/>
    </dgm:pt>
    <dgm:pt modelId="{D248052B-FE7E-488B-8559-094421664E6F}" type="pres">
      <dgm:prSet presAssocID="{29A5ECCF-5347-453C-821E-12390A2FDD7B}" presName="bgRect" presStyleLbl="node1" presStyleIdx="0" presStyleCnt="3"/>
      <dgm:spPr/>
      <dgm:t>
        <a:bodyPr/>
        <a:lstStyle/>
        <a:p>
          <a:endParaRPr lang="es-ES"/>
        </a:p>
      </dgm:t>
    </dgm:pt>
    <dgm:pt modelId="{03286366-6F56-46B3-A9EE-9EEBE4DAC585}" type="pres">
      <dgm:prSet presAssocID="{29A5ECCF-5347-453C-821E-12390A2FDD7B}" presName="parentNode" presStyleLbl="node1" presStyleIdx="0" presStyleCnt="3">
        <dgm:presLayoutVars>
          <dgm:chMax val="0"/>
          <dgm:bulletEnabled val="1"/>
        </dgm:presLayoutVars>
      </dgm:prSet>
      <dgm:spPr/>
      <dgm:t>
        <a:bodyPr/>
        <a:lstStyle/>
        <a:p>
          <a:endParaRPr lang="es-ES"/>
        </a:p>
      </dgm:t>
    </dgm:pt>
    <dgm:pt modelId="{F0BDA330-B723-452B-A4D6-2556C8DBEB98}" type="pres">
      <dgm:prSet presAssocID="{29A5ECCF-5347-453C-821E-12390A2FDD7B}" presName="childNode" presStyleLbl="node1" presStyleIdx="0" presStyleCnt="3">
        <dgm:presLayoutVars>
          <dgm:bulletEnabled val="1"/>
        </dgm:presLayoutVars>
      </dgm:prSet>
      <dgm:spPr/>
    </dgm:pt>
    <dgm:pt modelId="{04911EC0-A5F8-40C2-B4D4-B83C2593055E}" type="pres">
      <dgm:prSet presAssocID="{04608128-18C7-49CF-835D-2345A9EFE003}" presName="hSp" presStyleCnt="0"/>
      <dgm:spPr/>
    </dgm:pt>
    <dgm:pt modelId="{AB6FE271-543C-4C46-B844-46A214E33F6C}" type="pres">
      <dgm:prSet presAssocID="{04608128-18C7-49CF-835D-2345A9EFE003}" presName="vProcSp" presStyleCnt="0"/>
      <dgm:spPr/>
    </dgm:pt>
    <dgm:pt modelId="{CC798BFC-57CA-477F-ADCF-D807D5F27BF0}" type="pres">
      <dgm:prSet presAssocID="{04608128-18C7-49CF-835D-2345A9EFE003}" presName="vSp1" presStyleCnt="0"/>
      <dgm:spPr/>
    </dgm:pt>
    <dgm:pt modelId="{7091F783-53B0-4856-BFF5-F96965FEB771}" type="pres">
      <dgm:prSet presAssocID="{04608128-18C7-49CF-835D-2345A9EFE003}" presName="simulatedConn" presStyleLbl="solidFgAcc1" presStyleIdx="0" presStyleCnt="2"/>
      <dgm:spPr/>
    </dgm:pt>
    <dgm:pt modelId="{43940BDA-DA72-45F4-8186-40A49B866890}" type="pres">
      <dgm:prSet presAssocID="{04608128-18C7-49CF-835D-2345A9EFE003}" presName="vSp2" presStyleCnt="0"/>
      <dgm:spPr/>
    </dgm:pt>
    <dgm:pt modelId="{72BFFC36-41BD-4273-8B2B-F8B0E70C6578}" type="pres">
      <dgm:prSet presAssocID="{04608128-18C7-49CF-835D-2345A9EFE003}" presName="sibTrans" presStyleCnt="0"/>
      <dgm:spPr/>
    </dgm:pt>
    <dgm:pt modelId="{69089C5A-9697-4494-A13A-B6A4B92FCC15}" type="pres">
      <dgm:prSet presAssocID="{8073EAEC-B194-4B00-85D5-725FE555250C}" presName="compositeNode" presStyleCnt="0">
        <dgm:presLayoutVars>
          <dgm:bulletEnabled val="1"/>
        </dgm:presLayoutVars>
      </dgm:prSet>
      <dgm:spPr/>
    </dgm:pt>
    <dgm:pt modelId="{D7F2CCEB-BD84-43E1-AFD0-3349214EE81A}" type="pres">
      <dgm:prSet presAssocID="{8073EAEC-B194-4B00-85D5-725FE555250C}" presName="bgRect" presStyleLbl="node1" presStyleIdx="1" presStyleCnt="3"/>
      <dgm:spPr/>
    </dgm:pt>
    <dgm:pt modelId="{4B2A0140-3B73-47FB-92F2-20103702E5F3}" type="pres">
      <dgm:prSet presAssocID="{8073EAEC-B194-4B00-85D5-725FE555250C}" presName="parentNode" presStyleLbl="node1" presStyleIdx="1" presStyleCnt="3">
        <dgm:presLayoutVars>
          <dgm:chMax val="0"/>
          <dgm:bulletEnabled val="1"/>
        </dgm:presLayoutVars>
      </dgm:prSet>
      <dgm:spPr/>
    </dgm:pt>
    <dgm:pt modelId="{5B164410-4EC8-4C6F-9FFE-2BBD97E6B8F0}" type="pres">
      <dgm:prSet presAssocID="{8073EAEC-B194-4B00-85D5-725FE555250C}" presName="childNode" presStyleLbl="node1" presStyleIdx="1" presStyleCnt="3">
        <dgm:presLayoutVars>
          <dgm:bulletEnabled val="1"/>
        </dgm:presLayoutVars>
      </dgm:prSet>
      <dgm:spPr/>
    </dgm:pt>
    <dgm:pt modelId="{F117B04B-04BC-426B-88F4-E828F03C3247}" type="pres">
      <dgm:prSet presAssocID="{BEB0AE60-F967-454B-A6ED-09EADC366FD0}" presName="hSp" presStyleCnt="0"/>
      <dgm:spPr/>
    </dgm:pt>
    <dgm:pt modelId="{C33A611E-F772-43BA-8C00-11B7E15F5437}" type="pres">
      <dgm:prSet presAssocID="{BEB0AE60-F967-454B-A6ED-09EADC366FD0}" presName="vProcSp" presStyleCnt="0"/>
      <dgm:spPr/>
    </dgm:pt>
    <dgm:pt modelId="{66E43219-3C6C-4C7D-BE0C-79C0D8001BC4}" type="pres">
      <dgm:prSet presAssocID="{BEB0AE60-F967-454B-A6ED-09EADC366FD0}" presName="vSp1" presStyleCnt="0"/>
      <dgm:spPr/>
    </dgm:pt>
    <dgm:pt modelId="{D68DBBF4-E2A9-4FE5-ADE6-2D09CD1F3EBB}" type="pres">
      <dgm:prSet presAssocID="{BEB0AE60-F967-454B-A6ED-09EADC366FD0}" presName="simulatedConn" presStyleLbl="solidFgAcc1" presStyleIdx="1" presStyleCnt="2"/>
      <dgm:spPr/>
    </dgm:pt>
    <dgm:pt modelId="{1A0E598D-D5B7-4525-B88E-42C0ACCC444E}" type="pres">
      <dgm:prSet presAssocID="{BEB0AE60-F967-454B-A6ED-09EADC366FD0}" presName="vSp2" presStyleCnt="0"/>
      <dgm:spPr/>
    </dgm:pt>
    <dgm:pt modelId="{14B8635B-99E2-4613-981C-6AB63F0920E2}" type="pres">
      <dgm:prSet presAssocID="{BEB0AE60-F967-454B-A6ED-09EADC366FD0}" presName="sibTrans" presStyleCnt="0"/>
      <dgm:spPr/>
    </dgm:pt>
    <dgm:pt modelId="{A7F2974A-F98B-4823-A5D3-E9A561C82DD3}" type="pres">
      <dgm:prSet presAssocID="{4CE11D09-A83B-4868-AA9E-832E0FA9474C}" presName="compositeNode" presStyleCnt="0">
        <dgm:presLayoutVars>
          <dgm:bulletEnabled val="1"/>
        </dgm:presLayoutVars>
      </dgm:prSet>
      <dgm:spPr/>
    </dgm:pt>
    <dgm:pt modelId="{F2121874-40F7-4552-997E-45DB692957C0}" type="pres">
      <dgm:prSet presAssocID="{4CE11D09-A83B-4868-AA9E-832E0FA9474C}" presName="bgRect" presStyleLbl="node1" presStyleIdx="2" presStyleCnt="3"/>
      <dgm:spPr/>
    </dgm:pt>
    <dgm:pt modelId="{48450B70-8861-458B-98D5-3EBEC54583DC}" type="pres">
      <dgm:prSet presAssocID="{4CE11D09-A83B-4868-AA9E-832E0FA9474C}" presName="parentNode" presStyleLbl="node1" presStyleIdx="2" presStyleCnt="3">
        <dgm:presLayoutVars>
          <dgm:chMax val="0"/>
          <dgm:bulletEnabled val="1"/>
        </dgm:presLayoutVars>
      </dgm:prSet>
      <dgm:spPr/>
    </dgm:pt>
    <dgm:pt modelId="{E101F8D5-3468-4272-A05B-DD3BBFC71D90}" type="pres">
      <dgm:prSet presAssocID="{4CE11D09-A83B-4868-AA9E-832E0FA9474C}" presName="childNode" presStyleLbl="node1" presStyleIdx="2" presStyleCnt="3">
        <dgm:presLayoutVars>
          <dgm:bulletEnabled val="1"/>
        </dgm:presLayoutVars>
      </dgm:prSet>
      <dgm:spPr/>
    </dgm:pt>
  </dgm:ptLst>
  <dgm:cxnLst>
    <dgm:cxn modelId="{1D2786A6-E2D1-4EA0-A389-FD2F8871CB78}" type="presOf" srcId="{8A63FDC6-E3CC-4F73-92DE-015555351625}" destId="{E101F8D5-3468-4272-A05B-DD3BBFC71D90}" srcOrd="0" destOrd="0" presId="urn:microsoft.com/office/officeart/2005/8/layout/hProcess7"/>
    <dgm:cxn modelId="{020A59B6-C880-4FBE-B970-7F317D466572}" type="presOf" srcId="{4CE11D09-A83B-4868-AA9E-832E0FA9474C}" destId="{F2121874-40F7-4552-997E-45DB692957C0}" srcOrd="0" destOrd="0" presId="urn:microsoft.com/office/officeart/2005/8/layout/hProcess7"/>
    <dgm:cxn modelId="{DCAA9736-4B7E-4E76-B3AD-AF1EB4D7851A}" type="presOf" srcId="{8073EAEC-B194-4B00-85D5-725FE555250C}" destId="{D7F2CCEB-BD84-43E1-AFD0-3349214EE81A}" srcOrd="0" destOrd="0" presId="urn:microsoft.com/office/officeart/2005/8/layout/hProcess7"/>
    <dgm:cxn modelId="{5805E638-6B06-47B4-93B3-0879CF425439}" srcId="{29A5ECCF-5347-453C-821E-12390A2FDD7B}" destId="{8A5BA8E4-F148-4569-919E-C19352DF575D}" srcOrd="0" destOrd="0" parTransId="{6FA66FE1-6538-4652-9F2C-71CBDFCDDB75}" sibTransId="{9676B1E4-2B8B-4CC9-9C2D-291B0B6B5302}"/>
    <dgm:cxn modelId="{50750524-DDAF-4B5B-BE22-C6EEF12E436B}" srcId="{4CE11D09-A83B-4868-AA9E-832E0FA9474C}" destId="{8A63FDC6-E3CC-4F73-92DE-015555351625}" srcOrd="0" destOrd="0" parTransId="{D3903143-F76A-46A8-93EC-289293AC5863}" sibTransId="{069E1028-BB64-4053-B2B1-A4C85D640A14}"/>
    <dgm:cxn modelId="{0E00AFC1-6A56-4470-A777-CC2E13DE5DD1}" type="presOf" srcId="{29A5ECCF-5347-453C-821E-12390A2FDD7B}" destId="{03286366-6F56-46B3-A9EE-9EEBE4DAC585}" srcOrd="1" destOrd="0" presId="urn:microsoft.com/office/officeart/2005/8/layout/hProcess7"/>
    <dgm:cxn modelId="{5FDCAA27-47AE-441A-9D6E-DA4585B066D7}" type="presOf" srcId="{8A5BA8E4-F148-4569-919E-C19352DF575D}" destId="{F0BDA330-B723-452B-A4D6-2556C8DBEB98}" srcOrd="0" destOrd="0" presId="urn:microsoft.com/office/officeart/2005/8/layout/hProcess7"/>
    <dgm:cxn modelId="{C0BA5A7B-AB88-4D94-B372-9A91F4C1BCCB}" srcId="{5C2459C9-B3A4-4941-95B4-C2F319D54144}" destId="{4CE11D09-A83B-4868-AA9E-832E0FA9474C}" srcOrd="2" destOrd="0" parTransId="{E2403743-7795-4193-9EC3-1288E38D5A43}" sibTransId="{DD4240BC-564C-48B2-AAFE-0648BE8D7290}"/>
    <dgm:cxn modelId="{B3042EA9-ECEC-4BF3-A340-5CC3191C7B74}" srcId="{5C2459C9-B3A4-4941-95B4-C2F319D54144}" destId="{29A5ECCF-5347-453C-821E-12390A2FDD7B}" srcOrd="0" destOrd="0" parTransId="{BF4A5CF0-2D3E-4FC0-925F-D4A2AF49E9CF}" sibTransId="{04608128-18C7-49CF-835D-2345A9EFE003}"/>
    <dgm:cxn modelId="{3C9C6868-391D-48A8-B80B-899EB787A172}" srcId="{5C2459C9-B3A4-4941-95B4-C2F319D54144}" destId="{8073EAEC-B194-4B00-85D5-725FE555250C}" srcOrd="1" destOrd="0" parTransId="{A1769D82-C12C-4C57-8244-588AAB85D9C3}" sibTransId="{BEB0AE60-F967-454B-A6ED-09EADC366FD0}"/>
    <dgm:cxn modelId="{684E600A-7AAB-4659-91BF-0AE4118D2453}" srcId="{8073EAEC-B194-4B00-85D5-725FE555250C}" destId="{F409D259-03D9-4CA5-95A2-5B3E88B994B0}" srcOrd="0" destOrd="0" parTransId="{2DD2A4B4-6153-4FFA-84B2-02C546F9BB12}" sibTransId="{2B5A64B7-5E1E-4C3F-9380-261DFE0C1EA7}"/>
    <dgm:cxn modelId="{846E3A6A-5705-4A99-94D7-EE7018CE1C5D}" type="presOf" srcId="{5C2459C9-B3A4-4941-95B4-C2F319D54144}" destId="{ADE59ECA-7C1B-406D-8C1A-8419B64F0089}" srcOrd="0" destOrd="0" presId="urn:microsoft.com/office/officeart/2005/8/layout/hProcess7"/>
    <dgm:cxn modelId="{D0353F19-E488-4953-BD9F-F31F833C2891}" type="presOf" srcId="{4CE11D09-A83B-4868-AA9E-832E0FA9474C}" destId="{48450B70-8861-458B-98D5-3EBEC54583DC}" srcOrd="1" destOrd="0" presId="urn:microsoft.com/office/officeart/2005/8/layout/hProcess7"/>
    <dgm:cxn modelId="{F2C985D0-97F8-4E68-A802-F2B48B718B1A}" type="presOf" srcId="{8073EAEC-B194-4B00-85D5-725FE555250C}" destId="{4B2A0140-3B73-47FB-92F2-20103702E5F3}" srcOrd="1" destOrd="0" presId="urn:microsoft.com/office/officeart/2005/8/layout/hProcess7"/>
    <dgm:cxn modelId="{FC842B57-C312-4952-BCC2-A209B3EA4606}" type="presOf" srcId="{F409D259-03D9-4CA5-95A2-5B3E88B994B0}" destId="{5B164410-4EC8-4C6F-9FFE-2BBD97E6B8F0}" srcOrd="0" destOrd="0" presId="urn:microsoft.com/office/officeart/2005/8/layout/hProcess7"/>
    <dgm:cxn modelId="{5A5B0312-B405-4E6D-B1C4-75ABDF69B9E0}" type="presOf" srcId="{29A5ECCF-5347-453C-821E-12390A2FDD7B}" destId="{D248052B-FE7E-488B-8559-094421664E6F}" srcOrd="0" destOrd="0" presId="urn:microsoft.com/office/officeart/2005/8/layout/hProcess7"/>
    <dgm:cxn modelId="{EA4CE972-FC5C-45EF-8654-C8293256E864}" type="presParOf" srcId="{ADE59ECA-7C1B-406D-8C1A-8419B64F0089}" destId="{0FAAD50A-FE19-4378-B086-10BA083472E8}" srcOrd="0" destOrd="0" presId="urn:microsoft.com/office/officeart/2005/8/layout/hProcess7"/>
    <dgm:cxn modelId="{3CA2359B-0DFA-4B7A-8BBA-CC5A7B5270E7}" type="presParOf" srcId="{0FAAD50A-FE19-4378-B086-10BA083472E8}" destId="{D248052B-FE7E-488B-8559-094421664E6F}" srcOrd="0" destOrd="0" presId="urn:microsoft.com/office/officeart/2005/8/layout/hProcess7"/>
    <dgm:cxn modelId="{BD23765C-A520-4549-8127-AF727651FDC2}" type="presParOf" srcId="{0FAAD50A-FE19-4378-B086-10BA083472E8}" destId="{03286366-6F56-46B3-A9EE-9EEBE4DAC585}" srcOrd="1" destOrd="0" presId="urn:microsoft.com/office/officeart/2005/8/layout/hProcess7"/>
    <dgm:cxn modelId="{8556A8E2-74F8-4AAD-869A-9E765BF97E8E}" type="presParOf" srcId="{0FAAD50A-FE19-4378-B086-10BA083472E8}" destId="{F0BDA330-B723-452B-A4D6-2556C8DBEB98}" srcOrd="2" destOrd="0" presId="urn:microsoft.com/office/officeart/2005/8/layout/hProcess7"/>
    <dgm:cxn modelId="{B6D4ECAD-A9AA-4F13-AB1A-FB08A0770696}" type="presParOf" srcId="{ADE59ECA-7C1B-406D-8C1A-8419B64F0089}" destId="{04911EC0-A5F8-40C2-B4D4-B83C2593055E}" srcOrd="1" destOrd="0" presId="urn:microsoft.com/office/officeart/2005/8/layout/hProcess7"/>
    <dgm:cxn modelId="{075F4942-2866-4AA3-808F-B3CD9B441015}" type="presParOf" srcId="{ADE59ECA-7C1B-406D-8C1A-8419B64F0089}" destId="{AB6FE271-543C-4C46-B844-46A214E33F6C}" srcOrd="2" destOrd="0" presId="urn:microsoft.com/office/officeart/2005/8/layout/hProcess7"/>
    <dgm:cxn modelId="{CB5A44FE-E0DE-4E6A-A034-61F621DD3AEC}" type="presParOf" srcId="{AB6FE271-543C-4C46-B844-46A214E33F6C}" destId="{CC798BFC-57CA-477F-ADCF-D807D5F27BF0}" srcOrd="0" destOrd="0" presId="urn:microsoft.com/office/officeart/2005/8/layout/hProcess7"/>
    <dgm:cxn modelId="{5FDB0DAD-34C9-4008-B424-CCCE7CA0D9EB}" type="presParOf" srcId="{AB6FE271-543C-4C46-B844-46A214E33F6C}" destId="{7091F783-53B0-4856-BFF5-F96965FEB771}" srcOrd="1" destOrd="0" presId="urn:microsoft.com/office/officeart/2005/8/layout/hProcess7"/>
    <dgm:cxn modelId="{86BB4056-18C8-43A9-B974-6A60560450B5}" type="presParOf" srcId="{AB6FE271-543C-4C46-B844-46A214E33F6C}" destId="{43940BDA-DA72-45F4-8186-40A49B866890}" srcOrd="2" destOrd="0" presId="urn:microsoft.com/office/officeart/2005/8/layout/hProcess7"/>
    <dgm:cxn modelId="{E3568E96-6FDF-417D-9059-2F7FE440D370}" type="presParOf" srcId="{ADE59ECA-7C1B-406D-8C1A-8419B64F0089}" destId="{72BFFC36-41BD-4273-8B2B-F8B0E70C6578}" srcOrd="3" destOrd="0" presId="urn:microsoft.com/office/officeart/2005/8/layout/hProcess7"/>
    <dgm:cxn modelId="{C4824448-E4D9-47C3-BD71-4C29266078B5}" type="presParOf" srcId="{ADE59ECA-7C1B-406D-8C1A-8419B64F0089}" destId="{69089C5A-9697-4494-A13A-B6A4B92FCC15}" srcOrd="4" destOrd="0" presId="urn:microsoft.com/office/officeart/2005/8/layout/hProcess7"/>
    <dgm:cxn modelId="{5296CAEA-3A5F-4577-96E9-577765114E73}" type="presParOf" srcId="{69089C5A-9697-4494-A13A-B6A4B92FCC15}" destId="{D7F2CCEB-BD84-43E1-AFD0-3349214EE81A}" srcOrd="0" destOrd="0" presId="urn:microsoft.com/office/officeart/2005/8/layout/hProcess7"/>
    <dgm:cxn modelId="{2914563C-4307-4FBA-A764-03BA01C2D069}" type="presParOf" srcId="{69089C5A-9697-4494-A13A-B6A4B92FCC15}" destId="{4B2A0140-3B73-47FB-92F2-20103702E5F3}" srcOrd="1" destOrd="0" presId="urn:microsoft.com/office/officeart/2005/8/layout/hProcess7"/>
    <dgm:cxn modelId="{317008F1-848E-4FF4-9FEA-760127D5BF9A}" type="presParOf" srcId="{69089C5A-9697-4494-A13A-B6A4B92FCC15}" destId="{5B164410-4EC8-4C6F-9FFE-2BBD97E6B8F0}" srcOrd="2" destOrd="0" presId="urn:microsoft.com/office/officeart/2005/8/layout/hProcess7"/>
    <dgm:cxn modelId="{627514D0-8C89-4C24-97B4-416BD9EFF14D}" type="presParOf" srcId="{ADE59ECA-7C1B-406D-8C1A-8419B64F0089}" destId="{F117B04B-04BC-426B-88F4-E828F03C3247}" srcOrd="5" destOrd="0" presId="urn:microsoft.com/office/officeart/2005/8/layout/hProcess7"/>
    <dgm:cxn modelId="{96AE3AE7-30A1-464E-AAB4-6E0337D75C64}" type="presParOf" srcId="{ADE59ECA-7C1B-406D-8C1A-8419B64F0089}" destId="{C33A611E-F772-43BA-8C00-11B7E15F5437}" srcOrd="6" destOrd="0" presId="urn:microsoft.com/office/officeart/2005/8/layout/hProcess7"/>
    <dgm:cxn modelId="{C4880B12-65BC-4A76-85BA-326AB0266D59}" type="presParOf" srcId="{C33A611E-F772-43BA-8C00-11B7E15F5437}" destId="{66E43219-3C6C-4C7D-BE0C-79C0D8001BC4}" srcOrd="0" destOrd="0" presId="urn:microsoft.com/office/officeart/2005/8/layout/hProcess7"/>
    <dgm:cxn modelId="{414E4C35-8220-405C-AB7A-248A68D6220A}" type="presParOf" srcId="{C33A611E-F772-43BA-8C00-11B7E15F5437}" destId="{D68DBBF4-E2A9-4FE5-ADE6-2D09CD1F3EBB}" srcOrd="1" destOrd="0" presId="urn:microsoft.com/office/officeart/2005/8/layout/hProcess7"/>
    <dgm:cxn modelId="{94D097F9-0427-466F-ACF1-C905EDB7C07F}" type="presParOf" srcId="{C33A611E-F772-43BA-8C00-11B7E15F5437}" destId="{1A0E598D-D5B7-4525-B88E-42C0ACCC444E}" srcOrd="2" destOrd="0" presId="urn:microsoft.com/office/officeart/2005/8/layout/hProcess7"/>
    <dgm:cxn modelId="{92A88009-1FA4-436F-8134-C32D9E49235C}" type="presParOf" srcId="{ADE59ECA-7C1B-406D-8C1A-8419B64F0089}" destId="{14B8635B-99E2-4613-981C-6AB63F0920E2}" srcOrd="7" destOrd="0" presId="urn:microsoft.com/office/officeart/2005/8/layout/hProcess7"/>
    <dgm:cxn modelId="{39C7C303-A6FF-4B48-862B-90C43855109C}" type="presParOf" srcId="{ADE59ECA-7C1B-406D-8C1A-8419B64F0089}" destId="{A7F2974A-F98B-4823-A5D3-E9A561C82DD3}" srcOrd="8" destOrd="0" presId="urn:microsoft.com/office/officeart/2005/8/layout/hProcess7"/>
    <dgm:cxn modelId="{37AE3A91-5346-46DB-BA03-A2EEF9D03481}" type="presParOf" srcId="{A7F2974A-F98B-4823-A5D3-E9A561C82DD3}" destId="{F2121874-40F7-4552-997E-45DB692957C0}" srcOrd="0" destOrd="0" presId="urn:microsoft.com/office/officeart/2005/8/layout/hProcess7"/>
    <dgm:cxn modelId="{C4F58F96-5B21-4EA2-9921-B15C6B515C67}" type="presParOf" srcId="{A7F2974A-F98B-4823-A5D3-E9A561C82DD3}" destId="{48450B70-8861-458B-98D5-3EBEC54583DC}" srcOrd="1" destOrd="0" presId="urn:microsoft.com/office/officeart/2005/8/layout/hProcess7"/>
    <dgm:cxn modelId="{CAF054CC-3CCD-4587-B437-04BE48892461}" type="presParOf" srcId="{A7F2974A-F98B-4823-A5D3-E9A561C82DD3}" destId="{E101F8D5-3468-4272-A05B-DD3BBFC71D90}"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2AD5D5F-C7C0-4EDA-82B9-05EEDE0E7531}" type="doc">
      <dgm:prSet loTypeId="urn:microsoft.com/office/officeart/2008/layout/VerticalCurvedList" loCatId="list" qsTypeId="urn:microsoft.com/office/officeart/2005/8/quickstyle/simple1" qsCatId="simple" csTypeId="urn:microsoft.com/office/officeart/2005/8/colors/accent2_1" csCatId="accent2" phldr="1"/>
      <dgm:spPr/>
      <dgm:t>
        <a:bodyPr/>
        <a:lstStyle/>
        <a:p>
          <a:endParaRPr lang="es-ES"/>
        </a:p>
      </dgm:t>
    </dgm:pt>
    <dgm:pt modelId="{EA585B7F-4624-462B-905E-A473BEA0881B}">
      <dgm:prSet phldrT="[Texto]"/>
      <dgm:spPr/>
      <dgm:t>
        <a:bodyPr/>
        <a:lstStyle/>
        <a:p>
          <a:r>
            <a:rPr lang="es-PA" dirty="0" smtClean="0"/>
            <a:t>El objetivo del tratamiento es aliviar los síntomas, prevenir la recurrencia, y mejorar la calidad de vida y la funcionalidad del paciente</a:t>
          </a:r>
          <a:endParaRPr lang="es-ES" dirty="0"/>
        </a:p>
      </dgm:t>
    </dgm:pt>
    <dgm:pt modelId="{25D0ECA8-6E2F-4A5B-903A-8AE40EA7B87A}" type="parTrans" cxnId="{42D74C26-1232-4839-B34D-1BDBEA51860C}">
      <dgm:prSet/>
      <dgm:spPr/>
      <dgm:t>
        <a:bodyPr/>
        <a:lstStyle/>
        <a:p>
          <a:endParaRPr lang="es-ES"/>
        </a:p>
      </dgm:t>
    </dgm:pt>
    <dgm:pt modelId="{84FFF914-8471-49CE-98DA-0E2DA8E53EF0}" type="sibTrans" cxnId="{42D74C26-1232-4839-B34D-1BDBEA51860C}">
      <dgm:prSet/>
      <dgm:spPr/>
      <dgm:t>
        <a:bodyPr/>
        <a:lstStyle/>
        <a:p>
          <a:endParaRPr lang="es-ES"/>
        </a:p>
      </dgm:t>
    </dgm:pt>
    <dgm:pt modelId="{2A98A669-02CF-4779-B903-44D8E6E4B2C0}" type="pres">
      <dgm:prSet presAssocID="{02AD5D5F-C7C0-4EDA-82B9-05EEDE0E7531}" presName="Name0" presStyleCnt="0">
        <dgm:presLayoutVars>
          <dgm:chMax val="7"/>
          <dgm:chPref val="7"/>
          <dgm:dir/>
        </dgm:presLayoutVars>
      </dgm:prSet>
      <dgm:spPr/>
    </dgm:pt>
    <dgm:pt modelId="{B789ED94-4B75-447A-A3D9-10DBE2DF3998}" type="pres">
      <dgm:prSet presAssocID="{02AD5D5F-C7C0-4EDA-82B9-05EEDE0E7531}" presName="Name1" presStyleCnt="0"/>
      <dgm:spPr/>
    </dgm:pt>
    <dgm:pt modelId="{393BD6D6-19AB-4CA4-8004-C4091518C440}" type="pres">
      <dgm:prSet presAssocID="{02AD5D5F-C7C0-4EDA-82B9-05EEDE0E7531}" presName="cycle" presStyleCnt="0"/>
      <dgm:spPr/>
    </dgm:pt>
    <dgm:pt modelId="{31FE363C-4A76-45F0-A792-B3E67C95D9A5}" type="pres">
      <dgm:prSet presAssocID="{02AD5D5F-C7C0-4EDA-82B9-05EEDE0E7531}" presName="srcNode" presStyleLbl="node1" presStyleIdx="0" presStyleCnt="1"/>
      <dgm:spPr/>
    </dgm:pt>
    <dgm:pt modelId="{00424E4B-00D1-4A8E-AD25-6CCAA27D761A}" type="pres">
      <dgm:prSet presAssocID="{02AD5D5F-C7C0-4EDA-82B9-05EEDE0E7531}" presName="conn" presStyleLbl="parChTrans1D2" presStyleIdx="0" presStyleCnt="1"/>
      <dgm:spPr/>
    </dgm:pt>
    <dgm:pt modelId="{6D8AEBCE-D13C-403A-A26B-5A0D09B51B1C}" type="pres">
      <dgm:prSet presAssocID="{02AD5D5F-C7C0-4EDA-82B9-05EEDE0E7531}" presName="extraNode" presStyleLbl="node1" presStyleIdx="0" presStyleCnt="1"/>
      <dgm:spPr/>
    </dgm:pt>
    <dgm:pt modelId="{A5E91601-C3D6-4C8A-BE8D-3DDB5FDE6EFA}" type="pres">
      <dgm:prSet presAssocID="{02AD5D5F-C7C0-4EDA-82B9-05EEDE0E7531}" presName="dstNode" presStyleLbl="node1" presStyleIdx="0" presStyleCnt="1"/>
      <dgm:spPr/>
    </dgm:pt>
    <dgm:pt modelId="{695E6E63-F60C-47DC-B548-AE19FC3C0835}" type="pres">
      <dgm:prSet presAssocID="{EA585B7F-4624-462B-905E-A473BEA0881B}" presName="text_1" presStyleLbl="node1" presStyleIdx="0" presStyleCnt="1" custLinFactNeighborX="-1123" custLinFactNeighborY="-3724">
        <dgm:presLayoutVars>
          <dgm:bulletEnabled val="1"/>
        </dgm:presLayoutVars>
      </dgm:prSet>
      <dgm:spPr/>
    </dgm:pt>
    <dgm:pt modelId="{0B78F8F1-C66F-43AC-AFBC-BDAD5AB4C3D7}" type="pres">
      <dgm:prSet presAssocID="{EA585B7F-4624-462B-905E-A473BEA0881B}" presName="accent_1" presStyleCnt="0"/>
      <dgm:spPr/>
    </dgm:pt>
    <dgm:pt modelId="{554DEC55-AFC4-46B1-ACCD-833B14A7D06A}" type="pres">
      <dgm:prSet presAssocID="{EA585B7F-4624-462B-905E-A473BEA0881B}" presName="accentRepeatNode" presStyleLbl="solidFgAcc1" presStyleIdx="0" presStyleCnt="1" custScaleX="54058"/>
      <dgm:spPr/>
    </dgm:pt>
  </dgm:ptLst>
  <dgm:cxnLst>
    <dgm:cxn modelId="{42D74C26-1232-4839-B34D-1BDBEA51860C}" srcId="{02AD5D5F-C7C0-4EDA-82B9-05EEDE0E7531}" destId="{EA585B7F-4624-462B-905E-A473BEA0881B}" srcOrd="0" destOrd="0" parTransId="{25D0ECA8-6E2F-4A5B-903A-8AE40EA7B87A}" sibTransId="{84FFF914-8471-49CE-98DA-0E2DA8E53EF0}"/>
    <dgm:cxn modelId="{C1F6F50C-CFA0-4D6A-8EC9-B5FF4AF3E64F}" type="presOf" srcId="{84FFF914-8471-49CE-98DA-0E2DA8E53EF0}" destId="{00424E4B-00D1-4A8E-AD25-6CCAA27D761A}" srcOrd="0" destOrd="0" presId="urn:microsoft.com/office/officeart/2008/layout/VerticalCurvedList"/>
    <dgm:cxn modelId="{4F93200B-FC33-4B8C-B695-5E3B12DA3E7B}" type="presOf" srcId="{EA585B7F-4624-462B-905E-A473BEA0881B}" destId="{695E6E63-F60C-47DC-B548-AE19FC3C0835}" srcOrd="0" destOrd="0" presId="urn:microsoft.com/office/officeart/2008/layout/VerticalCurvedList"/>
    <dgm:cxn modelId="{39D04C11-D156-430C-A514-871594DF2FBB}" type="presOf" srcId="{02AD5D5F-C7C0-4EDA-82B9-05EEDE0E7531}" destId="{2A98A669-02CF-4779-B903-44D8E6E4B2C0}" srcOrd="0" destOrd="0" presId="urn:microsoft.com/office/officeart/2008/layout/VerticalCurvedList"/>
    <dgm:cxn modelId="{D7F3E0AB-DBA8-491F-87C7-4ECED371D957}" type="presParOf" srcId="{2A98A669-02CF-4779-B903-44D8E6E4B2C0}" destId="{B789ED94-4B75-447A-A3D9-10DBE2DF3998}" srcOrd="0" destOrd="0" presId="urn:microsoft.com/office/officeart/2008/layout/VerticalCurvedList"/>
    <dgm:cxn modelId="{976294D3-514C-4DA8-942C-2EE558531BF2}" type="presParOf" srcId="{B789ED94-4B75-447A-A3D9-10DBE2DF3998}" destId="{393BD6D6-19AB-4CA4-8004-C4091518C440}" srcOrd="0" destOrd="0" presId="urn:microsoft.com/office/officeart/2008/layout/VerticalCurvedList"/>
    <dgm:cxn modelId="{7AF839B6-3AAC-456D-8B19-F74AFF6CB5F0}" type="presParOf" srcId="{393BD6D6-19AB-4CA4-8004-C4091518C440}" destId="{31FE363C-4A76-45F0-A792-B3E67C95D9A5}" srcOrd="0" destOrd="0" presId="urn:microsoft.com/office/officeart/2008/layout/VerticalCurvedList"/>
    <dgm:cxn modelId="{5828F76E-8152-4426-8C86-D7B4A05BAF76}" type="presParOf" srcId="{393BD6D6-19AB-4CA4-8004-C4091518C440}" destId="{00424E4B-00D1-4A8E-AD25-6CCAA27D761A}" srcOrd="1" destOrd="0" presId="urn:microsoft.com/office/officeart/2008/layout/VerticalCurvedList"/>
    <dgm:cxn modelId="{96F3A448-AB23-48DA-8B10-20FD6C24893B}" type="presParOf" srcId="{393BD6D6-19AB-4CA4-8004-C4091518C440}" destId="{6D8AEBCE-D13C-403A-A26B-5A0D09B51B1C}" srcOrd="2" destOrd="0" presId="urn:microsoft.com/office/officeart/2008/layout/VerticalCurvedList"/>
    <dgm:cxn modelId="{2C5EDC3B-7EAF-4F02-AE1A-6EF2037DFB1C}" type="presParOf" srcId="{393BD6D6-19AB-4CA4-8004-C4091518C440}" destId="{A5E91601-C3D6-4C8A-BE8D-3DDB5FDE6EFA}" srcOrd="3" destOrd="0" presId="urn:microsoft.com/office/officeart/2008/layout/VerticalCurvedList"/>
    <dgm:cxn modelId="{3146E400-DCD2-4F0C-B321-839DAB7251BE}" type="presParOf" srcId="{B789ED94-4B75-447A-A3D9-10DBE2DF3998}" destId="{695E6E63-F60C-47DC-B548-AE19FC3C0835}" srcOrd="1" destOrd="0" presId="urn:microsoft.com/office/officeart/2008/layout/VerticalCurvedList"/>
    <dgm:cxn modelId="{500B2329-5F14-4E21-8893-D0CA9000487F}" type="presParOf" srcId="{B789ED94-4B75-447A-A3D9-10DBE2DF3998}" destId="{0B78F8F1-C66F-43AC-AFBC-BDAD5AB4C3D7}" srcOrd="2" destOrd="0" presId="urn:microsoft.com/office/officeart/2008/layout/VerticalCurvedList"/>
    <dgm:cxn modelId="{87F1F8EA-9430-466F-AEE6-ADC4CD7E044C}" type="presParOf" srcId="{0B78F8F1-C66F-43AC-AFBC-BDAD5AB4C3D7}" destId="{554DEC55-AFC4-46B1-ACCD-833B14A7D06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658079-30A4-4581-A24E-4FAFC8BB9A98}"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ES"/>
        </a:p>
      </dgm:t>
    </dgm:pt>
    <dgm:pt modelId="{0AAA46A6-8FA7-4F90-8094-8D79742DD5D7}">
      <dgm:prSet phldrT="[Texto]"/>
      <dgm:spPr/>
      <dgm:t>
        <a:bodyPr/>
        <a:lstStyle/>
        <a:p>
          <a:r>
            <a:rPr lang="es-ES" dirty="0" smtClean="0"/>
            <a:t>DEMENCIA </a:t>
          </a:r>
          <a:endParaRPr lang="es-ES" dirty="0"/>
        </a:p>
      </dgm:t>
    </dgm:pt>
    <dgm:pt modelId="{DC4DB827-F7F5-493F-AAD7-D0F3FD8508EF}" type="parTrans" cxnId="{74F85367-6841-4D6D-882B-A5DC1241A2CB}">
      <dgm:prSet/>
      <dgm:spPr/>
      <dgm:t>
        <a:bodyPr/>
        <a:lstStyle/>
        <a:p>
          <a:endParaRPr lang="es-ES"/>
        </a:p>
      </dgm:t>
    </dgm:pt>
    <dgm:pt modelId="{8291BEB0-9923-4129-8959-A7A245DA5169}" type="sibTrans" cxnId="{74F85367-6841-4D6D-882B-A5DC1241A2CB}">
      <dgm:prSet/>
      <dgm:spPr/>
      <dgm:t>
        <a:bodyPr/>
        <a:lstStyle/>
        <a:p>
          <a:endParaRPr lang="es-ES"/>
        </a:p>
      </dgm:t>
    </dgm:pt>
    <dgm:pt modelId="{503F89A8-C3D8-403D-879A-538D338E8CE8}">
      <dgm:prSet phldrT="[Texto]"/>
      <dgm:spPr/>
      <dgm:t>
        <a:bodyPr/>
        <a:lstStyle/>
        <a:p>
          <a:r>
            <a:rPr lang="es-ES" dirty="0" smtClean="0"/>
            <a:t>La demencia es un síndrome clínico caracterizado por perdida adquirida de habilidades cognitivas y emocionales, lo suficientemente importante para interferir con el funcionamiento diario y la calidad de vida</a:t>
          </a:r>
          <a:endParaRPr lang="es-ES" dirty="0"/>
        </a:p>
      </dgm:t>
    </dgm:pt>
    <dgm:pt modelId="{E2E669F8-2A0C-45C1-B2D9-E3C579247845}" type="parTrans" cxnId="{E09FE7AD-2B78-4D1C-AD74-AF3A9F8CD963}">
      <dgm:prSet/>
      <dgm:spPr/>
      <dgm:t>
        <a:bodyPr/>
        <a:lstStyle/>
        <a:p>
          <a:endParaRPr lang="es-ES"/>
        </a:p>
      </dgm:t>
    </dgm:pt>
    <dgm:pt modelId="{9E16BDEA-709C-4DAD-B999-DF2A9025BAC9}" type="sibTrans" cxnId="{E09FE7AD-2B78-4D1C-AD74-AF3A9F8CD963}">
      <dgm:prSet/>
      <dgm:spPr/>
      <dgm:t>
        <a:bodyPr/>
        <a:lstStyle/>
        <a:p>
          <a:endParaRPr lang="es-ES"/>
        </a:p>
      </dgm:t>
    </dgm:pt>
    <dgm:pt modelId="{AC1DA17D-50E3-47BA-B39D-838096309937}" type="pres">
      <dgm:prSet presAssocID="{38658079-30A4-4581-A24E-4FAFC8BB9A98}" presName="linearFlow" presStyleCnt="0">
        <dgm:presLayoutVars>
          <dgm:dir/>
          <dgm:animLvl val="lvl"/>
          <dgm:resizeHandles val="exact"/>
        </dgm:presLayoutVars>
      </dgm:prSet>
      <dgm:spPr/>
    </dgm:pt>
    <dgm:pt modelId="{BE5F2A8B-181D-45A1-93D5-C25547927A7D}" type="pres">
      <dgm:prSet presAssocID="{0AAA46A6-8FA7-4F90-8094-8D79742DD5D7}" presName="composite" presStyleCnt="0"/>
      <dgm:spPr/>
    </dgm:pt>
    <dgm:pt modelId="{3D1B27F1-AB00-498B-8B26-8F72A7D7E4E9}" type="pres">
      <dgm:prSet presAssocID="{0AAA46A6-8FA7-4F90-8094-8D79742DD5D7}" presName="parentText" presStyleLbl="alignNode1" presStyleIdx="0" presStyleCnt="1" custLinFactNeighborX="-27470" custLinFactNeighborY="-47409">
        <dgm:presLayoutVars>
          <dgm:chMax val="1"/>
          <dgm:bulletEnabled val="1"/>
        </dgm:presLayoutVars>
      </dgm:prSet>
      <dgm:spPr/>
      <dgm:t>
        <a:bodyPr/>
        <a:lstStyle/>
        <a:p>
          <a:endParaRPr lang="es-ES"/>
        </a:p>
      </dgm:t>
    </dgm:pt>
    <dgm:pt modelId="{4A17D322-B421-4BB4-B7D3-929D8E4A753F}" type="pres">
      <dgm:prSet presAssocID="{0AAA46A6-8FA7-4F90-8094-8D79742DD5D7}" presName="descendantText" presStyleLbl="alignAcc1" presStyleIdx="0" presStyleCnt="1">
        <dgm:presLayoutVars>
          <dgm:bulletEnabled val="1"/>
        </dgm:presLayoutVars>
      </dgm:prSet>
      <dgm:spPr/>
      <dgm:t>
        <a:bodyPr/>
        <a:lstStyle/>
        <a:p>
          <a:endParaRPr lang="es-ES"/>
        </a:p>
      </dgm:t>
    </dgm:pt>
  </dgm:ptLst>
  <dgm:cxnLst>
    <dgm:cxn modelId="{69D66A72-D966-4D7E-8DBD-4F9D0DFECA97}" type="presOf" srcId="{0AAA46A6-8FA7-4F90-8094-8D79742DD5D7}" destId="{3D1B27F1-AB00-498B-8B26-8F72A7D7E4E9}" srcOrd="0" destOrd="0" presId="urn:microsoft.com/office/officeart/2005/8/layout/chevron2"/>
    <dgm:cxn modelId="{49DBA0D3-DDB1-49EC-BCCA-ABD8FD95D7D3}" type="presOf" srcId="{38658079-30A4-4581-A24E-4FAFC8BB9A98}" destId="{AC1DA17D-50E3-47BA-B39D-838096309937}" srcOrd="0" destOrd="0" presId="urn:microsoft.com/office/officeart/2005/8/layout/chevron2"/>
    <dgm:cxn modelId="{114CED75-D12D-4EC0-925C-53264F6C20B3}" type="presOf" srcId="{503F89A8-C3D8-403D-879A-538D338E8CE8}" destId="{4A17D322-B421-4BB4-B7D3-929D8E4A753F}" srcOrd="0" destOrd="0" presId="urn:microsoft.com/office/officeart/2005/8/layout/chevron2"/>
    <dgm:cxn modelId="{74F85367-6841-4D6D-882B-A5DC1241A2CB}" srcId="{38658079-30A4-4581-A24E-4FAFC8BB9A98}" destId="{0AAA46A6-8FA7-4F90-8094-8D79742DD5D7}" srcOrd="0" destOrd="0" parTransId="{DC4DB827-F7F5-493F-AAD7-D0F3FD8508EF}" sibTransId="{8291BEB0-9923-4129-8959-A7A245DA5169}"/>
    <dgm:cxn modelId="{E09FE7AD-2B78-4D1C-AD74-AF3A9F8CD963}" srcId="{0AAA46A6-8FA7-4F90-8094-8D79742DD5D7}" destId="{503F89A8-C3D8-403D-879A-538D338E8CE8}" srcOrd="0" destOrd="0" parTransId="{E2E669F8-2A0C-45C1-B2D9-E3C579247845}" sibTransId="{9E16BDEA-709C-4DAD-B999-DF2A9025BAC9}"/>
    <dgm:cxn modelId="{CE40EE46-A7CB-401D-B287-9E18F27A851F}" type="presParOf" srcId="{AC1DA17D-50E3-47BA-B39D-838096309937}" destId="{BE5F2A8B-181D-45A1-93D5-C25547927A7D}" srcOrd="0" destOrd="0" presId="urn:microsoft.com/office/officeart/2005/8/layout/chevron2"/>
    <dgm:cxn modelId="{A3A1C24B-EEA7-441F-80CF-C5E0B2527EBB}" type="presParOf" srcId="{BE5F2A8B-181D-45A1-93D5-C25547927A7D}" destId="{3D1B27F1-AB00-498B-8B26-8F72A7D7E4E9}" srcOrd="0" destOrd="0" presId="urn:microsoft.com/office/officeart/2005/8/layout/chevron2"/>
    <dgm:cxn modelId="{1B8D60F6-F0C2-405F-B842-F4A5AAECD843}" type="presParOf" srcId="{BE5F2A8B-181D-45A1-93D5-C25547927A7D}" destId="{4A17D322-B421-4BB4-B7D3-929D8E4A753F}"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30178D1-6F18-495C-863F-EEE91C982685}"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s-ES"/>
        </a:p>
      </dgm:t>
    </dgm:pt>
    <dgm:pt modelId="{CD4FF7A8-25FB-4C39-9031-7A1EA33EC73A}">
      <dgm:prSet phldrT="[Texto]" custT="1"/>
      <dgm:spPr/>
      <dgm:t>
        <a:bodyPr/>
        <a:lstStyle/>
        <a:p>
          <a:r>
            <a:rPr lang="es-ES" sz="1200" b="1" dirty="0" smtClean="0"/>
            <a:t>Demencia en enfermedad de Alzheimer </a:t>
          </a:r>
          <a:endParaRPr lang="es-ES" sz="1200" dirty="0"/>
        </a:p>
      </dgm:t>
    </dgm:pt>
    <dgm:pt modelId="{3E3CFF70-D1B1-498E-A01A-3A5BC73EDAA9}" type="parTrans" cxnId="{069B02B0-11F1-41F1-8AAA-6230D787226E}">
      <dgm:prSet/>
      <dgm:spPr/>
      <dgm:t>
        <a:bodyPr/>
        <a:lstStyle/>
        <a:p>
          <a:endParaRPr lang="es-ES"/>
        </a:p>
      </dgm:t>
    </dgm:pt>
    <dgm:pt modelId="{6B0A12F0-4E01-493C-BECE-713445234E95}" type="sibTrans" cxnId="{069B02B0-11F1-41F1-8AAA-6230D787226E}">
      <dgm:prSet/>
      <dgm:spPr/>
      <dgm:t>
        <a:bodyPr/>
        <a:lstStyle/>
        <a:p>
          <a:endParaRPr lang="es-ES"/>
        </a:p>
      </dgm:t>
    </dgm:pt>
    <dgm:pt modelId="{72F8C185-DB55-4BB5-8262-5403DFFE8507}">
      <dgm:prSet custT="1"/>
      <dgm:spPr/>
      <dgm:t>
        <a:bodyPr/>
        <a:lstStyle/>
        <a:p>
          <a:r>
            <a:rPr lang="es-ES" sz="1200" dirty="0" smtClean="0"/>
            <a:t> De inicio temprano </a:t>
          </a:r>
          <a:endParaRPr lang="es-ES" sz="1200" dirty="0"/>
        </a:p>
      </dgm:t>
    </dgm:pt>
    <dgm:pt modelId="{DE90645A-47A1-45A2-B099-F57F273EBEF3}" type="parTrans" cxnId="{66DA595D-E787-46BF-96D1-D6C3848287D9}">
      <dgm:prSet/>
      <dgm:spPr/>
      <dgm:t>
        <a:bodyPr/>
        <a:lstStyle/>
        <a:p>
          <a:endParaRPr lang="es-ES"/>
        </a:p>
      </dgm:t>
    </dgm:pt>
    <dgm:pt modelId="{E746551B-75EF-4F89-9C76-B21408C76413}" type="sibTrans" cxnId="{66DA595D-E787-46BF-96D1-D6C3848287D9}">
      <dgm:prSet/>
      <dgm:spPr/>
      <dgm:t>
        <a:bodyPr/>
        <a:lstStyle/>
        <a:p>
          <a:endParaRPr lang="es-ES"/>
        </a:p>
      </dgm:t>
    </dgm:pt>
    <dgm:pt modelId="{3A04050E-06E4-4628-B62A-FEF052CC22C1}">
      <dgm:prSet custT="1"/>
      <dgm:spPr/>
      <dgm:t>
        <a:bodyPr/>
        <a:lstStyle/>
        <a:p>
          <a:r>
            <a:rPr lang="es-ES" sz="1200" dirty="0" smtClean="0"/>
            <a:t> De inicio tardío </a:t>
          </a:r>
          <a:endParaRPr lang="es-ES" sz="1200" dirty="0"/>
        </a:p>
      </dgm:t>
    </dgm:pt>
    <dgm:pt modelId="{D5B0A683-2D0B-4653-A588-64426E7236F3}" type="parTrans" cxnId="{19BE3F2A-9D6C-41F0-99AD-AE80338AE12F}">
      <dgm:prSet/>
      <dgm:spPr/>
      <dgm:t>
        <a:bodyPr/>
        <a:lstStyle/>
        <a:p>
          <a:endParaRPr lang="es-ES"/>
        </a:p>
      </dgm:t>
    </dgm:pt>
    <dgm:pt modelId="{CAEDB80A-D6FC-42F7-80BF-D0B9D44D4779}" type="sibTrans" cxnId="{19BE3F2A-9D6C-41F0-99AD-AE80338AE12F}">
      <dgm:prSet/>
      <dgm:spPr/>
      <dgm:t>
        <a:bodyPr/>
        <a:lstStyle/>
        <a:p>
          <a:endParaRPr lang="es-ES"/>
        </a:p>
      </dgm:t>
    </dgm:pt>
    <dgm:pt modelId="{C3AEBC55-533C-49F5-83C6-9D252A72ECE3}">
      <dgm:prSet custT="1"/>
      <dgm:spPr/>
      <dgm:t>
        <a:bodyPr/>
        <a:lstStyle/>
        <a:p>
          <a:r>
            <a:rPr lang="es-ES" sz="1200" dirty="0" smtClean="0"/>
            <a:t> Mixta o atípica </a:t>
          </a:r>
          <a:endParaRPr lang="es-ES" sz="1200" dirty="0"/>
        </a:p>
      </dgm:t>
    </dgm:pt>
    <dgm:pt modelId="{242EDF18-1368-4902-9102-3ED2A1A2183F}" type="parTrans" cxnId="{52333B57-4042-4A59-BB0C-D167DBD92720}">
      <dgm:prSet/>
      <dgm:spPr/>
      <dgm:t>
        <a:bodyPr/>
        <a:lstStyle/>
        <a:p>
          <a:endParaRPr lang="es-ES"/>
        </a:p>
      </dgm:t>
    </dgm:pt>
    <dgm:pt modelId="{F2D37D18-9886-44A0-A2EF-8E4CA5DD4CF5}" type="sibTrans" cxnId="{52333B57-4042-4A59-BB0C-D167DBD92720}">
      <dgm:prSet/>
      <dgm:spPr/>
      <dgm:t>
        <a:bodyPr/>
        <a:lstStyle/>
        <a:p>
          <a:endParaRPr lang="es-ES"/>
        </a:p>
      </dgm:t>
    </dgm:pt>
    <dgm:pt modelId="{EA9151C6-9A20-4E36-9C3C-3E942CEC4090}">
      <dgm:prSet custT="1"/>
      <dgm:spPr/>
      <dgm:t>
        <a:bodyPr/>
        <a:lstStyle/>
        <a:p>
          <a:r>
            <a:rPr lang="es-ES" sz="1200" dirty="0" smtClean="0"/>
            <a:t> Inespecífica </a:t>
          </a:r>
          <a:endParaRPr lang="es-ES" sz="1200" dirty="0"/>
        </a:p>
      </dgm:t>
    </dgm:pt>
    <dgm:pt modelId="{8041B193-0DF3-479D-9A3C-01FA1E4AEF62}" type="parTrans" cxnId="{E1B219AF-3073-4E60-82E5-B7264FCAA93A}">
      <dgm:prSet/>
      <dgm:spPr/>
      <dgm:t>
        <a:bodyPr/>
        <a:lstStyle/>
        <a:p>
          <a:endParaRPr lang="es-ES"/>
        </a:p>
      </dgm:t>
    </dgm:pt>
    <dgm:pt modelId="{12611047-D699-410F-B3BC-50A0A3AAE9D0}" type="sibTrans" cxnId="{E1B219AF-3073-4E60-82E5-B7264FCAA93A}">
      <dgm:prSet/>
      <dgm:spPr/>
      <dgm:t>
        <a:bodyPr/>
        <a:lstStyle/>
        <a:p>
          <a:endParaRPr lang="es-ES"/>
        </a:p>
      </dgm:t>
    </dgm:pt>
    <dgm:pt modelId="{0C63C2F4-735A-49BB-BF60-2C9789A4270C}">
      <dgm:prSet custT="1"/>
      <dgm:spPr/>
      <dgm:t>
        <a:bodyPr/>
        <a:lstStyle/>
        <a:p>
          <a:r>
            <a:rPr lang="es-ES" sz="1200" b="1" dirty="0" smtClean="0"/>
            <a:t>Demencia vascular </a:t>
          </a:r>
          <a:endParaRPr lang="es-ES" sz="1200" dirty="0"/>
        </a:p>
      </dgm:t>
    </dgm:pt>
    <dgm:pt modelId="{CD4A1D17-A61D-47FB-A322-DDAD3D8901ED}" type="parTrans" cxnId="{0BAB38D4-0971-4C89-8DF4-1A137C1DDB35}">
      <dgm:prSet/>
      <dgm:spPr/>
      <dgm:t>
        <a:bodyPr/>
        <a:lstStyle/>
        <a:p>
          <a:endParaRPr lang="es-ES"/>
        </a:p>
      </dgm:t>
    </dgm:pt>
    <dgm:pt modelId="{409E1D84-C0BA-4274-8DBF-8DBC10A50B51}" type="sibTrans" cxnId="{0BAB38D4-0971-4C89-8DF4-1A137C1DDB35}">
      <dgm:prSet/>
      <dgm:spPr/>
      <dgm:t>
        <a:bodyPr/>
        <a:lstStyle/>
        <a:p>
          <a:endParaRPr lang="es-ES"/>
        </a:p>
      </dgm:t>
    </dgm:pt>
    <dgm:pt modelId="{9005F749-81D6-4438-9CEF-4D2DF2355409}">
      <dgm:prSet custT="1"/>
      <dgm:spPr/>
      <dgm:t>
        <a:bodyPr/>
        <a:lstStyle/>
        <a:p>
          <a:r>
            <a:rPr lang="es-ES" sz="1200" dirty="0" smtClean="0"/>
            <a:t> De inicio agudo </a:t>
          </a:r>
          <a:endParaRPr lang="es-ES" sz="1200" dirty="0"/>
        </a:p>
      </dgm:t>
    </dgm:pt>
    <dgm:pt modelId="{BADB6C7B-8CFF-4ABF-BF12-E78B3CD96F9D}" type="parTrans" cxnId="{9D71B480-F000-4790-89BA-2064670E20EB}">
      <dgm:prSet/>
      <dgm:spPr/>
      <dgm:t>
        <a:bodyPr/>
        <a:lstStyle/>
        <a:p>
          <a:endParaRPr lang="es-ES"/>
        </a:p>
      </dgm:t>
    </dgm:pt>
    <dgm:pt modelId="{D974CB35-5A35-47D1-B9F1-E8817204E780}" type="sibTrans" cxnId="{9D71B480-F000-4790-89BA-2064670E20EB}">
      <dgm:prSet/>
      <dgm:spPr/>
      <dgm:t>
        <a:bodyPr/>
        <a:lstStyle/>
        <a:p>
          <a:endParaRPr lang="es-ES"/>
        </a:p>
      </dgm:t>
    </dgm:pt>
    <dgm:pt modelId="{23030DDA-0717-4B2F-A852-A8EE2E5C19C1}">
      <dgm:prSet custT="1"/>
      <dgm:spPr/>
      <dgm:t>
        <a:bodyPr/>
        <a:lstStyle/>
        <a:p>
          <a:r>
            <a:rPr lang="es-ES" sz="1200" dirty="0" smtClean="0"/>
            <a:t> </a:t>
          </a:r>
          <a:r>
            <a:rPr lang="es-ES" sz="1200" dirty="0" err="1" smtClean="0"/>
            <a:t>Multi</a:t>
          </a:r>
          <a:r>
            <a:rPr lang="es-ES" sz="1200" dirty="0" smtClean="0"/>
            <a:t>-infarto </a:t>
          </a:r>
          <a:endParaRPr lang="es-ES" sz="1200" dirty="0"/>
        </a:p>
      </dgm:t>
    </dgm:pt>
    <dgm:pt modelId="{21A91637-388E-4F5E-B6CB-645DAD158DD0}" type="parTrans" cxnId="{2895348F-3358-4461-B3C6-B509C8037A65}">
      <dgm:prSet/>
      <dgm:spPr/>
      <dgm:t>
        <a:bodyPr/>
        <a:lstStyle/>
        <a:p>
          <a:endParaRPr lang="es-ES"/>
        </a:p>
      </dgm:t>
    </dgm:pt>
    <dgm:pt modelId="{A2A94897-87A6-49BB-B879-23345A5B9DD8}" type="sibTrans" cxnId="{2895348F-3358-4461-B3C6-B509C8037A65}">
      <dgm:prSet/>
      <dgm:spPr/>
      <dgm:t>
        <a:bodyPr/>
        <a:lstStyle/>
        <a:p>
          <a:endParaRPr lang="es-ES"/>
        </a:p>
      </dgm:t>
    </dgm:pt>
    <dgm:pt modelId="{03F5F714-8E12-43AD-948D-F5ACFD6275D4}">
      <dgm:prSet custT="1"/>
      <dgm:spPr/>
      <dgm:t>
        <a:bodyPr/>
        <a:lstStyle/>
        <a:p>
          <a:r>
            <a:rPr lang="es-ES" sz="1200" dirty="0" smtClean="0"/>
            <a:t> Vascular subcortical </a:t>
          </a:r>
          <a:endParaRPr lang="es-ES" sz="1200" dirty="0"/>
        </a:p>
      </dgm:t>
    </dgm:pt>
    <dgm:pt modelId="{647E11D4-C929-4841-A6EC-FA4A504DCE6C}" type="parTrans" cxnId="{A038AA00-14AD-4408-B016-A1FCF742D726}">
      <dgm:prSet/>
      <dgm:spPr/>
      <dgm:t>
        <a:bodyPr/>
        <a:lstStyle/>
        <a:p>
          <a:endParaRPr lang="es-ES"/>
        </a:p>
      </dgm:t>
    </dgm:pt>
    <dgm:pt modelId="{14713655-DDCB-4C5B-B397-135E32AD4FA3}" type="sibTrans" cxnId="{A038AA00-14AD-4408-B016-A1FCF742D726}">
      <dgm:prSet/>
      <dgm:spPr/>
      <dgm:t>
        <a:bodyPr/>
        <a:lstStyle/>
        <a:p>
          <a:endParaRPr lang="es-ES"/>
        </a:p>
      </dgm:t>
    </dgm:pt>
    <dgm:pt modelId="{889E7DFD-4C05-4263-AC0E-24EE852D8594}">
      <dgm:prSet custT="1"/>
      <dgm:spPr/>
      <dgm:t>
        <a:bodyPr/>
        <a:lstStyle/>
        <a:p>
          <a:r>
            <a:rPr lang="es-ES" sz="1200" dirty="0" smtClean="0"/>
            <a:t> Mixta: subcortical y cortical </a:t>
          </a:r>
          <a:endParaRPr lang="es-ES" sz="1200" dirty="0"/>
        </a:p>
      </dgm:t>
    </dgm:pt>
    <dgm:pt modelId="{5267093A-D054-4446-A13B-87102A103C9F}" type="parTrans" cxnId="{630D8BFC-2FC6-4305-A023-E7828007D70C}">
      <dgm:prSet/>
      <dgm:spPr/>
      <dgm:t>
        <a:bodyPr/>
        <a:lstStyle/>
        <a:p>
          <a:endParaRPr lang="es-ES"/>
        </a:p>
      </dgm:t>
    </dgm:pt>
    <dgm:pt modelId="{9670C95C-A2A3-4A57-92FD-F94B706F5AC8}" type="sibTrans" cxnId="{630D8BFC-2FC6-4305-A023-E7828007D70C}">
      <dgm:prSet/>
      <dgm:spPr/>
      <dgm:t>
        <a:bodyPr/>
        <a:lstStyle/>
        <a:p>
          <a:endParaRPr lang="es-ES"/>
        </a:p>
      </dgm:t>
    </dgm:pt>
    <dgm:pt modelId="{6BA16CA6-CAEA-43B1-B208-4D42FAD4B960}">
      <dgm:prSet custT="1"/>
      <dgm:spPr/>
      <dgm:t>
        <a:bodyPr/>
        <a:lstStyle/>
        <a:p>
          <a:r>
            <a:rPr lang="es-ES" sz="1200" dirty="0" smtClean="0"/>
            <a:t> Otras demencias vasculares </a:t>
          </a:r>
          <a:endParaRPr lang="es-ES" sz="1200" dirty="0"/>
        </a:p>
      </dgm:t>
    </dgm:pt>
    <dgm:pt modelId="{FC0AA3E6-6494-4E66-819C-FA49A592FA64}" type="parTrans" cxnId="{F86516C6-EF19-4067-8754-5E423452EB0C}">
      <dgm:prSet/>
      <dgm:spPr/>
      <dgm:t>
        <a:bodyPr/>
        <a:lstStyle/>
        <a:p>
          <a:endParaRPr lang="es-ES"/>
        </a:p>
      </dgm:t>
    </dgm:pt>
    <dgm:pt modelId="{1B187EE1-E43E-40AD-8C4F-F83FF01D3F2B}" type="sibTrans" cxnId="{F86516C6-EF19-4067-8754-5E423452EB0C}">
      <dgm:prSet/>
      <dgm:spPr/>
      <dgm:t>
        <a:bodyPr/>
        <a:lstStyle/>
        <a:p>
          <a:endParaRPr lang="es-ES"/>
        </a:p>
      </dgm:t>
    </dgm:pt>
    <dgm:pt modelId="{95407449-FE42-410C-A8C1-C62E08F6C37A}">
      <dgm:prSet custT="1"/>
      <dgm:spPr/>
      <dgm:t>
        <a:bodyPr/>
        <a:lstStyle/>
        <a:p>
          <a:r>
            <a:rPr lang="es-ES" sz="1200" dirty="0" smtClean="0"/>
            <a:t> Inespecífica </a:t>
          </a:r>
          <a:endParaRPr lang="es-ES" sz="1200" dirty="0"/>
        </a:p>
      </dgm:t>
    </dgm:pt>
    <dgm:pt modelId="{954B35E0-179F-4296-8DB1-D6044F97CEF9}" type="parTrans" cxnId="{113009C4-E73F-42E8-AACB-17ED307AB97D}">
      <dgm:prSet/>
      <dgm:spPr/>
      <dgm:t>
        <a:bodyPr/>
        <a:lstStyle/>
        <a:p>
          <a:endParaRPr lang="es-ES"/>
        </a:p>
      </dgm:t>
    </dgm:pt>
    <dgm:pt modelId="{E6DD660D-76AC-41AF-872C-05775699E317}" type="sibTrans" cxnId="{113009C4-E73F-42E8-AACB-17ED307AB97D}">
      <dgm:prSet/>
      <dgm:spPr/>
      <dgm:t>
        <a:bodyPr/>
        <a:lstStyle/>
        <a:p>
          <a:endParaRPr lang="es-ES"/>
        </a:p>
      </dgm:t>
    </dgm:pt>
    <dgm:pt modelId="{F9AFCE0E-9564-4838-9320-D43343989327}">
      <dgm:prSet custT="1"/>
      <dgm:spPr/>
      <dgm:t>
        <a:bodyPr/>
        <a:lstStyle/>
        <a:p>
          <a:r>
            <a:rPr lang="es-ES" sz="1200" b="1" dirty="0" smtClean="0"/>
            <a:t>Demencias propias de otras enfermedades </a:t>
          </a:r>
          <a:endParaRPr lang="es-ES" sz="1200" dirty="0"/>
        </a:p>
      </dgm:t>
    </dgm:pt>
    <dgm:pt modelId="{9D7A7B5E-BA69-405E-BEC5-295F93E54FAF}" type="parTrans" cxnId="{45E0FF06-F940-4D4C-A936-3042D587EBEE}">
      <dgm:prSet/>
      <dgm:spPr/>
      <dgm:t>
        <a:bodyPr/>
        <a:lstStyle/>
        <a:p>
          <a:endParaRPr lang="es-ES"/>
        </a:p>
      </dgm:t>
    </dgm:pt>
    <dgm:pt modelId="{40B1B1BB-76F6-429A-85A0-04A969DD3596}" type="sibTrans" cxnId="{45E0FF06-F940-4D4C-A936-3042D587EBEE}">
      <dgm:prSet/>
      <dgm:spPr/>
      <dgm:t>
        <a:bodyPr/>
        <a:lstStyle/>
        <a:p>
          <a:endParaRPr lang="es-ES"/>
        </a:p>
      </dgm:t>
    </dgm:pt>
    <dgm:pt modelId="{5A267CB9-9023-4053-ADA6-18244761B379}">
      <dgm:prSet custT="1"/>
      <dgm:spPr/>
      <dgm:t>
        <a:bodyPr/>
        <a:lstStyle/>
        <a:p>
          <a:r>
            <a:rPr lang="es-ES" sz="1200" dirty="0" smtClean="0"/>
            <a:t> Enfermedad de Pick </a:t>
          </a:r>
          <a:endParaRPr lang="es-ES" sz="1200" dirty="0"/>
        </a:p>
      </dgm:t>
    </dgm:pt>
    <dgm:pt modelId="{20320443-D6DF-435D-BE55-19E51CC5A63D}" type="parTrans" cxnId="{158CC215-D178-494D-A86D-2D5852554446}">
      <dgm:prSet/>
      <dgm:spPr/>
      <dgm:t>
        <a:bodyPr/>
        <a:lstStyle/>
        <a:p>
          <a:endParaRPr lang="es-ES"/>
        </a:p>
      </dgm:t>
    </dgm:pt>
    <dgm:pt modelId="{E605AFC0-7E0E-4248-8F28-FD590A59DAC3}" type="sibTrans" cxnId="{158CC215-D178-494D-A86D-2D5852554446}">
      <dgm:prSet/>
      <dgm:spPr/>
      <dgm:t>
        <a:bodyPr/>
        <a:lstStyle/>
        <a:p>
          <a:endParaRPr lang="es-ES"/>
        </a:p>
      </dgm:t>
    </dgm:pt>
    <dgm:pt modelId="{D76A4878-03DE-4CE9-8122-637EEEBA58E4}">
      <dgm:prSet custT="1"/>
      <dgm:spPr/>
      <dgm:t>
        <a:bodyPr/>
        <a:lstStyle/>
        <a:p>
          <a:r>
            <a:rPr lang="es-ES" sz="1200" dirty="0" smtClean="0"/>
            <a:t> Enfermedad de </a:t>
          </a:r>
          <a:r>
            <a:rPr lang="es-ES" sz="1200" dirty="0" err="1" smtClean="0"/>
            <a:t>Creutzfeldt</a:t>
          </a:r>
          <a:r>
            <a:rPr lang="es-ES" sz="1200" dirty="0" smtClean="0"/>
            <a:t>-Jakob </a:t>
          </a:r>
          <a:endParaRPr lang="es-ES" sz="1200" dirty="0"/>
        </a:p>
      </dgm:t>
    </dgm:pt>
    <dgm:pt modelId="{4FDAA623-66AD-4B49-B1F5-083DB41FE4E3}" type="parTrans" cxnId="{FA2FF7F2-197E-4F5C-9095-7250D66484BF}">
      <dgm:prSet/>
      <dgm:spPr/>
      <dgm:t>
        <a:bodyPr/>
        <a:lstStyle/>
        <a:p>
          <a:endParaRPr lang="es-ES"/>
        </a:p>
      </dgm:t>
    </dgm:pt>
    <dgm:pt modelId="{2EA325BA-793C-4130-AFE6-CBEC05EFAFD0}" type="sibTrans" cxnId="{FA2FF7F2-197E-4F5C-9095-7250D66484BF}">
      <dgm:prSet/>
      <dgm:spPr/>
      <dgm:t>
        <a:bodyPr/>
        <a:lstStyle/>
        <a:p>
          <a:endParaRPr lang="es-ES"/>
        </a:p>
      </dgm:t>
    </dgm:pt>
    <dgm:pt modelId="{E09F7AD9-53B4-467A-8730-48648FF53B37}">
      <dgm:prSet custT="1"/>
      <dgm:spPr/>
      <dgm:t>
        <a:bodyPr/>
        <a:lstStyle/>
        <a:p>
          <a:r>
            <a:rPr lang="es-ES" sz="1200" dirty="0" smtClean="0"/>
            <a:t> Enfermedad de Huntington </a:t>
          </a:r>
          <a:endParaRPr lang="es-ES" sz="1200" dirty="0"/>
        </a:p>
      </dgm:t>
    </dgm:pt>
    <dgm:pt modelId="{D82677F7-A5D9-469E-83EF-782D58259ED6}" type="parTrans" cxnId="{B96CF4FC-9759-4B16-B7B6-1B8D80CA4482}">
      <dgm:prSet/>
      <dgm:spPr/>
      <dgm:t>
        <a:bodyPr/>
        <a:lstStyle/>
        <a:p>
          <a:endParaRPr lang="es-ES"/>
        </a:p>
      </dgm:t>
    </dgm:pt>
    <dgm:pt modelId="{1E5B1D34-7B3E-4E57-8576-D9C1C46809B0}" type="sibTrans" cxnId="{B96CF4FC-9759-4B16-B7B6-1B8D80CA4482}">
      <dgm:prSet/>
      <dgm:spPr/>
      <dgm:t>
        <a:bodyPr/>
        <a:lstStyle/>
        <a:p>
          <a:endParaRPr lang="es-ES"/>
        </a:p>
      </dgm:t>
    </dgm:pt>
    <dgm:pt modelId="{709B0F81-2CEB-4DAF-AE84-9237608B9075}">
      <dgm:prSet custT="1"/>
      <dgm:spPr/>
      <dgm:t>
        <a:bodyPr/>
        <a:lstStyle/>
        <a:p>
          <a:r>
            <a:rPr lang="es-ES" sz="1200" dirty="0" smtClean="0"/>
            <a:t> Enfermedad de Parkinson </a:t>
          </a:r>
          <a:endParaRPr lang="es-ES" sz="1200" dirty="0"/>
        </a:p>
      </dgm:t>
    </dgm:pt>
    <dgm:pt modelId="{171C7EB4-BF98-4A25-BBBE-57A91276E075}" type="parTrans" cxnId="{6ABB1C2F-5466-43E6-940E-85B83225E5D7}">
      <dgm:prSet/>
      <dgm:spPr/>
      <dgm:t>
        <a:bodyPr/>
        <a:lstStyle/>
        <a:p>
          <a:endParaRPr lang="es-ES"/>
        </a:p>
      </dgm:t>
    </dgm:pt>
    <dgm:pt modelId="{CC1454FD-69C0-4A78-B73C-6A909218872A}" type="sibTrans" cxnId="{6ABB1C2F-5466-43E6-940E-85B83225E5D7}">
      <dgm:prSet/>
      <dgm:spPr/>
      <dgm:t>
        <a:bodyPr/>
        <a:lstStyle/>
        <a:p>
          <a:endParaRPr lang="es-ES"/>
        </a:p>
      </dgm:t>
    </dgm:pt>
    <dgm:pt modelId="{6CEA04CD-9AC5-43E3-B9CB-EF35066333CC}">
      <dgm:prSet custT="1"/>
      <dgm:spPr/>
      <dgm:t>
        <a:bodyPr/>
        <a:lstStyle/>
        <a:p>
          <a:r>
            <a:rPr lang="es-ES" sz="1200" dirty="0" smtClean="0"/>
            <a:t> Asociada a infección por virus de inmunodeficiencia humana (VIH) </a:t>
          </a:r>
          <a:endParaRPr lang="es-ES" sz="1200" dirty="0"/>
        </a:p>
      </dgm:t>
    </dgm:pt>
    <dgm:pt modelId="{D6C1EF1B-8AD1-4678-87EC-7031981F46A6}" type="parTrans" cxnId="{E20CB225-E018-4667-8E48-E2C79530508A}">
      <dgm:prSet/>
      <dgm:spPr/>
      <dgm:t>
        <a:bodyPr/>
        <a:lstStyle/>
        <a:p>
          <a:endParaRPr lang="es-ES"/>
        </a:p>
      </dgm:t>
    </dgm:pt>
    <dgm:pt modelId="{AC8B06A2-91B8-48FF-90D4-0A714525BA20}" type="sibTrans" cxnId="{E20CB225-E018-4667-8E48-E2C79530508A}">
      <dgm:prSet/>
      <dgm:spPr/>
      <dgm:t>
        <a:bodyPr/>
        <a:lstStyle/>
        <a:p>
          <a:endParaRPr lang="es-ES"/>
        </a:p>
      </dgm:t>
    </dgm:pt>
    <dgm:pt modelId="{86364A63-036D-40D1-B686-956039F40CF6}">
      <dgm:prSet custT="1"/>
      <dgm:spPr/>
      <dgm:t>
        <a:bodyPr/>
        <a:lstStyle/>
        <a:p>
          <a:r>
            <a:rPr lang="es-ES" sz="1200" dirty="0" smtClean="0"/>
            <a:t> Asociada a otras enfermedades </a:t>
          </a:r>
          <a:endParaRPr lang="es-ES" sz="1200" dirty="0"/>
        </a:p>
      </dgm:t>
    </dgm:pt>
    <dgm:pt modelId="{6CD4EAEF-63BD-4BFE-93C4-B52B36EBCBCF}" type="parTrans" cxnId="{9425BD29-AE17-4BBC-B2A4-EBD700272C2B}">
      <dgm:prSet/>
      <dgm:spPr/>
      <dgm:t>
        <a:bodyPr/>
        <a:lstStyle/>
        <a:p>
          <a:endParaRPr lang="es-ES"/>
        </a:p>
      </dgm:t>
    </dgm:pt>
    <dgm:pt modelId="{92B6DCE7-4570-4FD4-B74F-D4B40C4F3A21}" type="sibTrans" cxnId="{9425BD29-AE17-4BBC-B2A4-EBD700272C2B}">
      <dgm:prSet/>
      <dgm:spPr/>
      <dgm:t>
        <a:bodyPr/>
        <a:lstStyle/>
        <a:p>
          <a:endParaRPr lang="es-ES"/>
        </a:p>
      </dgm:t>
    </dgm:pt>
    <dgm:pt modelId="{F34826DD-5CA0-46BE-B9BD-D05E2A87D71E}">
      <dgm:prSet custT="1"/>
      <dgm:spPr/>
      <dgm:t>
        <a:bodyPr/>
        <a:lstStyle/>
        <a:p>
          <a:r>
            <a:rPr lang="es-ES" sz="1200" b="1" dirty="0" smtClean="0"/>
            <a:t>Demencia no especificada</a:t>
          </a:r>
          <a:endParaRPr lang="es-ES" sz="1200" dirty="0"/>
        </a:p>
      </dgm:t>
    </dgm:pt>
    <dgm:pt modelId="{89EB3FB8-D589-4621-8174-C85EFB3D145B}" type="parTrans" cxnId="{15798C4D-0390-4379-888E-55AACB755692}">
      <dgm:prSet/>
      <dgm:spPr/>
      <dgm:t>
        <a:bodyPr/>
        <a:lstStyle/>
        <a:p>
          <a:endParaRPr lang="es-ES"/>
        </a:p>
      </dgm:t>
    </dgm:pt>
    <dgm:pt modelId="{70ED9606-8EF9-4AB4-A3A0-C2F54B195181}" type="sibTrans" cxnId="{15798C4D-0390-4379-888E-55AACB755692}">
      <dgm:prSet/>
      <dgm:spPr/>
      <dgm:t>
        <a:bodyPr/>
        <a:lstStyle/>
        <a:p>
          <a:endParaRPr lang="es-ES"/>
        </a:p>
      </dgm:t>
    </dgm:pt>
    <dgm:pt modelId="{3D8A305A-21A0-4264-9A1B-2207323BD7D4}" type="pres">
      <dgm:prSet presAssocID="{030178D1-6F18-495C-863F-EEE91C982685}" presName="diagram" presStyleCnt="0">
        <dgm:presLayoutVars>
          <dgm:chPref val="1"/>
          <dgm:dir/>
          <dgm:animOne val="branch"/>
          <dgm:animLvl val="lvl"/>
          <dgm:resizeHandles/>
        </dgm:presLayoutVars>
      </dgm:prSet>
      <dgm:spPr/>
    </dgm:pt>
    <dgm:pt modelId="{F360BDBF-831E-4B60-AD10-1AC0A664059C}" type="pres">
      <dgm:prSet presAssocID="{CD4FF7A8-25FB-4C39-9031-7A1EA33EC73A}" presName="root" presStyleCnt="0"/>
      <dgm:spPr/>
    </dgm:pt>
    <dgm:pt modelId="{DEFAB1E1-67F4-4146-9BDF-206DC2F1F16B}" type="pres">
      <dgm:prSet presAssocID="{CD4FF7A8-25FB-4C39-9031-7A1EA33EC73A}" presName="rootComposite" presStyleCnt="0"/>
      <dgm:spPr/>
    </dgm:pt>
    <dgm:pt modelId="{86701D75-35B0-4B5F-AEA5-E78693E05579}" type="pres">
      <dgm:prSet presAssocID="{CD4FF7A8-25FB-4C39-9031-7A1EA33EC73A}" presName="rootText" presStyleLbl="node1" presStyleIdx="0" presStyleCnt="4" custScaleX="1733232" custScaleY="1130187"/>
      <dgm:spPr/>
      <dgm:t>
        <a:bodyPr/>
        <a:lstStyle/>
        <a:p>
          <a:endParaRPr lang="es-ES"/>
        </a:p>
      </dgm:t>
    </dgm:pt>
    <dgm:pt modelId="{536DF50A-CECE-43F0-AE7F-6751D500C261}" type="pres">
      <dgm:prSet presAssocID="{CD4FF7A8-25FB-4C39-9031-7A1EA33EC73A}" presName="rootConnector" presStyleLbl="node1" presStyleIdx="0" presStyleCnt="4"/>
      <dgm:spPr/>
    </dgm:pt>
    <dgm:pt modelId="{13EE1EB7-C383-4DF1-ADB4-4C8968E66AA3}" type="pres">
      <dgm:prSet presAssocID="{CD4FF7A8-25FB-4C39-9031-7A1EA33EC73A}" presName="childShape" presStyleCnt="0"/>
      <dgm:spPr/>
    </dgm:pt>
    <dgm:pt modelId="{3B037A9A-7B87-42AB-86C8-6C1B4ED72B88}" type="pres">
      <dgm:prSet presAssocID="{DE90645A-47A1-45A2-B099-F57F273EBEF3}" presName="Name13" presStyleLbl="parChTrans1D2" presStyleIdx="0" presStyleCnt="16"/>
      <dgm:spPr/>
    </dgm:pt>
    <dgm:pt modelId="{975A611E-1C32-403A-8925-7E56E2E6D197}" type="pres">
      <dgm:prSet presAssocID="{72F8C185-DB55-4BB5-8262-5403DFFE8507}" presName="childText" presStyleLbl="bgAcc1" presStyleIdx="0" presStyleCnt="16" custScaleX="1733231" custScaleY="1130187">
        <dgm:presLayoutVars>
          <dgm:bulletEnabled val="1"/>
        </dgm:presLayoutVars>
      </dgm:prSet>
      <dgm:spPr/>
      <dgm:t>
        <a:bodyPr/>
        <a:lstStyle/>
        <a:p>
          <a:endParaRPr lang="es-ES"/>
        </a:p>
      </dgm:t>
    </dgm:pt>
    <dgm:pt modelId="{D74DF90E-221C-4E64-934A-C1B3176DCE06}" type="pres">
      <dgm:prSet presAssocID="{D5B0A683-2D0B-4653-A588-64426E7236F3}" presName="Name13" presStyleLbl="parChTrans1D2" presStyleIdx="1" presStyleCnt="16"/>
      <dgm:spPr/>
    </dgm:pt>
    <dgm:pt modelId="{18DE5659-5AD1-483A-8A7A-0F8CE86766ED}" type="pres">
      <dgm:prSet presAssocID="{3A04050E-06E4-4628-B62A-FEF052CC22C1}" presName="childText" presStyleLbl="bgAcc1" presStyleIdx="1" presStyleCnt="16" custScaleX="1733231" custScaleY="1130187">
        <dgm:presLayoutVars>
          <dgm:bulletEnabled val="1"/>
        </dgm:presLayoutVars>
      </dgm:prSet>
      <dgm:spPr/>
      <dgm:t>
        <a:bodyPr/>
        <a:lstStyle/>
        <a:p>
          <a:endParaRPr lang="es-ES"/>
        </a:p>
      </dgm:t>
    </dgm:pt>
    <dgm:pt modelId="{EB711E41-367E-44F2-830D-0E3AA15A87B3}" type="pres">
      <dgm:prSet presAssocID="{242EDF18-1368-4902-9102-3ED2A1A2183F}" presName="Name13" presStyleLbl="parChTrans1D2" presStyleIdx="2" presStyleCnt="16"/>
      <dgm:spPr/>
    </dgm:pt>
    <dgm:pt modelId="{73AA1606-1D6B-41EE-9E77-FB76280B454F}" type="pres">
      <dgm:prSet presAssocID="{C3AEBC55-533C-49F5-83C6-9D252A72ECE3}" presName="childText" presStyleLbl="bgAcc1" presStyleIdx="2" presStyleCnt="16" custScaleX="1733231" custScaleY="1130187">
        <dgm:presLayoutVars>
          <dgm:bulletEnabled val="1"/>
        </dgm:presLayoutVars>
      </dgm:prSet>
      <dgm:spPr/>
      <dgm:t>
        <a:bodyPr/>
        <a:lstStyle/>
        <a:p>
          <a:endParaRPr lang="es-ES"/>
        </a:p>
      </dgm:t>
    </dgm:pt>
    <dgm:pt modelId="{20FE6FAF-097E-4956-8D9E-8AE9794C9B00}" type="pres">
      <dgm:prSet presAssocID="{8041B193-0DF3-479D-9A3C-01FA1E4AEF62}" presName="Name13" presStyleLbl="parChTrans1D2" presStyleIdx="3" presStyleCnt="16"/>
      <dgm:spPr/>
    </dgm:pt>
    <dgm:pt modelId="{6D3D5F6B-BB4D-4781-94E2-BF093C1CEA99}" type="pres">
      <dgm:prSet presAssocID="{EA9151C6-9A20-4E36-9C3C-3E942CEC4090}" presName="childText" presStyleLbl="bgAcc1" presStyleIdx="3" presStyleCnt="16" custScaleX="1733231" custScaleY="1130187">
        <dgm:presLayoutVars>
          <dgm:bulletEnabled val="1"/>
        </dgm:presLayoutVars>
      </dgm:prSet>
      <dgm:spPr/>
      <dgm:t>
        <a:bodyPr/>
        <a:lstStyle/>
        <a:p>
          <a:endParaRPr lang="es-ES"/>
        </a:p>
      </dgm:t>
    </dgm:pt>
    <dgm:pt modelId="{72F3B626-8015-44A6-9DEE-BD085F94E5F0}" type="pres">
      <dgm:prSet presAssocID="{0C63C2F4-735A-49BB-BF60-2C9789A4270C}" presName="root" presStyleCnt="0"/>
      <dgm:spPr/>
    </dgm:pt>
    <dgm:pt modelId="{CDB8262A-2523-45B8-B4E5-B958CA7C883C}" type="pres">
      <dgm:prSet presAssocID="{0C63C2F4-735A-49BB-BF60-2C9789A4270C}" presName="rootComposite" presStyleCnt="0"/>
      <dgm:spPr/>
    </dgm:pt>
    <dgm:pt modelId="{E9DA824E-C236-4843-93FE-487F53816D0A}" type="pres">
      <dgm:prSet presAssocID="{0C63C2F4-735A-49BB-BF60-2C9789A4270C}" presName="rootText" presStyleLbl="node1" presStyleIdx="1" presStyleCnt="4" custScaleX="1733232" custScaleY="1130187" custLinFactNeighborX="-26712"/>
      <dgm:spPr/>
    </dgm:pt>
    <dgm:pt modelId="{5D13E40E-8E95-4541-AA6A-82B1BCAB2BBB}" type="pres">
      <dgm:prSet presAssocID="{0C63C2F4-735A-49BB-BF60-2C9789A4270C}" presName="rootConnector" presStyleLbl="node1" presStyleIdx="1" presStyleCnt="4"/>
      <dgm:spPr/>
    </dgm:pt>
    <dgm:pt modelId="{2DAE588D-6254-4864-A689-5DAC430FE35C}" type="pres">
      <dgm:prSet presAssocID="{0C63C2F4-735A-49BB-BF60-2C9789A4270C}" presName="childShape" presStyleCnt="0"/>
      <dgm:spPr/>
    </dgm:pt>
    <dgm:pt modelId="{28F29085-28E3-4229-8C10-D7D1866C2818}" type="pres">
      <dgm:prSet presAssocID="{BADB6C7B-8CFF-4ABF-BF12-E78B3CD96F9D}" presName="Name13" presStyleLbl="parChTrans1D2" presStyleIdx="4" presStyleCnt="16"/>
      <dgm:spPr/>
    </dgm:pt>
    <dgm:pt modelId="{4D2BEB2C-6199-4398-AA5D-BBB5940E1A40}" type="pres">
      <dgm:prSet presAssocID="{9005F749-81D6-4438-9CEF-4D2DF2355409}" presName="childText" presStyleLbl="bgAcc1" presStyleIdx="4" presStyleCnt="16" custScaleX="1733231" custScaleY="1130187">
        <dgm:presLayoutVars>
          <dgm:bulletEnabled val="1"/>
        </dgm:presLayoutVars>
      </dgm:prSet>
      <dgm:spPr/>
      <dgm:t>
        <a:bodyPr/>
        <a:lstStyle/>
        <a:p>
          <a:endParaRPr lang="es-ES"/>
        </a:p>
      </dgm:t>
    </dgm:pt>
    <dgm:pt modelId="{26C30A1A-7954-4286-B822-B5472ADDC9FE}" type="pres">
      <dgm:prSet presAssocID="{21A91637-388E-4F5E-B6CB-645DAD158DD0}" presName="Name13" presStyleLbl="parChTrans1D2" presStyleIdx="5" presStyleCnt="16"/>
      <dgm:spPr/>
    </dgm:pt>
    <dgm:pt modelId="{55DF6F73-ED86-44D7-9A71-C43F35A0D514}" type="pres">
      <dgm:prSet presAssocID="{23030DDA-0717-4B2F-A852-A8EE2E5C19C1}" presName="childText" presStyleLbl="bgAcc1" presStyleIdx="5" presStyleCnt="16" custScaleX="1733231" custScaleY="1130187">
        <dgm:presLayoutVars>
          <dgm:bulletEnabled val="1"/>
        </dgm:presLayoutVars>
      </dgm:prSet>
      <dgm:spPr/>
      <dgm:t>
        <a:bodyPr/>
        <a:lstStyle/>
        <a:p>
          <a:endParaRPr lang="es-ES"/>
        </a:p>
      </dgm:t>
    </dgm:pt>
    <dgm:pt modelId="{0B3EEDFC-8B6D-44ED-A890-07003A7FEAB1}" type="pres">
      <dgm:prSet presAssocID="{647E11D4-C929-4841-A6EC-FA4A504DCE6C}" presName="Name13" presStyleLbl="parChTrans1D2" presStyleIdx="6" presStyleCnt="16"/>
      <dgm:spPr/>
    </dgm:pt>
    <dgm:pt modelId="{381EFB90-A788-48B9-81E9-C1E18BF216E3}" type="pres">
      <dgm:prSet presAssocID="{03F5F714-8E12-43AD-948D-F5ACFD6275D4}" presName="childText" presStyleLbl="bgAcc1" presStyleIdx="6" presStyleCnt="16" custScaleX="1733231" custScaleY="1130187">
        <dgm:presLayoutVars>
          <dgm:bulletEnabled val="1"/>
        </dgm:presLayoutVars>
      </dgm:prSet>
      <dgm:spPr/>
      <dgm:t>
        <a:bodyPr/>
        <a:lstStyle/>
        <a:p>
          <a:endParaRPr lang="es-ES"/>
        </a:p>
      </dgm:t>
    </dgm:pt>
    <dgm:pt modelId="{8929BBBB-34C4-47E8-B775-B23B0779D3D1}" type="pres">
      <dgm:prSet presAssocID="{5267093A-D054-4446-A13B-87102A103C9F}" presName="Name13" presStyleLbl="parChTrans1D2" presStyleIdx="7" presStyleCnt="16"/>
      <dgm:spPr/>
    </dgm:pt>
    <dgm:pt modelId="{8963DB27-0A2A-419E-8969-AA97AD7854FD}" type="pres">
      <dgm:prSet presAssocID="{889E7DFD-4C05-4263-AC0E-24EE852D8594}" presName="childText" presStyleLbl="bgAcc1" presStyleIdx="7" presStyleCnt="16" custScaleX="1733231" custScaleY="1130187">
        <dgm:presLayoutVars>
          <dgm:bulletEnabled val="1"/>
        </dgm:presLayoutVars>
      </dgm:prSet>
      <dgm:spPr/>
      <dgm:t>
        <a:bodyPr/>
        <a:lstStyle/>
        <a:p>
          <a:endParaRPr lang="es-ES"/>
        </a:p>
      </dgm:t>
    </dgm:pt>
    <dgm:pt modelId="{9D72D4EB-AE66-4268-9DD1-13112258B327}" type="pres">
      <dgm:prSet presAssocID="{FC0AA3E6-6494-4E66-819C-FA49A592FA64}" presName="Name13" presStyleLbl="parChTrans1D2" presStyleIdx="8" presStyleCnt="16"/>
      <dgm:spPr/>
    </dgm:pt>
    <dgm:pt modelId="{80F7E8BF-87F8-43AE-AEBE-34A5C45EE786}" type="pres">
      <dgm:prSet presAssocID="{6BA16CA6-CAEA-43B1-B208-4D42FAD4B960}" presName="childText" presStyleLbl="bgAcc1" presStyleIdx="8" presStyleCnt="16" custScaleX="1733231" custScaleY="1130187">
        <dgm:presLayoutVars>
          <dgm:bulletEnabled val="1"/>
        </dgm:presLayoutVars>
      </dgm:prSet>
      <dgm:spPr/>
      <dgm:t>
        <a:bodyPr/>
        <a:lstStyle/>
        <a:p>
          <a:endParaRPr lang="es-ES"/>
        </a:p>
      </dgm:t>
    </dgm:pt>
    <dgm:pt modelId="{15112E05-625E-4FF9-B788-E026D9DD9D88}" type="pres">
      <dgm:prSet presAssocID="{954B35E0-179F-4296-8DB1-D6044F97CEF9}" presName="Name13" presStyleLbl="parChTrans1D2" presStyleIdx="9" presStyleCnt="16"/>
      <dgm:spPr/>
    </dgm:pt>
    <dgm:pt modelId="{94122C1B-733D-4888-ABB4-399473E093A0}" type="pres">
      <dgm:prSet presAssocID="{95407449-FE42-410C-A8C1-C62E08F6C37A}" presName="childText" presStyleLbl="bgAcc1" presStyleIdx="9" presStyleCnt="16" custScaleX="1733231" custScaleY="1130187">
        <dgm:presLayoutVars>
          <dgm:bulletEnabled val="1"/>
        </dgm:presLayoutVars>
      </dgm:prSet>
      <dgm:spPr/>
      <dgm:t>
        <a:bodyPr/>
        <a:lstStyle/>
        <a:p>
          <a:endParaRPr lang="es-ES"/>
        </a:p>
      </dgm:t>
    </dgm:pt>
    <dgm:pt modelId="{DEBF4EA2-BC39-48C1-804E-B0F90CCF0DFB}" type="pres">
      <dgm:prSet presAssocID="{F9AFCE0E-9564-4838-9320-D43343989327}" presName="root" presStyleCnt="0"/>
      <dgm:spPr/>
    </dgm:pt>
    <dgm:pt modelId="{0193DE20-E64B-43A2-B9D6-86935F7E231B}" type="pres">
      <dgm:prSet presAssocID="{F9AFCE0E-9564-4838-9320-D43343989327}" presName="rootComposite" presStyleCnt="0"/>
      <dgm:spPr/>
    </dgm:pt>
    <dgm:pt modelId="{DE881F05-97A0-4CD3-848F-1F5232C46FFE}" type="pres">
      <dgm:prSet presAssocID="{F9AFCE0E-9564-4838-9320-D43343989327}" presName="rootText" presStyleLbl="node1" presStyleIdx="2" presStyleCnt="4" custScaleX="1733232" custScaleY="1130187"/>
      <dgm:spPr/>
    </dgm:pt>
    <dgm:pt modelId="{803584B6-DAD7-4C6A-8A81-16E12C5844CE}" type="pres">
      <dgm:prSet presAssocID="{F9AFCE0E-9564-4838-9320-D43343989327}" presName="rootConnector" presStyleLbl="node1" presStyleIdx="2" presStyleCnt="4"/>
      <dgm:spPr/>
    </dgm:pt>
    <dgm:pt modelId="{7783FB4E-F512-4E49-B14E-0CA175750E8B}" type="pres">
      <dgm:prSet presAssocID="{F9AFCE0E-9564-4838-9320-D43343989327}" presName="childShape" presStyleCnt="0"/>
      <dgm:spPr/>
    </dgm:pt>
    <dgm:pt modelId="{DCF19C6E-3A27-4795-9438-A3DF51A7C201}" type="pres">
      <dgm:prSet presAssocID="{20320443-D6DF-435D-BE55-19E51CC5A63D}" presName="Name13" presStyleLbl="parChTrans1D2" presStyleIdx="10" presStyleCnt="16"/>
      <dgm:spPr/>
    </dgm:pt>
    <dgm:pt modelId="{550809F5-21E0-4A79-93EC-A48548C8489B}" type="pres">
      <dgm:prSet presAssocID="{5A267CB9-9023-4053-ADA6-18244761B379}" presName="childText" presStyleLbl="bgAcc1" presStyleIdx="10" presStyleCnt="16" custScaleX="1733231" custScaleY="1130187">
        <dgm:presLayoutVars>
          <dgm:bulletEnabled val="1"/>
        </dgm:presLayoutVars>
      </dgm:prSet>
      <dgm:spPr/>
      <dgm:t>
        <a:bodyPr/>
        <a:lstStyle/>
        <a:p>
          <a:endParaRPr lang="es-ES"/>
        </a:p>
      </dgm:t>
    </dgm:pt>
    <dgm:pt modelId="{F60B40BB-7B5D-4BA6-812E-B89B52AE25A3}" type="pres">
      <dgm:prSet presAssocID="{4FDAA623-66AD-4B49-B1F5-083DB41FE4E3}" presName="Name13" presStyleLbl="parChTrans1D2" presStyleIdx="11" presStyleCnt="16"/>
      <dgm:spPr/>
    </dgm:pt>
    <dgm:pt modelId="{AE56EB0A-113A-42CA-9C4D-1F42D4B9400D}" type="pres">
      <dgm:prSet presAssocID="{D76A4878-03DE-4CE9-8122-637EEEBA58E4}" presName="childText" presStyleLbl="bgAcc1" presStyleIdx="11" presStyleCnt="16" custScaleX="1733231" custScaleY="1130187">
        <dgm:presLayoutVars>
          <dgm:bulletEnabled val="1"/>
        </dgm:presLayoutVars>
      </dgm:prSet>
      <dgm:spPr/>
      <dgm:t>
        <a:bodyPr/>
        <a:lstStyle/>
        <a:p>
          <a:endParaRPr lang="es-ES"/>
        </a:p>
      </dgm:t>
    </dgm:pt>
    <dgm:pt modelId="{36EF30C1-A2F1-496D-B4D8-8AD31B257549}" type="pres">
      <dgm:prSet presAssocID="{D82677F7-A5D9-469E-83EF-782D58259ED6}" presName="Name13" presStyleLbl="parChTrans1D2" presStyleIdx="12" presStyleCnt="16"/>
      <dgm:spPr/>
    </dgm:pt>
    <dgm:pt modelId="{E975E30D-6163-46DD-BA52-815B888131AD}" type="pres">
      <dgm:prSet presAssocID="{E09F7AD9-53B4-467A-8730-48648FF53B37}" presName="childText" presStyleLbl="bgAcc1" presStyleIdx="12" presStyleCnt="16" custScaleX="1733231" custScaleY="1130187">
        <dgm:presLayoutVars>
          <dgm:bulletEnabled val="1"/>
        </dgm:presLayoutVars>
      </dgm:prSet>
      <dgm:spPr/>
      <dgm:t>
        <a:bodyPr/>
        <a:lstStyle/>
        <a:p>
          <a:endParaRPr lang="es-ES"/>
        </a:p>
      </dgm:t>
    </dgm:pt>
    <dgm:pt modelId="{7AD0B859-81F8-498B-85B5-DC5729D95028}" type="pres">
      <dgm:prSet presAssocID="{171C7EB4-BF98-4A25-BBBE-57A91276E075}" presName="Name13" presStyleLbl="parChTrans1D2" presStyleIdx="13" presStyleCnt="16"/>
      <dgm:spPr/>
    </dgm:pt>
    <dgm:pt modelId="{DCEE6901-E483-41DC-8F29-D36BF64D22A8}" type="pres">
      <dgm:prSet presAssocID="{709B0F81-2CEB-4DAF-AE84-9237608B9075}" presName="childText" presStyleLbl="bgAcc1" presStyleIdx="13" presStyleCnt="16" custScaleX="1733231" custScaleY="1130187">
        <dgm:presLayoutVars>
          <dgm:bulletEnabled val="1"/>
        </dgm:presLayoutVars>
      </dgm:prSet>
      <dgm:spPr/>
      <dgm:t>
        <a:bodyPr/>
        <a:lstStyle/>
        <a:p>
          <a:endParaRPr lang="es-ES"/>
        </a:p>
      </dgm:t>
    </dgm:pt>
    <dgm:pt modelId="{449B39EE-360C-42A7-98DA-B250E7863995}" type="pres">
      <dgm:prSet presAssocID="{D6C1EF1B-8AD1-4678-87EC-7031981F46A6}" presName="Name13" presStyleLbl="parChTrans1D2" presStyleIdx="14" presStyleCnt="16"/>
      <dgm:spPr/>
    </dgm:pt>
    <dgm:pt modelId="{0BE818A2-9034-4395-8DF4-9F694EA693B9}" type="pres">
      <dgm:prSet presAssocID="{6CEA04CD-9AC5-43E3-B9CB-EF35066333CC}" presName="childText" presStyleLbl="bgAcc1" presStyleIdx="14" presStyleCnt="16" custScaleX="1733231" custScaleY="1130187">
        <dgm:presLayoutVars>
          <dgm:bulletEnabled val="1"/>
        </dgm:presLayoutVars>
      </dgm:prSet>
      <dgm:spPr/>
      <dgm:t>
        <a:bodyPr/>
        <a:lstStyle/>
        <a:p>
          <a:endParaRPr lang="es-ES"/>
        </a:p>
      </dgm:t>
    </dgm:pt>
    <dgm:pt modelId="{499A35E7-F909-4988-8CDE-BB683FBCAF7E}" type="pres">
      <dgm:prSet presAssocID="{6CD4EAEF-63BD-4BFE-93C4-B52B36EBCBCF}" presName="Name13" presStyleLbl="parChTrans1D2" presStyleIdx="15" presStyleCnt="16"/>
      <dgm:spPr/>
    </dgm:pt>
    <dgm:pt modelId="{9157F251-790F-4B35-82A1-305D893CE9FE}" type="pres">
      <dgm:prSet presAssocID="{86364A63-036D-40D1-B686-956039F40CF6}" presName="childText" presStyleLbl="bgAcc1" presStyleIdx="15" presStyleCnt="16" custScaleX="1733231" custScaleY="1130187">
        <dgm:presLayoutVars>
          <dgm:bulletEnabled val="1"/>
        </dgm:presLayoutVars>
      </dgm:prSet>
      <dgm:spPr/>
      <dgm:t>
        <a:bodyPr/>
        <a:lstStyle/>
        <a:p>
          <a:endParaRPr lang="es-ES"/>
        </a:p>
      </dgm:t>
    </dgm:pt>
    <dgm:pt modelId="{36846D8F-71C7-4AB5-98E8-87E7094D27D5}" type="pres">
      <dgm:prSet presAssocID="{F34826DD-5CA0-46BE-B9BD-D05E2A87D71E}" presName="root" presStyleCnt="0"/>
      <dgm:spPr/>
    </dgm:pt>
    <dgm:pt modelId="{FE9FA5E1-F777-4433-AE09-BB4D30D4AD33}" type="pres">
      <dgm:prSet presAssocID="{F34826DD-5CA0-46BE-B9BD-D05E2A87D71E}" presName="rootComposite" presStyleCnt="0"/>
      <dgm:spPr/>
    </dgm:pt>
    <dgm:pt modelId="{E162EAB8-E0CD-4581-A2AA-E67CC89C2A6A}" type="pres">
      <dgm:prSet presAssocID="{F34826DD-5CA0-46BE-B9BD-D05E2A87D71E}" presName="rootText" presStyleLbl="node1" presStyleIdx="3" presStyleCnt="4" custScaleX="1733232" custScaleY="1130187"/>
      <dgm:spPr/>
    </dgm:pt>
    <dgm:pt modelId="{930A362D-CBB8-4516-8EC3-CF4313A67A65}" type="pres">
      <dgm:prSet presAssocID="{F34826DD-5CA0-46BE-B9BD-D05E2A87D71E}" presName="rootConnector" presStyleLbl="node1" presStyleIdx="3" presStyleCnt="4"/>
      <dgm:spPr/>
    </dgm:pt>
    <dgm:pt modelId="{C49C8755-C346-4DE8-AECB-E1F87FA22EC2}" type="pres">
      <dgm:prSet presAssocID="{F34826DD-5CA0-46BE-B9BD-D05E2A87D71E}" presName="childShape" presStyleCnt="0"/>
      <dgm:spPr/>
    </dgm:pt>
  </dgm:ptLst>
  <dgm:cxnLst>
    <dgm:cxn modelId="{E1B219AF-3073-4E60-82E5-B7264FCAA93A}" srcId="{CD4FF7A8-25FB-4C39-9031-7A1EA33EC73A}" destId="{EA9151C6-9A20-4E36-9C3C-3E942CEC4090}" srcOrd="3" destOrd="0" parTransId="{8041B193-0DF3-479D-9A3C-01FA1E4AEF62}" sibTransId="{12611047-D699-410F-B3BC-50A0A3AAE9D0}"/>
    <dgm:cxn modelId="{CDF84DC9-2CBE-42BB-AD86-9817D6DB55AA}" type="presOf" srcId="{BADB6C7B-8CFF-4ABF-BF12-E78B3CD96F9D}" destId="{28F29085-28E3-4229-8C10-D7D1866C2818}" srcOrd="0" destOrd="0" presId="urn:microsoft.com/office/officeart/2005/8/layout/hierarchy3"/>
    <dgm:cxn modelId="{DB14B796-4C4A-4235-9FD7-4ACFA1E4C983}" type="presOf" srcId="{5A267CB9-9023-4053-ADA6-18244761B379}" destId="{550809F5-21E0-4A79-93EC-A48548C8489B}" srcOrd="0" destOrd="0" presId="urn:microsoft.com/office/officeart/2005/8/layout/hierarchy3"/>
    <dgm:cxn modelId="{03B3B42E-AF48-4DB7-9CEC-CA3D60EAD1AE}" type="presOf" srcId="{9005F749-81D6-4438-9CEF-4D2DF2355409}" destId="{4D2BEB2C-6199-4398-AA5D-BBB5940E1A40}" srcOrd="0" destOrd="0" presId="urn:microsoft.com/office/officeart/2005/8/layout/hierarchy3"/>
    <dgm:cxn modelId="{63C38F76-64B2-458A-8D49-E8FDB9F28CD9}" type="presOf" srcId="{6CD4EAEF-63BD-4BFE-93C4-B52B36EBCBCF}" destId="{499A35E7-F909-4988-8CDE-BB683FBCAF7E}" srcOrd="0" destOrd="0" presId="urn:microsoft.com/office/officeart/2005/8/layout/hierarchy3"/>
    <dgm:cxn modelId="{D6E5D891-403F-4DD1-8257-12370ED27A04}" type="presOf" srcId="{954B35E0-179F-4296-8DB1-D6044F97CEF9}" destId="{15112E05-625E-4FF9-B788-E026D9DD9D88}" srcOrd="0" destOrd="0" presId="urn:microsoft.com/office/officeart/2005/8/layout/hierarchy3"/>
    <dgm:cxn modelId="{C870476E-A4CA-419D-98C1-9EADBF6E5A88}" type="presOf" srcId="{CD4FF7A8-25FB-4C39-9031-7A1EA33EC73A}" destId="{536DF50A-CECE-43F0-AE7F-6751D500C261}" srcOrd="1" destOrd="0" presId="urn:microsoft.com/office/officeart/2005/8/layout/hierarchy3"/>
    <dgm:cxn modelId="{013DED53-8378-4FCF-AC5F-675092725CE0}" type="presOf" srcId="{FC0AA3E6-6494-4E66-819C-FA49A592FA64}" destId="{9D72D4EB-AE66-4268-9DD1-13112258B327}" srcOrd="0" destOrd="0" presId="urn:microsoft.com/office/officeart/2005/8/layout/hierarchy3"/>
    <dgm:cxn modelId="{52333B57-4042-4A59-BB0C-D167DBD92720}" srcId="{CD4FF7A8-25FB-4C39-9031-7A1EA33EC73A}" destId="{C3AEBC55-533C-49F5-83C6-9D252A72ECE3}" srcOrd="2" destOrd="0" parTransId="{242EDF18-1368-4902-9102-3ED2A1A2183F}" sibTransId="{F2D37D18-9886-44A0-A2EF-8E4CA5DD4CF5}"/>
    <dgm:cxn modelId="{9D71B480-F000-4790-89BA-2064670E20EB}" srcId="{0C63C2F4-735A-49BB-BF60-2C9789A4270C}" destId="{9005F749-81D6-4438-9CEF-4D2DF2355409}" srcOrd="0" destOrd="0" parTransId="{BADB6C7B-8CFF-4ABF-BF12-E78B3CD96F9D}" sibTransId="{D974CB35-5A35-47D1-B9F1-E8817204E780}"/>
    <dgm:cxn modelId="{DDCA360C-A76B-4566-BB14-73CDED79B823}" type="presOf" srcId="{03F5F714-8E12-43AD-948D-F5ACFD6275D4}" destId="{381EFB90-A788-48B9-81E9-C1E18BF216E3}" srcOrd="0" destOrd="0" presId="urn:microsoft.com/office/officeart/2005/8/layout/hierarchy3"/>
    <dgm:cxn modelId="{B0A7C72B-7DE5-4C97-A70B-31F502AB9931}" type="presOf" srcId="{0C63C2F4-735A-49BB-BF60-2C9789A4270C}" destId="{E9DA824E-C236-4843-93FE-487F53816D0A}" srcOrd="0" destOrd="0" presId="urn:microsoft.com/office/officeart/2005/8/layout/hierarchy3"/>
    <dgm:cxn modelId="{5D3FA6A8-814E-47F2-9250-E8CDBA06B20F}" type="presOf" srcId="{F9AFCE0E-9564-4838-9320-D43343989327}" destId="{DE881F05-97A0-4CD3-848F-1F5232C46FFE}" srcOrd="0" destOrd="0" presId="urn:microsoft.com/office/officeart/2005/8/layout/hierarchy3"/>
    <dgm:cxn modelId="{158CC215-D178-494D-A86D-2D5852554446}" srcId="{F9AFCE0E-9564-4838-9320-D43343989327}" destId="{5A267CB9-9023-4053-ADA6-18244761B379}" srcOrd="0" destOrd="0" parTransId="{20320443-D6DF-435D-BE55-19E51CC5A63D}" sibTransId="{E605AFC0-7E0E-4248-8F28-FD590A59DAC3}"/>
    <dgm:cxn modelId="{F135262D-38DA-434A-A262-397BB216A016}" type="presOf" srcId="{8041B193-0DF3-479D-9A3C-01FA1E4AEF62}" destId="{20FE6FAF-097E-4956-8D9E-8AE9794C9B00}" srcOrd="0" destOrd="0" presId="urn:microsoft.com/office/officeart/2005/8/layout/hierarchy3"/>
    <dgm:cxn modelId="{CACCA5B2-2A47-4AC2-9177-129C75ABFE63}" type="presOf" srcId="{F34826DD-5CA0-46BE-B9BD-D05E2A87D71E}" destId="{E162EAB8-E0CD-4581-A2AA-E67CC89C2A6A}" srcOrd="0" destOrd="0" presId="urn:microsoft.com/office/officeart/2005/8/layout/hierarchy3"/>
    <dgm:cxn modelId="{CE9E4E78-8126-4EC0-8B25-6567AD0DEB69}" type="presOf" srcId="{171C7EB4-BF98-4A25-BBBE-57A91276E075}" destId="{7AD0B859-81F8-498B-85B5-DC5729D95028}" srcOrd="0" destOrd="0" presId="urn:microsoft.com/office/officeart/2005/8/layout/hierarchy3"/>
    <dgm:cxn modelId="{913453E8-AD2D-40B7-9F39-F15755272D0E}" type="presOf" srcId="{F9AFCE0E-9564-4838-9320-D43343989327}" destId="{803584B6-DAD7-4C6A-8A81-16E12C5844CE}" srcOrd="1" destOrd="0" presId="urn:microsoft.com/office/officeart/2005/8/layout/hierarchy3"/>
    <dgm:cxn modelId="{113009C4-E73F-42E8-AACB-17ED307AB97D}" srcId="{0C63C2F4-735A-49BB-BF60-2C9789A4270C}" destId="{95407449-FE42-410C-A8C1-C62E08F6C37A}" srcOrd="5" destOrd="0" parTransId="{954B35E0-179F-4296-8DB1-D6044F97CEF9}" sibTransId="{E6DD660D-76AC-41AF-872C-05775699E317}"/>
    <dgm:cxn modelId="{59C264FE-0D52-4F7A-A2C3-718C7865C216}" type="presOf" srcId="{709B0F81-2CEB-4DAF-AE84-9237608B9075}" destId="{DCEE6901-E483-41DC-8F29-D36BF64D22A8}" srcOrd="0" destOrd="0" presId="urn:microsoft.com/office/officeart/2005/8/layout/hierarchy3"/>
    <dgm:cxn modelId="{A038AA00-14AD-4408-B016-A1FCF742D726}" srcId="{0C63C2F4-735A-49BB-BF60-2C9789A4270C}" destId="{03F5F714-8E12-43AD-948D-F5ACFD6275D4}" srcOrd="2" destOrd="0" parTransId="{647E11D4-C929-4841-A6EC-FA4A504DCE6C}" sibTransId="{14713655-DDCB-4C5B-B397-135E32AD4FA3}"/>
    <dgm:cxn modelId="{95057475-7E24-4AB4-87AF-4B88D3E3F786}" type="presOf" srcId="{E09F7AD9-53B4-467A-8730-48648FF53B37}" destId="{E975E30D-6163-46DD-BA52-815B888131AD}" srcOrd="0" destOrd="0" presId="urn:microsoft.com/office/officeart/2005/8/layout/hierarchy3"/>
    <dgm:cxn modelId="{DD0D353E-27B4-4A8D-AD44-D4A9ACF9293A}" type="presOf" srcId="{CD4FF7A8-25FB-4C39-9031-7A1EA33EC73A}" destId="{86701D75-35B0-4B5F-AEA5-E78693E05579}" srcOrd="0" destOrd="0" presId="urn:microsoft.com/office/officeart/2005/8/layout/hierarchy3"/>
    <dgm:cxn modelId="{8826B77D-649A-424C-87C0-528328C89C14}" type="presOf" srcId="{D76A4878-03DE-4CE9-8122-637EEEBA58E4}" destId="{AE56EB0A-113A-42CA-9C4D-1F42D4B9400D}" srcOrd="0" destOrd="0" presId="urn:microsoft.com/office/officeart/2005/8/layout/hierarchy3"/>
    <dgm:cxn modelId="{7EB8E750-D457-4CAA-B143-F8BEB5313E2E}" type="presOf" srcId="{647E11D4-C929-4841-A6EC-FA4A504DCE6C}" destId="{0B3EEDFC-8B6D-44ED-A890-07003A7FEAB1}" srcOrd="0" destOrd="0" presId="urn:microsoft.com/office/officeart/2005/8/layout/hierarchy3"/>
    <dgm:cxn modelId="{33DD2587-50DB-439A-A823-6BA4D7FB95A1}" type="presOf" srcId="{030178D1-6F18-495C-863F-EEE91C982685}" destId="{3D8A305A-21A0-4264-9A1B-2207323BD7D4}" srcOrd="0" destOrd="0" presId="urn:microsoft.com/office/officeart/2005/8/layout/hierarchy3"/>
    <dgm:cxn modelId="{A723681D-0E14-4EEF-9A58-D110C670C617}" type="presOf" srcId="{0C63C2F4-735A-49BB-BF60-2C9789A4270C}" destId="{5D13E40E-8E95-4541-AA6A-82B1BCAB2BBB}" srcOrd="1" destOrd="0" presId="urn:microsoft.com/office/officeart/2005/8/layout/hierarchy3"/>
    <dgm:cxn modelId="{630D8BFC-2FC6-4305-A023-E7828007D70C}" srcId="{0C63C2F4-735A-49BB-BF60-2C9789A4270C}" destId="{889E7DFD-4C05-4263-AC0E-24EE852D8594}" srcOrd="3" destOrd="0" parTransId="{5267093A-D054-4446-A13B-87102A103C9F}" sibTransId="{9670C95C-A2A3-4A57-92FD-F94B706F5AC8}"/>
    <dgm:cxn modelId="{19BE3F2A-9D6C-41F0-99AD-AE80338AE12F}" srcId="{CD4FF7A8-25FB-4C39-9031-7A1EA33EC73A}" destId="{3A04050E-06E4-4628-B62A-FEF052CC22C1}" srcOrd="1" destOrd="0" parTransId="{D5B0A683-2D0B-4653-A588-64426E7236F3}" sibTransId="{CAEDB80A-D6FC-42F7-80BF-D0B9D44D4779}"/>
    <dgm:cxn modelId="{0BAB38D4-0971-4C89-8DF4-1A137C1DDB35}" srcId="{030178D1-6F18-495C-863F-EEE91C982685}" destId="{0C63C2F4-735A-49BB-BF60-2C9789A4270C}" srcOrd="1" destOrd="0" parTransId="{CD4A1D17-A61D-47FB-A322-DDAD3D8901ED}" sibTransId="{409E1D84-C0BA-4274-8DBF-8DBC10A50B51}"/>
    <dgm:cxn modelId="{32E78662-6858-481F-B9B6-CDCA47C8C17C}" type="presOf" srcId="{86364A63-036D-40D1-B686-956039F40CF6}" destId="{9157F251-790F-4B35-82A1-305D893CE9FE}" srcOrd="0" destOrd="0" presId="urn:microsoft.com/office/officeart/2005/8/layout/hierarchy3"/>
    <dgm:cxn modelId="{6ABB1C2F-5466-43E6-940E-85B83225E5D7}" srcId="{F9AFCE0E-9564-4838-9320-D43343989327}" destId="{709B0F81-2CEB-4DAF-AE84-9237608B9075}" srcOrd="3" destOrd="0" parTransId="{171C7EB4-BF98-4A25-BBBE-57A91276E075}" sibTransId="{CC1454FD-69C0-4A78-B73C-6A909218872A}"/>
    <dgm:cxn modelId="{38B4C601-FACF-4FF8-B360-B6406010D598}" type="presOf" srcId="{23030DDA-0717-4B2F-A852-A8EE2E5C19C1}" destId="{55DF6F73-ED86-44D7-9A71-C43F35A0D514}" srcOrd="0" destOrd="0" presId="urn:microsoft.com/office/officeart/2005/8/layout/hierarchy3"/>
    <dgm:cxn modelId="{6C77376B-1B29-472D-9425-FE2138C7C024}" type="presOf" srcId="{5267093A-D054-4446-A13B-87102A103C9F}" destId="{8929BBBB-34C4-47E8-B775-B23B0779D3D1}" srcOrd="0" destOrd="0" presId="urn:microsoft.com/office/officeart/2005/8/layout/hierarchy3"/>
    <dgm:cxn modelId="{15798C4D-0390-4379-888E-55AACB755692}" srcId="{030178D1-6F18-495C-863F-EEE91C982685}" destId="{F34826DD-5CA0-46BE-B9BD-D05E2A87D71E}" srcOrd="3" destOrd="0" parTransId="{89EB3FB8-D589-4621-8174-C85EFB3D145B}" sibTransId="{70ED9606-8EF9-4AB4-A3A0-C2F54B195181}"/>
    <dgm:cxn modelId="{4AE33A3D-287A-415E-B2E7-9E0F7A6A0072}" type="presOf" srcId="{889E7DFD-4C05-4263-AC0E-24EE852D8594}" destId="{8963DB27-0A2A-419E-8969-AA97AD7854FD}" srcOrd="0" destOrd="0" presId="urn:microsoft.com/office/officeart/2005/8/layout/hierarchy3"/>
    <dgm:cxn modelId="{814D2F0C-327C-43C6-BF8A-99888BC15E20}" type="presOf" srcId="{F34826DD-5CA0-46BE-B9BD-D05E2A87D71E}" destId="{930A362D-CBB8-4516-8EC3-CF4313A67A65}" srcOrd="1" destOrd="0" presId="urn:microsoft.com/office/officeart/2005/8/layout/hierarchy3"/>
    <dgm:cxn modelId="{14ABA11F-EECC-44D9-8B4C-74DAD32A1A77}" type="presOf" srcId="{20320443-D6DF-435D-BE55-19E51CC5A63D}" destId="{DCF19C6E-3A27-4795-9438-A3DF51A7C201}" srcOrd="0" destOrd="0" presId="urn:microsoft.com/office/officeart/2005/8/layout/hierarchy3"/>
    <dgm:cxn modelId="{84195925-34A7-4AFB-BBC8-9FC016916213}" type="presOf" srcId="{D82677F7-A5D9-469E-83EF-782D58259ED6}" destId="{36EF30C1-A2F1-496D-B4D8-8AD31B257549}" srcOrd="0" destOrd="0" presId="urn:microsoft.com/office/officeart/2005/8/layout/hierarchy3"/>
    <dgm:cxn modelId="{FA2FF7F2-197E-4F5C-9095-7250D66484BF}" srcId="{F9AFCE0E-9564-4838-9320-D43343989327}" destId="{D76A4878-03DE-4CE9-8122-637EEEBA58E4}" srcOrd="1" destOrd="0" parTransId="{4FDAA623-66AD-4B49-B1F5-083DB41FE4E3}" sibTransId="{2EA325BA-793C-4130-AFE6-CBEC05EFAFD0}"/>
    <dgm:cxn modelId="{66DA595D-E787-46BF-96D1-D6C3848287D9}" srcId="{CD4FF7A8-25FB-4C39-9031-7A1EA33EC73A}" destId="{72F8C185-DB55-4BB5-8262-5403DFFE8507}" srcOrd="0" destOrd="0" parTransId="{DE90645A-47A1-45A2-B099-F57F273EBEF3}" sibTransId="{E746551B-75EF-4F89-9C76-B21408C76413}"/>
    <dgm:cxn modelId="{242FCD49-A8DC-43AC-81E8-A06582289812}" type="presOf" srcId="{242EDF18-1368-4902-9102-3ED2A1A2183F}" destId="{EB711E41-367E-44F2-830D-0E3AA15A87B3}" srcOrd="0" destOrd="0" presId="urn:microsoft.com/office/officeart/2005/8/layout/hierarchy3"/>
    <dgm:cxn modelId="{35A1F385-A567-47C7-A45A-4E9B1AC1CE20}" type="presOf" srcId="{72F8C185-DB55-4BB5-8262-5403DFFE8507}" destId="{975A611E-1C32-403A-8925-7E56E2E6D197}" srcOrd="0" destOrd="0" presId="urn:microsoft.com/office/officeart/2005/8/layout/hierarchy3"/>
    <dgm:cxn modelId="{CB0ECE13-E9AE-4138-B064-FD093A50BC83}" type="presOf" srcId="{95407449-FE42-410C-A8C1-C62E08F6C37A}" destId="{94122C1B-733D-4888-ABB4-399473E093A0}" srcOrd="0" destOrd="0" presId="urn:microsoft.com/office/officeart/2005/8/layout/hierarchy3"/>
    <dgm:cxn modelId="{434F86BE-3BB9-4B77-87D2-2E87D9C8AAF5}" type="presOf" srcId="{21A91637-388E-4F5E-B6CB-645DAD158DD0}" destId="{26C30A1A-7954-4286-B822-B5472ADDC9FE}" srcOrd="0" destOrd="0" presId="urn:microsoft.com/office/officeart/2005/8/layout/hierarchy3"/>
    <dgm:cxn modelId="{6C9A36D4-9E2A-4CB2-B20A-80A5388280D4}" type="presOf" srcId="{DE90645A-47A1-45A2-B099-F57F273EBEF3}" destId="{3B037A9A-7B87-42AB-86C8-6C1B4ED72B88}" srcOrd="0" destOrd="0" presId="urn:microsoft.com/office/officeart/2005/8/layout/hierarchy3"/>
    <dgm:cxn modelId="{9425BD29-AE17-4BBC-B2A4-EBD700272C2B}" srcId="{F9AFCE0E-9564-4838-9320-D43343989327}" destId="{86364A63-036D-40D1-B686-956039F40CF6}" srcOrd="5" destOrd="0" parTransId="{6CD4EAEF-63BD-4BFE-93C4-B52B36EBCBCF}" sibTransId="{92B6DCE7-4570-4FD4-B74F-D4B40C4F3A21}"/>
    <dgm:cxn modelId="{2AECC0B6-6D48-4845-A5CB-7AA07AD09A49}" type="presOf" srcId="{EA9151C6-9A20-4E36-9C3C-3E942CEC4090}" destId="{6D3D5F6B-BB4D-4781-94E2-BF093C1CEA99}" srcOrd="0" destOrd="0" presId="urn:microsoft.com/office/officeart/2005/8/layout/hierarchy3"/>
    <dgm:cxn modelId="{DC963F46-1D18-4A9D-BAA0-0F59C5670F4F}" type="presOf" srcId="{6BA16CA6-CAEA-43B1-B208-4D42FAD4B960}" destId="{80F7E8BF-87F8-43AE-AEBE-34A5C45EE786}" srcOrd="0" destOrd="0" presId="urn:microsoft.com/office/officeart/2005/8/layout/hierarchy3"/>
    <dgm:cxn modelId="{A720FC25-ADD5-446A-8805-0748931D676B}" type="presOf" srcId="{D6C1EF1B-8AD1-4678-87EC-7031981F46A6}" destId="{449B39EE-360C-42A7-98DA-B250E7863995}" srcOrd="0" destOrd="0" presId="urn:microsoft.com/office/officeart/2005/8/layout/hierarchy3"/>
    <dgm:cxn modelId="{2D893AFF-DF0E-4D7C-BAE8-402DB0014A5D}" type="presOf" srcId="{D5B0A683-2D0B-4653-A588-64426E7236F3}" destId="{D74DF90E-221C-4E64-934A-C1B3176DCE06}" srcOrd="0" destOrd="0" presId="urn:microsoft.com/office/officeart/2005/8/layout/hierarchy3"/>
    <dgm:cxn modelId="{C935B7E3-1B5A-44F5-92D7-5E1A344F9D73}" type="presOf" srcId="{3A04050E-06E4-4628-B62A-FEF052CC22C1}" destId="{18DE5659-5AD1-483A-8A7A-0F8CE86766ED}" srcOrd="0" destOrd="0" presId="urn:microsoft.com/office/officeart/2005/8/layout/hierarchy3"/>
    <dgm:cxn modelId="{2895348F-3358-4461-B3C6-B509C8037A65}" srcId="{0C63C2F4-735A-49BB-BF60-2C9789A4270C}" destId="{23030DDA-0717-4B2F-A852-A8EE2E5C19C1}" srcOrd="1" destOrd="0" parTransId="{21A91637-388E-4F5E-B6CB-645DAD158DD0}" sibTransId="{A2A94897-87A6-49BB-B879-23345A5B9DD8}"/>
    <dgm:cxn modelId="{B96CF4FC-9759-4B16-B7B6-1B8D80CA4482}" srcId="{F9AFCE0E-9564-4838-9320-D43343989327}" destId="{E09F7AD9-53B4-467A-8730-48648FF53B37}" srcOrd="2" destOrd="0" parTransId="{D82677F7-A5D9-469E-83EF-782D58259ED6}" sibTransId="{1E5B1D34-7B3E-4E57-8576-D9C1C46809B0}"/>
    <dgm:cxn modelId="{6E8BCB9C-B0E1-4DB7-A890-A1069C10378A}" type="presOf" srcId="{C3AEBC55-533C-49F5-83C6-9D252A72ECE3}" destId="{73AA1606-1D6B-41EE-9E77-FB76280B454F}" srcOrd="0" destOrd="0" presId="urn:microsoft.com/office/officeart/2005/8/layout/hierarchy3"/>
    <dgm:cxn modelId="{F86516C6-EF19-4067-8754-5E423452EB0C}" srcId="{0C63C2F4-735A-49BB-BF60-2C9789A4270C}" destId="{6BA16CA6-CAEA-43B1-B208-4D42FAD4B960}" srcOrd="4" destOrd="0" parTransId="{FC0AA3E6-6494-4E66-819C-FA49A592FA64}" sibTransId="{1B187EE1-E43E-40AD-8C4F-F83FF01D3F2B}"/>
    <dgm:cxn modelId="{45E0FF06-F940-4D4C-A936-3042D587EBEE}" srcId="{030178D1-6F18-495C-863F-EEE91C982685}" destId="{F9AFCE0E-9564-4838-9320-D43343989327}" srcOrd="2" destOrd="0" parTransId="{9D7A7B5E-BA69-405E-BEC5-295F93E54FAF}" sibTransId="{40B1B1BB-76F6-429A-85A0-04A969DD3596}"/>
    <dgm:cxn modelId="{069B02B0-11F1-41F1-8AAA-6230D787226E}" srcId="{030178D1-6F18-495C-863F-EEE91C982685}" destId="{CD4FF7A8-25FB-4C39-9031-7A1EA33EC73A}" srcOrd="0" destOrd="0" parTransId="{3E3CFF70-D1B1-498E-A01A-3A5BC73EDAA9}" sibTransId="{6B0A12F0-4E01-493C-BECE-713445234E95}"/>
    <dgm:cxn modelId="{E20CB225-E018-4667-8E48-E2C79530508A}" srcId="{F9AFCE0E-9564-4838-9320-D43343989327}" destId="{6CEA04CD-9AC5-43E3-B9CB-EF35066333CC}" srcOrd="4" destOrd="0" parTransId="{D6C1EF1B-8AD1-4678-87EC-7031981F46A6}" sibTransId="{AC8B06A2-91B8-48FF-90D4-0A714525BA20}"/>
    <dgm:cxn modelId="{F28518E3-F73E-4459-9BF4-7EFE3475003A}" type="presOf" srcId="{6CEA04CD-9AC5-43E3-B9CB-EF35066333CC}" destId="{0BE818A2-9034-4395-8DF4-9F694EA693B9}" srcOrd="0" destOrd="0" presId="urn:microsoft.com/office/officeart/2005/8/layout/hierarchy3"/>
    <dgm:cxn modelId="{9C0347CA-4B36-4BBB-85A7-B3830BA98EC5}" type="presOf" srcId="{4FDAA623-66AD-4B49-B1F5-083DB41FE4E3}" destId="{F60B40BB-7B5D-4BA6-812E-B89B52AE25A3}" srcOrd="0" destOrd="0" presId="urn:microsoft.com/office/officeart/2005/8/layout/hierarchy3"/>
    <dgm:cxn modelId="{9388B696-EDA7-4470-8F18-8E5B34517E2D}" type="presParOf" srcId="{3D8A305A-21A0-4264-9A1B-2207323BD7D4}" destId="{F360BDBF-831E-4B60-AD10-1AC0A664059C}" srcOrd="0" destOrd="0" presId="urn:microsoft.com/office/officeart/2005/8/layout/hierarchy3"/>
    <dgm:cxn modelId="{A979E764-AC95-4D17-9DD1-D082A53BA046}" type="presParOf" srcId="{F360BDBF-831E-4B60-AD10-1AC0A664059C}" destId="{DEFAB1E1-67F4-4146-9BDF-206DC2F1F16B}" srcOrd="0" destOrd="0" presId="urn:microsoft.com/office/officeart/2005/8/layout/hierarchy3"/>
    <dgm:cxn modelId="{C2E3ECE3-23DC-433E-8E55-4FCF3A0CEAF6}" type="presParOf" srcId="{DEFAB1E1-67F4-4146-9BDF-206DC2F1F16B}" destId="{86701D75-35B0-4B5F-AEA5-E78693E05579}" srcOrd="0" destOrd="0" presId="urn:microsoft.com/office/officeart/2005/8/layout/hierarchy3"/>
    <dgm:cxn modelId="{6DAB1A02-ABE5-443A-B9D5-12BB1698FD72}" type="presParOf" srcId="{DEFAB1E1-67F4-4146-9BDF-206DC2F1F16B}" destId="{536DF50A-CECE-43F0-AE7F-6751D500C261}" srcOrd="1" destOrd="0" presId="urn:microsoft.com/office/officeart/2005/8/layout/hierarchy3"/>
    <dgm:cxn modelId="{EEF7065D-A1E4-43AD-A6B1-ADEDD8D00D93}" type="presParOf" srcId="{F360BDBF-831E-4B60-AD10-1AC0A664059C}" destId="{13EE1EB7-C383-4DF1-ADB4-4C8968E66AA3}" srcOrd="1" destOrd="0" presId="urn:microsoft.com/office/officeart/2005/8/layout/hierarchy3"/>
    <dgm:cxn modelId="{CE732DB0-51B5-489A-AE2D-088ED2F192F2}" type="presParOf" srcId="{13EE1EB7-C383-4DF1-ADB4-4C8968E66AA3}" destId="{3B037A9A-7B87-42AB-86C8-6C1B4ED72B88}" srcOrd="0" destOrd="0" presId="urn:microsoft.com/office/officeart/2005/8/layout/hierarchy3"/>
    <dgm:cxn modelId="{E56E1F64-F9EA-4555-9129-85FA8F076711}" type="presParOf" srcId="{13EE1EB7-C383-4DF1-ADB4-4C8968E66AA3}" destId="{975A611E-1C32-403A-8925-7E56E2E6D197}" srcOrd="1" destOrd="0" presId="urn:microsoft.com/office/officeart/2005/8/layout/hierarchy3"/>
    <dgm:cxn modelId="{855C1621-EB66-4C8B-A8D5-6CF541856070}" type="presParOf" srcId="{13EE1EB7-C383-4DF1-ADB4-4C8968E66AA3}" destId="{D74DF90E-221C-4E64-934A-C1B3176DCE06}" srcOrd="2" destOrd="0" presId="urn:microsoft.com/office/officeart/2005/8/layout/hierarchy3"/>
    <dgm:cxn modelId="{B97DCB2A-C226-46E3-854B-F234D81C0E66}" type="presParOf" srcId="{13EE1EB7-C383-4DF1-ADB4-4C8968E66AA3}" destId="{18DE5659-5AD1-483A-8A7A-0F8CE86766ED}" srcOrd="3" destOrd="0" presId="urn:microsoft.com/office/officeart/2005/8/layout/hierarchy3"/>
    <dgm:cxn modelId="{53F347F6-74D7-463C-8F98-59D5C59C7610}" type="presParOf" srcId="{13EE1EB7-C383-4DF1-ADB4-4C8968E66AA3}" destId="{EB711E41-367E-44F2-830D-0E3AA15A87B3}" srcOrd="4" destOrd="0" presId="urn:microsoft.com/office/officeart/2005/8/layout/hierarchy3"/>
    <dgm:cxn modelId="{61378428-7801-464E-AC5F-4493E9183E81}" type="presParOf" srcId="{13EE1EB7-C383-4DF1-ADB4-4C8968E66AA3}" destId="{73AA1606-1D6B-41EE-9E77-FB76280B454F}" srcOrd="5" destOrd="0" presId="urn:microsoft.com/office/officeart/2005/8/layout/hierarchy3"/>
    <dgm:cxn modelId="{1BED27C0-4AC3-4604-B157-BBA8F604D98B}" type="presParOf" srcId="{13EE1EB7-C383-4DF1-ADB4-4C8968E66AA3}" destId="{20FE6FAF-097E-4956-8D9E-8AE9794C9B00}" srcOrd="6" destOrd="0" presId="urn:microsoft.com/office/officeart/2005/8/layout/hierarchy3"/>
    <dgm:cxn modelId="{AB6DF56B-064C-44E5-82EE-AF53DBA3C3E2}" type="presParOf" srcId="{13EE1EB7-C383-4DF1-ADB4-4C8968E66AA3}" destId="{6D3D5F6B-BB4D-4781-94E2-BF093C1CEA99}" srcOrd="7" destOrd="0" presId="urn:microsoft.com/office/officeart/2005/8/layout/hierarchy3"/>
    <dgm:cxn modelId="{B00F60E3-E611-48AD-8632-A18C9A0A96A0}" type="presParOf" srcId="{3D8A305A-21A0-4264-9A1B-2207323BD7D4}" destId="{72F3B626-8015-44A6-9DEE-BD085F94E5F0}" srcOrd="1" destOrd="0" presId="urn:microsoft.com/office/officeart/2005/8/layout/hierarchy3"/>
    <dgm:cxn modelId="{666E77CF-99F5-43BA-885C-B16FA641D44C}" type="presParOf" srcId="{72F3B626-8015-44A6-9DEE-BD085F94E5F0}" destId="{CDB8262A-2523-45B8-B4E5-B958CA7C883C}" srcOrd="0" destOrd="0" presId="urn:microsoft.com/office/officeart/2005/8/layout/hierarchy3"/>
    <dgm:cxn modelId="{D55298F2-EE4D-4308-95A9-4C8973D2181D}" type="presParOf" srcId="{CDB8262A-2523-45B8-B4E5-B958CA7C883C}" destId="{E9DA824E-C236-4843-93FE-487F53816D0A}" srcOrd="0" destOrd="0" presId="urn:microsoft.com/office/officeart/2005/8/layout/hierarchy3"/>
    <dgm:cxn modelId="{0B28813A-2EBE-40F1-8876-059DB95739B7}" type="presParOf" srcId="{CDB8262A-2523-45B8-B4E5-B958CA7C883C}" destId="{5D13E40E-8E95-4541-AA6A-82B1BCAB2BBB}" srcOrd="1" destOrd="0" presId="urn:microsoft.com/office/officeart/2005/8/layout/hierarchy3"/>
    <dgm:cxn modelId="{1F4D084B-791B-4F4E-BB34-5FB1F3A7467F}" type="presParOf" srcId="{72F3B626-8015-44A6-9DEE-BD085F94E5F0}" destId="{2DAE588D-6254-4864-A689-5DAC430FE35C}" srcOrd="1" destOrd="0" presId="urn:microsoft.com/office/officeart/2005/8/layout/hierarchy3"/>
    <dgm:cxn modelId="{1416A674-4B9B-4A59-91FF-DDA988ECE72C}" type="presParOf" srcId="{2DAE588D-6254-4864-A689-5DAC430FE35C}" destId="{28F29085-28E3-4229-8C10-D7D1866C2818}" srcOrd="0" destOrd="0" presId="urn:microsoft.com/office/officeart/2005/8/layout/hierarchy3"/>
    <dgm:cxn modelId="{E0A907AF-9A46-4243-82E9-9974220F329C}" type="presParOf" srcId="{2DAE588D-6254-4864-A689-5DAC430FE35C}" destId="{4D2BEB2C-6199-4398-AA5D-BBB5940E1A40}" srcOrd="1" destOrd="0" presId="urn:microsoft.com/office/officeart/2005/8/layout/hierarchy3"/>
    <dgm:cxn modelId="{6FA40D43-2184-4A2E-8912-F9016901E2B1}" type="presParOf" srcId="{2DAE588D-6254-4864-A689-5DAC430FE35C}" destId="{26C30A1A-7954-4286-B822-B5472ADDC9FE}" srcOrd="2" destOrd="0" presId="urn:microsoft.com/office/officeart/2005/8/layout/hierarchy3"/>
    <dgm:cxn modelId="{D3E3465B-4E10-4225-B1F6-4CBE03F81453}" type="presParOf" srcId="{2DAE588D-6254-4864-A689-5DAC430FE35C}" destId="{55DF6F73-ED86-44D7-9A71-C43F35A0D514}" srcOrd="3" destOrd="0" presId="urn:microsoft.com/office/officeart/2005/8/layout/hierarchy3"/>
    <dgm:cxn modelId="{01F0E007-F3A4-4231-A8ED-D68FA1DFF010}" type="presParOf" srcId="{2DAE588D-6254-4864-A689-5DAC430FE35C}" destId="{0B3EEDFC-8B6D-44ED-A890-07003A7FEAB1}" srcOrd="4" destOrd="0" presId="urn:microsoft.com/office/officeart/2005/8/layout/hierarchy3"/>
    <dgm:cxn modelId="{BAF7AC30-462D-4D7A-BC61-D5EA6245317F}" type="presParOf" srcId="{2DAE588D-6254-4864-A689-5DAC430FE35C}" destId="{381EFB90-A788-48B9-81E9-C1E18BF216E3}" srcOrd="5" destOrd="0" presId="urn:microsoft.com/office/officeart/2005/8/layout/hierarchy3"/>
    <dgm:cxn modelId="{66A69E4C-8EA8-4105-9CF7-B78979A8C91A}" type="presParOf" srcId="{2DAE588D-6254-4864-A689-5DAC430FE35C}" destId="{8929BBBB-34C4-47E8-B775-B23B0779D3D1}" srcOrd="6" destOrd="0" presId="urn:microsoft.com/office/officeart/2005/8/layout/hierarchy3"/>
    <dgm:cxn modelId="{29B325F9-4910-433C-B6FF-9E69ED9952C7}" type="presParOf" srcId="{2DAE588D-6254-4864-A689-5DAC430FE35C}" destId="{8963DB27-0A2A-419E-8969-AA97AD7854FD}" srcOrd="7" destOrd="0" presId="urn:microsoft.com/office/officeart/2005/8/layout/hierarchy3"/>
    <dgm:cxn modelId="{149804C7-1170-465E-8D7E-46C050E074F1}" type="presParOf" srcId="{2DAE588D-6254-4864-A689-5DAC430FE35C}" destId="{9D72D4EB-AE66-4268-9DD1-13112258B327}" srcOrd="8" destOrd="0" presId="urn:microsoft.com/office/officeart/2005/8/layout/hierarchy3"/>
    <dgm:cxn modelId="{CFED8EC9-6B6B-48AF-9E33-B8212DE004A1}" type="presParOf" srcId="{2DAE588D-6254-4864-A689-5DAC430FE35C}" destId="{80F7E8BF-87F8-43AE-AEBE-34A5C45EE786}" srcOrd="9" destOrd="0" presId="urn:microsoft.com/office/officeart/2005/8/layout/hierarchy3"/>
    <dgm:cxn modelId="{882E0606-A9A4-43C2-98BC-ACFA969845EA}" type="presParOf" srcId="{2DAE588D-6254-4864-A689-5DAC430FE35C}" destId="{15112E05-625E-4FF9-B788-E026D9DD9D88}" srcOrd="10" destOrd="0" presId="urn:microsoft.com/office/officeart/2005/8/layout/hierarchy3"/>
    <dgm:cxn modelId="{D777F47D-C1B6-4C92-BF72-7DDC1E886129}" type="presParOf" srcId="{2DAE588D-6254-4864-A689-5DAC430FE35C}" destId="{94122C1B-733D-4888-ABB4-399473E093A0}" srcOrd="11" destOrd="0" presId="urn:microsoft.com/office/officeart/2005/8/layout/hierarchy3"/>
    <dgm:cxn modelId="{88B88186-200B-4B09-B96F-AE7E6748209C}" type="presParOf" srcId="{3D8A305A-21A0-4264-9A1B-2207323BD7D4}" destId="{DEBF4EA2-BC39-48C1-804E-B0F90CCF0DFB}" srcOrd="2" destOrd="0" presId="urn:microsoft.com/office/officeart/2005/8/layout/hierarchy3"/>
    <dgm:cxn modelId="{8E47FD13-40BA-4178-BC14-09F8D09AB8BF}" type="presParOf" srcId="{DEBF4EA2-BC39-48C1-804E-B0F90CCF0DFB}" destId="{0193DE20-E64B-43A2-B9D6-86935F7E231B}" srcOrd="0" destOrd="0" presId="urn:microsoft.com/office/officeart/2005/8/layout/hierarchy3"/>
    <dgm:cxn modelId="{4634140D-436C-43FC-B03D-441F69E1400A}" type="presParOf" srcId="{0193DE20-E64B-43A2-B9D6-86935F7E231B}" destId="{DE881F05-97A0-4CD3-848F-1F5232C46FFE}" srcOrd="0" destOrd="0" presId="urn:microsoft.com/office/officeart/2005/8/layout/hierarchy3"/>
    <dgm:cxn modelId="{6366E674-FEC3-4F28-AE5E-780F4E38D262}" type="presParOf" srcId="{0193DE20-E64B-43A2-B9D6-86935F7E231B}" destId="{803584B6-DAD7-4C6A-8A81-16E12C5844CE}" srcOrd="1" destOrd="0" presId="urn:microsoft.com/office/officeart/2005/8/layout/hierarchy3"/>
    <dgm:cxn modelId="{C9AF6731-E433-400D-A629-A079413C2263}" type="presParOf" srcId="{DEBF4EA2-BC39-48C1-804E-B0F90CCF0DFB}" destId="{7783FB4E-F512-4E49-B14E-0CA175750E8B}" srcOrd="1" destOrd="0" presId="urn:microsoft.com/office/officeart/2005/8/layout/hierarchy3"/>
    <dgm:cxn modelId="{B07ACB8B-DF7D-4DEF-B3B3-A08D086D64B3}" type="presParOf" srcId="{7783FB4E-F512-4E49-B14E-0CA175750E8B}" destId="{DCF19C6E-3A27-4795-9438-A3DF51A7C201}" srcOrd="0" destOrd="0" presId="urn:microsoft.com/office/officeart/2005/8/layout/hierarchy3"/>
    <dgm:cxn modelId="{70DB1300-3D5C-4286-8C8A-864355518C36}" type="presParOf" srcId="{7783FB4E-F512-4E49-B14E-0CA175750E8B}" destId="{550809F5-21E0-4A79-93EC-A48548C8489B}" srcOrd="1" destOrd="0" presId="urn:microsoft.com/office/officeart/2005/8/layout/hierarchy3"/>
    <dgm:cxn modelId="{D076C324-632B-4C20-B173-7055662FDD1C}" type="presParOf" srcId="{7783FB4E-F512-4E49-B14E-0CA175750E8B}" destId="{F60B40BB-7B5D-4BA6-812E-B89B52AE25A3}" srcOrd="2" destOrd="0" presId="urn:microsoft.com/office/officeart/2005/8/layout/hierarchy3"/>
    <dgm:cxn modelId="{C539224A-AAD6-4C07-A849-981E70326692}" type="presParOf" srcId="{7783FB4E-F512-4E49-B14E-0CA175750E8B}" destId="{AE56EB0A-113A-42CA-9C4D-1F42D4B9400D}" srcOrd="3" destOrd="0" presId="urn:microsoft.com/office/officeart/2005/8/layout/hierarchy3"/>
    <dgm:cxn modelId="{3BD4D267-9309-4ED0-8669-8CCAA8206F0F}" type="presParOf" srcId="{7783FB4E-F512-4E49-B14E-0CA175750E8B}" destId="{36EF30C1-A2F1-496D-B4D8-8AD31B257549}" srcOrd="4" destOrd="0" presId="urn:microsoft.com/office/officeart/2005/8/layout/hierarchy3"/>
    <dgm:cxn modelId="{68CB4055-A5C6-4054-B268-9A4FE6970841}" type="presParOf" srcId="{7783FB4E-F512-4E49-B14E-0CA175750E8B}" destId="{E975E30D-6163-46DD-BA52-815B888131AD}" srcOrd="5" destOrd="0" presId="urn:microsoft.com/office/officeart/2005/8/layout/hierarchy3"/>
    <dgm:cxn modelId="{74870465-19C8-404B-9B33-92796A1C518C}" type="presParOf" srcId="{7783FB4E-F512-4E49-B14E-0CA175750E8B}" destId="{7AD0B859-81F8-498B-85B5-DC5729D95028}" srcOrd="6" destOrd="0" presId="urn:microsoft.com/office/officeart/2005/8/layout/hierarchy3"/>
    <dgm:cxn modelId="{722308A2-4A4E-4307-A753-2388A0A6EB04}" type="presParOf" srcId="{7783FB4E-F512-4E49-B14E-0CA175750E8B}" destId="{DCEE6901-E483-41DC-8F29-D36BF64D22A8}" srcOrd="7" destOrd="0" presId="urn:microsoft.com/office/officeart/2005/8/layout/hierarchy3"/>
    <dgm:cxn modelId="{08AAC22E-6211-454C-BA22-FFD3CF53FA06}" type="presParOf" srcId="{7783FB4E-F512-4E49-B14E-0CA175750E8B}" destId="{449B39EE-360C-42A7-98DA-B250E7863995}" srcOrd="8" destOrd="0" presId="urn:microsoft.com/office/officeart/2005/8/layout/hierarchy3"/>
    <dgm:cxn modelId="{E47CA189-67E1-42B3-BD83-0679DEE9540A}" type="presParOf" srcId="{7783FB4E-F512-4E49-B14E-0CA175750E8B}" destId="{0BE818A2-9034-4395-8DF4-9F694EA693B9}" srcOrd="9" destOrd="0" presId="urn:microsoft.com/office/officeart/2005/8/layout/hierarchy3"/>
    <dgm:cxn modelId="{83FB5B7C-19DD-40DC-9BE8-B0D634DA17B2}" type="presParOf" srcId="{7783FB4E-F512-4E49-B14E-0CA175750E8B}" destId="{499A35E7-F909-4988-8CDE-BB683FBCAF7E}" srcOrd="10" destOrd="0" presId="urn:microsoft.com/office/officeart/2005/8/layout/hierarchy3"/>
    <dgm:cxn modelId="{94F4D8BD-C1FC-4B39-A697-6C9B84ACA6C9}" type="presParOf" srcId="{7783FB4E-F512-4E49-B14E-0CA175750E8B}" destId="{9157F251-790F-4B35-82A1-305D893CE9FE}" srcOrd="11" destOrd="0" presId="urn:microsoft.com/office/officeart/2005/8/layout/hierarchy3"/>
    <dgm:cxn modelId="{B049E8CE-3E24-47B2-8FBC-F140355925BC}" type="presParOf" srcId="{3D8A305A-21A0-4264-9A1B-2207323BD7D4}" destId="{36846D8F-71C7-4AB5-98E8-87E7094D27D5}" srcOrd="3" destOrd="0" presId="urn:microsoft.com/office/officeart/2005/8/layout/hierarchy3"/>
    <dgm:cxn modelId="{FBBAA032-35B8-4C43-8113-EB894E9EA93E}" type="presParOf" srcId="{36846D8F-71C7-4AB5-98E8-87E7094D27D5}" destId="{FE9FA5E1-F777-4433-AE09-BB4D30D4AD33}" srcOrd="0" destOrd="0" presId="urn:microsoft.com/office/officeart/2005/8/layout/hierarchy3"/>
    <dgm:cxn modelId="{3F8C7523-C29A-45C8-8230-842F9208EB85}" type="presParOf" srcId="{FE9FA5E1-F777-4433-AE09-BB4D30D4AD33}" destId="{E162EAB8-E0CD-4581-A2AA-E67CC89C2A6A}" srcOrd="0" destOrd="0" presId="urn:microsoft.com/office/officeart/2005/8/layout/hierarchy3"/>
    <dgm:cxn modelId="{79CC2A1E-4E1E-41F5-A531-76D66A21982D}" type="presParOf" srcId="{FE9FA5E1-F777-4433-AE09-BB4D30D4AD33}" destId="{930A362D-CBB8-4516-8EC3-CF4313A67A65}" srcOrd="1" destOrd="0" presId="urn:microsoft.com/office/officeart/2005/8/layout/hierarchy3"/>
    <dgm:cxn modelId="{40F8656C-833B-43FB-994F-55394F47D202}" type="presParOf" srcId="{36846D8F-71C7-4AB5-98E8-87E7094D27D5}" destId="{C49C8755-C346-4DE8-AECB-E1F87FA22EC2}"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8DA7F4D-6A24-4628-94C8-51B32E6C2C74}"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s-ES"/>
        </a:p>
      </dgm:t>
    </dgm:pt>
    <dgm:pt modelId="{17D965FD-9801-4D11-BF74-C82E2C8946BD}">
      <dgm:prSet phldrT="[Texto]"/>
      <dgm:spPr/>
      <dgm:t>
        <a:bodyPr/>
        <a:lstStyle/>
        <a:p>
          <a:r>
            <a:rPr lang="es-ES" b="1" dirty="0" smtClean="0"/>
            <a:t>Leve</a:t>
          </a:r>
          <a:r>
            <a:rPr lang="es-ES" dirty="0" smtClean="0"/>
            <a:t>: cuando afecta actividades de la vida diaria sin causar problemas para la independencia del paciente. </a:t>
          </a:r>
          <a:endParaRPr lang="es-ES" dirty="0"/>
        </a:p>
      </dgm:t>
    </dgm:pt>
    <dgm:pt modelId="{F4982C03-D4ED-4B5D-A6E8-C48BAA5FE8D5}" type="parTrans" cxnId="{ED58B88F-CDB3-4618-B16D-1B878CED1DA2}">
      <dgm:prSet/>
      <dgm:spPr/>
      <dgm:t>
        <a:bodyPr/>
        <a:lstStyle/>
        <a:p>
          <a:endParaRPr lang="es-ES"/>
        </a:p>
      </dgm:t>
    </dgm:pt>
    <dgm:pt modelId="{7BF9F6BA-BF37-488B-BC2C-A079650A6365}" type="sibTrans" cxnId="{ED58B88F-CDB3-4618-B16D-1B878CED1DA2}">
      <dgm:prSet/>
      <dgm:spPr/>
      <dgm:t>
        <a:bodyPr/>
        <a:lstStyle/>
        <a:p>
          <a:endParaRPr lang="es-ES"/>
        </a:p>
      </dgm:t>
    </dgm:pt>
    <dgm:pt modelId="{3D4A76CC-A09E-4C12-8035-898FBB221946}">
      <dgm:prSet/>
      <dgm:spPr/>
      <dgm:t>
        <a:bodyPr/>
        <a:lstStyle/>
        <a:p>
          <a:r>
            <a:rPr lang="es-ES" smtClean="0"/>
            <a:t>• </a:t>
          </a:r>
          <a:r>
            <a:rPr lang="es-ES" b="1" smtClean="0"/>
            <a:t>Moderado</a:t>
          </a:r>
          <a:r>
            <a:rPr lang="es-ES" smtClean="0"/>
            <a:t>: cuando condiciona incapacidad para vivir de manera independiente. El individuo no recuerda información básica acerca de su vivienda, actividades recientes o el nombre de ciertas personas familiares a él. </a:t>
          </a:r>
          <a:endParaRPr lang="es-ES"/>
        </a:p>
      </dgm:t>
    </dgm:pt>
    <dgm:pt modelId="{8060BD46-D174-42DC-8935-9409B1D16DBF}" type="parTrans" cxnId="{A73795FD-9631-4E7C-962A-B37C30A7133B}">
      <dgm:prSet/>
      <dgm:spPr/>
      <dgm:t>
        <a:bodyPr/>
        <a:lstStyle/>
        <a:p>
          <a:endParaRPr lang="es-ES"/>
        </a:p>
      </dgm:t>
    </dgm:pt>
    <dgm:pt modelId="{BDE51B13-ADE4-4091-8149-D3A0BC1F2397}" type="sibTrans" cxnId="{A73795FD-9631-4E7C-962A-B37C30A7133B}">
      <dgm:prSet/>
      <dgm:spPr/>
      <dgm:t>
        <a:bodyPr/>
        <a:lstStyle/>
        <a:p>
          <a:endParaRPr lang="es-ES"/>
        </a:p>
      </dgm:t>
    </dgm:pt>
    <dgm:pt modelId="{530354A5-8276-40E1-BDDF-16F34CE0B954}">
      <dgm:prSet/>
      <dgm:spPr/>
      <dgm:t>
        <a:bodyPr/>
        <a:lstStyle/>
        <a:p>
          <a:r>
            <a:rPr lang="es-ES" smtClean="0"/>
            <a:t>• </a:t>
          </a:r>
          <a:r>
            <a:rPr lang="es-ES" b="1" smtClean="0"/>
            <a:t>Severo</a:t>
          </a:r>
          <a:r>
            <a:rPr lang="es-ES" smtClean="0"/>
            <a:t>: Se caracteriza por la absoluta incapacidad de retener nueva información y solo se recuerdan fragmentos de experiencias o conocimientos pasados. El paciente no reconoce a sus familiares. </a:t>
          </a:r>
          <a:endParaRPr lang="es-ES"/>
        </a:p>
      </dgm:t>
    </dgm:pt>
    <dgm:pt modelId="{DD9210D0-62C3-4FC7-81A5-D3E73C02C066}" type="parTrans" cxnId="{69DCE702-E444-42F5-9399-55C232BCE4C3}">
      <dgm:prSet/>
      <dgm:spPr/>
      <dgm:t>
        <a:bodyPr/>
        <a:lstStyle/>
        <a:p>
          <a:endParaRPr lang="es-ES"/>
        </a:p>
      </dgm:t>
    </dgm:pt>
    <dgm:pt modelId="{4425424B-A2E1-46C1-A729-A9298445124E}" type="sibTrans" cxnId="{69DCE702-E444-42F5-9399-55C232BCE4C3}">
      <dgm:prSet/>
      <dgm:spPr/>
      <dgm:t>
        <a:bodyPr/>
        <a:lstStyle/>
        <a:p>
          <a:endParaRPr lang="es-ES"/>
        </a:p>
      </dgm:t>
    </dgm:pt>
    <dgm:pt modelId="{309A5ED1-3809-49EE-A6EF-1AE30AF9B66C}" type="pres">
      <dgm:prSet presAssocID="{58DA7F4D-6A24-4628-94C8-51B32E6C2C74}" presName="rootnode" presStyleCnt="0">
        <dgm:presLayoutVars>
          <dgm:chMax/>
          <dgm:chPref/>
          <dgm:dir/>
          <dgm:animLvl val="lvl"/>
        </dgm:presLayoutVars>
      </dgm:prSet>
      <dgm:spPr/>
    </dgm:pt>
    <dgm:pt modelId="{637E575B-B29E-4031-99F7-BBA470AFC171}" type="pres">
      <dgm:prSet presAssocID="{17D965FD-9801-4D11-BF74-C82E2C8946BD}" presName="composite" presStyleCnt="0"/>
      <dgm:spPr/>
    </dgm:pt>
    <dgm:pt modelId="{7C95A251-63DC-4750-9789-F5E49C00179C}" type="pres">
      <dgm:prSet presAssocID="{17D965FD-9801-4D11-BF74-C82E2C8946BD}" presName="LShape" presStyleLbl="alignNode1" presStyleIdx="0" presStyleCnt="5"/>
      <dgm:spPr/>
    </dgm:pt>
    <dgm:pt modelId="{0B2E8820-E76D-4308-B24E-D0212346E19E}" type="pres">
      <dgm:prSet presAssocID="{17D965FD-9801-4D11-BF74-C82E2C8946BD}" presName="ParentText" presStyleLbl="revTx" presStyleIdx="0" presStyleCnt="3">
        <dgm:presLayoutVars>
          <dgm:chMax val="0"/>
          <dgm:chPref val="0"/>
          <dgm:bulletEnabled val="1"/>
        </dgm:presLayoutVars>
      </dgm:prSet>
      <dgm:spPr/>
    </dgm:pt>
    <dgm:pt modelId="{F2B17F1A-D636-4487-A3EA-159A58E3F2C8}" type="pres">
      <dgm:prSet presAssocID="{17D965FD-9801-4D11-BF74-C82E2C8946BD}" presName="Triangle" presStyleLbl="alignNode1" presStyleIdx="1" presStyleCnt="5"/>
      <dgm:spPr/>
    </dgm:pt>
    <dgm:pt modelId="{42890A5C-ED7E-4B6C-A908-6FA8D64FC90B}" type="pres">
      <dgm:prSet presAssocID="{7BF9F6BA-BF37-488B-BC2C-A079650A6365}" presName="sibTrans" presStyleCnt="0"/>
      <dgm:spPr/>
    </dgm:pt>
    <dgm:pt modelId="{D35A5754-B250-4AEF-84AF-B17326FAB0E5}" type="pres">
      <dgm:prSet presAssocID="{7BF9F6BA-BF37-488B-BC2C-A079650A6365}" presName="space" presStyleCnt="0"/>
      <dgm:spPr/>
    </dgm:pt>
    <dgm:pt modelId="{50DBCFC7-25C3-4196-8E1C-0C1EA1ADA10E}" type="pres">
      <dgm:prSet presAssocID="{3D4A76CC-A09E-4C12-8035-898FBB221946}" presName="composite" presStyleCnt="0"/>
      <dgm:spPr/>
    </dgm:pt>
    <dgm:pt modelId="{9579C2C7-DAF4-4511-B55B-3990122BD87D}" type="pres">
      <dgm:prSet presAssocID="{3D4A76CC-A09E-4C12-8035-898FBB221946}" presName="LShape" presStyleLbl="alignNode1" presStyleIdx="2" presStyleCnt="5"/>
      <dgm:spPr/>
    </dgm:pt>
    <dgm:pt modelId="{F8F774E9-DF66-4F40-9182-E3321A57869D}" type="pres">
      <dgm:prSet presAssocID="{3D4A76CC-A09E-4C12-8035-898FBB221946}" presName="ParentText" presStyleLbl="revTx" presStyleIdx="1" presStyleCnt="3">
        <dgm:presLayoutVars>
          <dgm:chMax val="0"/>
          <dgm:chPref val="0"/>
          <dgm:bulletEnabled val="1"/>
        </dgm:presLayoutVars>
      </dgm:prSet>
      <dgm:spPr/>
    </dgm:pt>
    <dgm:pt modelId="{071BB9EC-7EAC-43AD-B414-3A714A84891F}" type="pres">
      <dgm:prSet presAssocID="{3D4A76CC-A09E-4C12-8035-898FBB221946}" presName="Triangle" presStyleLbl="alignNode1" presStyleIdx="3" presStyleCnt="5"/>
      <dgm:spPr/>
    </dgm:pt>
    <dgm:pt modelId="{D08DBEE5-C341-4BCD-B6A9-4A305F4DA850}" type="pres">
      <dgm:prSet presAssocID="{BDE51B13-ADE4-4091-8149-D3A0BC1F2397}" presName="sibTrans" presStyleCnt="0"/>
      <dgm:spPr/>
    </dgm:pt>
    <dgm:pt modelId="{B26AC25E-B8A5-4F82-A25B-3CA28EE19D6F}" type="pres">
      <dgm:prSet presAssocID="{BDE51B13-ADE4-4091-8149-D3A0BC1F2397}" presName="space" presStyleCnt="0"/>
      <dgm:spPr/>
    </dgm:pt>
    <dgm:pt modelId="{28137F2C-9901-4619-BD74-5B411995BEE7}" type="pres">
      <dgm:prSet presAssocID="{530354A5-8276-40E1-BDDF-16F34CE0B954}" presName="composite" presStyleCnt="0"/>
      <dgm:spPr/>
    </dgm:pt>
    <dgm:pt modelId="{6ED11726-3A27-4ADD-860C-C693A66E4F61}" type="pres">
      <dgm:prSet presAssocID="{530354A5-8276-40E1-BDDF-16F34CE0B954}" presName="LShape" presStyleLbl="alignNode1" presStyleIdx="4" presStyleCnt="5"/>
      <dgm:spPr/>
    </dgm:pt>
    <dgm:pt modelId="{DBE55225-F0E6-4876-8F80-3E9F3D489F44}" type="pres">
      <dgm:prSet presAssocID="{530354A5-8276-40E1-BDDF-16F34CE0B954}" presName="ParentText" presStyleLbl="revTx" presStyleIdx="2" presStyleCnt="3">
        <dgm:presLayoutVars>
          <dgm:chMax val="0"/>
          <dgm:chPref val="0"/>
          <dgm:bulletEnabled val="1"/>
        </dgm:presLayoutVars>
      </dgm:prSet>
      <dgm:spPr/>
    </dgm:pt>
  </dgm:ptLst>
  <dgm:cxnLst>
    <dgm:cxn modelId="{0203E32C-669F-4D3F-BF13-C7C4ED960D43}" type="presOf" srcId="{58DA7F4D-6A24-4628-94C8-51B32E6C2C74}" destId="{309A5ED1-3809-49EE-A6EF-1AE30AF9B66C}" srcOrd="0" destOrd="0" presId="urn:microsoft.com/office/officeart/2009/3/layout/StepUpProcess"/>
    <dgm:cxn modelId="{69DCE702-E444-42F5-9399-55C232BCE4C3}" srcId="{58DA7F4D-6A24-4628-94C8-51B32E6C2C74}" destId="{530354A5-8276-40E1-BDDF-16F34CE0B954}" srcOrd="2" destOrd="0" parTransId="{DD9210D0-62C3-4FC7-81A5-D3E73C02C066}" sibTransId="{4425424B-A2E1-46C1-A729-A9298445124E}"/>
    <dgm:cxn modelId="{A73795FD-9631-4E7C-962A-B37C30A7133B}" srcId="{58DA7F4D-6A24-4628-94C8-51B32E6C2C74}" destId="{3D4A76CC-A09E-4C12-8035-898FBB221946}" srcOrd="1" destOrd="0" parTransId="{8060BD46-D174-42DC-8935-9409B1D16DBF}" sibTransId="{BDE51B13-ADE4-4091-8149-D3A0BC1F2397}"/>
    <dgm:cxn modelId="{ED58B88F-CDB3-4618-B16D-1B878CED1DA2}" srcId="{58DA7F4D-6A24-4628-94C8-51B32E6C2C74}" destId="{17D965FD-9801-4D11-BF74-C82E2C8946BD}" srcOrd="0" destOrd="0" parTransId="{F4982C03-D4ED-4B5D-A6E8-C48BAA5FE8D5}" sibTransId="{7BF9F6BA-BF37-488B-BC2C-A079650A6365}"/>
    <dgm:cxn modelId="{DF6A9869-E32B-4222-BA4C-349FB2C6636F}" type="presOf" srcId="{3D4A76CC-A09E-4C12-8035-898FBB221946}" destId="{F8F774E9-DF66-4F40-9182-E3321A57869D}" srcOrd="0" destOrd="0" presId="urn:microsoft.com/office/officeart/2009/3/layout/StepUpProcess"/>
    <dgm:cxn modelId="{04C94C49-25D5-4539-B1DC-C494C0D6C93D}" type="presOf" srcId="{17D965FD-9801-4D11-BF74-C82E2C8946BD}" destId="{0B2E8820-E76D-4308-B24E-D0212346E19E}" srcOrd="0" destOrd="0" presId="urn:microsoft.com/office/officeart/2009/3/layout/StepUpProcess"/>
    <dgm:cxn modelId="{437705A0-D0C1-46BA-A28A-07E4EC71DAFB}" type="presOf" srcId="{530354A5-8276-40E1-BDDF-16F34CE0B954}" destId="{DBE55225-F0E6-4876-8F80-3E9F3D489F44}" srcOrd="0" destOrd="0" presId="urn:microsoft.com/office/officeart/2009/3/layout/StepUpProcess"/>
    <dgm:cxn modelId="{F803F86E-CCFC-43EC-B21E-5A6796F26637}" type="presParOf" srcId="{309A5ED1-3809-49EE-A6EF-1AE30AF9B66C}" destId="{637E575B-B29E-4031-99F7-BBA470AFC171}" srcOrd="0" destOrd="0" presId="urn:microsoft.com/office/officeart/2009/3/layout/StepUpProcess"/>
    <dgm:cxn modelId="{2D8214AE-7C25-482B-905F-D204E9D60E00}" type="presParOf" srcId="{637E575B-B29E-4031-99F7-BBA470AFC171}" destId="{7C95A251-63DC-4750-9789-F5E49C00179C}" srcOrd="0" destOrd="0" presId="urn:microsoft.com/office/officeart/2009/3/layout/StepUpProcess"/>
    <dgm:cxn modelId="{70437CC6-C3C5-40AB-8A2A-2D269DC2E77C}" type="presParOf" srcId="{637E575B-B29E-4031-99F7-BBA470AFC171}" destId="{0B2E8820-E76D-4308-B24E-D0212346E19E}" srcOrd="1" destOrd="0" presId="urn:microsoft.com/office/officeart/2009/3/layout/StepUpProcess"/>
    <dgm:cxn modelId="{59314215-6829-478B-92BA-432E405CB8EC}" type="presParOf" srcId="{637E575B-B29E-4031-99F7-BBA470AFC171}" destId="{F2B17F1A-D636-4487-A3EA-159A58E3F2C8}" srcOrd="2" destOrd="0" presId="urn:microsoft.com/office/officeart/2009/3/layout/StepUpProcess"/>
    <dgm:cxn modelId="{58E65124-B441-4789-A482-F96204615787}" type="presParOf" srcId="{309A5ED1-3809-49EE-A6EF-1AE30AF9B66C}" destId="{42890A5C-ED7E-4B6C-A908-6FA8D64FC90B}" srcOrd="1" destOrd="0" presId="urn:microsoft.com/office/officeart/2009/3/layout/StepUpProcess"/>
    <dgm:cxn modelId="{39E01D75-AE22-477C-B876-A1941F7D9B42}" type="presParOf" srcId="{42890A5C-ED7E-4B6C-A908-6FA8D64FC90B}" destId="{D35A5754-B250-4AEF-84AF-B17326FAB0E5}" srcOrd="0" destOrd="0" presId="urn:microsoft.com/office/officeart/2009/3/layout/StepUpProcess"/>
    <dgm:cxn modelId="{AFA1CFF2-F98C-4D5F-9C62-D4F189305E25}" type="presParOf" srcId="{309A5ED1-3809-49EE-A6EF-1AE30AF9B66C}" destId="{50DBCFC7-25C3-4196-8E1C-0C1EA1ADA10E}" srcOrd="2" destOrd="0" presId="urn:microsoft.com/office/officeart/2009/3/layout/StepUpProcess"/>
    <dgm:cxn modelId="{97DA89AE-4968-43E1-9624-3F6B463FE517}" type="presParOf" srcId="{50DBCFC7-25C3-4196-8E1C-0C1EA1ADA10E}" destId="{9579C2C7-DAF4-4511-B55B-3990122BD87D}" srcOrd="0" destOrd="0" presId="urn:microsoft.com/office/officeart/2009/3/layout/StepUpProcess"/>
    <dgm:cxn modelId="{56612985-81CF-4418-9205-C85501221859}" type="presParOf" srcId="{50DBCFC7-25C3-4196-8E1C-0C1EA1ADA10E}" destId="{F8F774E9-DF66-4F40-9182-E3321A57869D}" srcOrd="1" destOrd="0" presId="urn:microsoft.com/office/officeart/2009/3/layout/StepUpProcess"/>
    <dgm:cxn modelId="{231219FF-E3ED-42A6-9FE7-146EE1214F23}" type="presParOf" srcId="{50DBCFC7-25C3-4196-8E1C-0C1EA1ADA10E}" destId="{071BB9EC-7EAC-43AD-B414-3A714A84891F}" srcOrd="2" destOrd="0" presId="urn:microsoft.com/office/officeart/2009/3/layout/StepUpProcess"/>
    <dgm:cxn modelId="{B7F4E923-1B44-4119-BB77-45474E2BD134}" type="presParOf" srcId="{309A5ED1-3809-49EE-A6EF-1AE30AF9B66C}" destId="{D08DBEE5-C341-4BCD-B6A9-4A305F4DA850}" srcOrd="3" destOrd="0" presId="urn:microsoft.com/office/officeart/2009/3/layout/StepUpProcess"/>
    <dgm:cxn modelId="{3E846C11-5195-4D8D-A63B-89C59FD6F1A6}" type="presParOf" srcId="{D08DBEE5-C341-4BCD-B6A9-4A305F4DA850}" destId="{B26AC25E-B8A5-4F82-A25B-3CA28EE19D6F}" srcOrd="0" destOrd="0" presId="urn:microsoft.com/office/officeart/2009/3/layout/StepUpProcess"/>
    <dgm:cxn modelId="{E86F2450-E772-45E2-B85C-4215FA0D0DA0}" type="presParOf" srcId="{309A5ED1-3809-49EE-A6EF-1AE30AF9B66C}" destId="{28137F2C-9901-4619-BD74-5B411995BEE7}" srcOrd="4" destOrd="0" presId="urn:microsoft.com/office/officeart/2009/3/layout/StepUpProcess"/>
    <dgm:cxn modelId="{F96EA1A1-4B62-43C4-8A0B-98D1380336F8}" type="presParOf" srcId="{28137F2C-9901-4619-BD74-5B411995BEE7}" destId="{6ED11726-3A27-4ADD-860C-C693A66E4F61}" srcOrd="0" destOrd="0" presId="urn:microsoft.com/office/officeart/2009/3/layout/StepUpProcess"/>
    <dgm:cxn modelId="{19F0D903-AA1F-4E3E-B493-7C068DBC81C2}" type="presParOf" srcId="{28137F2C-9901-4619-BD74-5B411995BEE7}" destId="{DBE55225-F0E6-4876-8F80-3E9F3D489F44}"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DB322F0-7AF4-43EE-9862-EBAF0979607B}" type="doc">
      <dgm:prSet loTypeId="urn:microsoft.com/office/officeart/2005/8/layout/venn1" loCatId="relationship" qsTypeId="urn:microsoft.com/office/officeart/2005/8/quickstyle/simple1" qsCatId="simple" csTypeId="urn:microsoft.com/office/officeart/2005/8/colors/accent1_2" csCatId="accent1" phldr="1"/>
      <dgm:spPr/>
    </dgm:pt>
    <dgm:pt modelId="{9C3D70A7-DBC2-4B7C-9FA2-4BE07C7E9A9A}">
      <dgm:prSet phldrT="[Texto]"/>
      <dgm:spPr/>
      <dgm:t>
        <a:bodyPr/>
        <a:lstStyle/>
        <a:p>
          <a:r>
            <a:rPr lang="es-ES" dirty="0" smtClean="0"/>
            <a:t>Detección del síndrome demencial</a:t>
          </a:r>
          <a:endParaRPr lang="es-ES" dirty="0"/>
        </a:p>
      </dgm:t>
    </dgm:pt>
    <dgm:pt modelId="{D33F8914-6398-4234-AE13-16082BE8092A}" type="parTrans" cxnId="{4DE7ACCF-24B5-4656-BB99-19B8577D508F}">
      <dgm:prSet/>
      <dgm:spPr/>
      <dgm:t>
        <a:bodyPr/>
        <a:lstStyle/>
        <a:p>
          <a:endParaRPr lang="es-ES"/>
        </a:p>
      </dgm:t>
    </dgm:pt>
    <dgm:pt modelId="{D7388368-40FC-4A75-BEF6-74498291DF0F}" type="sibTrans" cxnId="{4DE7ACCF-24B5-4656-BB99-19B8577D508F}">
      <dgm:prSet/>
      <dgm:spPr/>
      <dgm:t>
        <a:bodyPr/>
        <a:lstStyle/>
        <a:p>
          <a:endParaRPr lang="es-ES"/>
        </a:p>
      </dgm:t>
    </dgm:pt>
    <dgm:pt modelId="{AA68CECF-F3FE-4335-9473-E2E3F4897820}">
      <dgm:prSet/>
      <dgm:spPr/>
      <dgm:t>
        <a:bodyPr/>
        <a:lstStyle/>
        <a:p>
          <a:r>
            <a:rPr lang="es-ES" dirty="0" smtClean="0"/>
            <a:t> Identificación del tipo de demencia</a:t>
          </a:r>
          <a:endParaRPr lang="es-ES" dirty="0"/>
        </a:p>
      </dgm:t>
    </dgm:pt>
    <dgm:pt modelId="{C6D4B1A1-3531-41DA-82C8-C21B0BB47321}" type="parTrans" cxnId="{0010439D-441D-451E-A244-C858F2455A3D}">
      <dgm:prSet/>
      <dgm:spPr/>
      <dgm:t>
        <a:bodyPr/>
        <a:lstStyle/>
        <a:p>
          <a:endParaRPr lang="es-ES"/>
        </a:p>
      </dgm:t>
    </dgm:pt>
    <dgm:pt modelId="{1D27C61D-C25D-4BB3-89CF-E7A6F20A7B0F}" type="sibTrans" cxnId="{0010439D-441D-451E-A244-C858F2455A3D}">
      <dgm:prSet/>
      <dgm:spPr/>
      <dgm:t>
        <a:bodyPr/>
        <a:lstStyle/>
        <a:p>
          <a:endParaRPr lang="es-ES"/>
        </a:p>
      </dgm:t>
    </dgm:pt>
    <dgm:pt modelId="{D914730B-4959-4840-BF6D-298BAB026B43}" type="pres">
      <dgm:prSet presAssocID="{EDB322F0-7AF4-43EE-9862-EBAF0979607B}" presName="compositeShape" presStyleCnt="0">
        <dgm:presLayoutVars>
          <dgm:chMax val="7"/>
          <dgm:dir/>
          <dgm:resizeHandles val="exact"/>
        </dgm:presLayoutVars>
      </dgm:prSet>
      <dgm:spPr/>
    </dgm:pt>
    <dgm:pt modelId="{72709F9D-FCE0-4205-9A9D-D366C3C2F3AF}" type="pres">
      <dgm:prSet presAssocID="{9C3D70A7-DBC2-4B7C-9FA2-4BE07C7E9A9A}" presName="circ1" presStyleLbl="vennNode1" presStyleIdx="0" presStyleCnt="2" custLinFactNeighborX="-2004" custLinFactNeighborY="97935"/>
      <dgm:spPr/>
      <dgm:t>
        <a:bodyPr/>
        <a:lstStyle/>
        <a:p>
          <a:endParaRPr lang="es-ES"/>
        </a:p>
      </dgm:t>
    </dgm:pt>
    <dgm:pt modelId="{F55151A9-EB17-46EB-B940-0C1D54EB00FA}" type="pres">
      <dgm:prSet presAssocID="{9C3D70A7-DBC2-4B7C-9FA2-4BE07C7E9A9A}" presName="circ1Tx" presStyleLbl="revTx" presStyleIdx="0" presStyleCnt="0">
        <dgm:presLayoutVars>
          <dgm:chMax val="0"/>
          <dgm:chPref val="0"/>
          <dgm:bulletEnabled val="1"/>
        </dgm:presLayoutVars>
      </dgm:prSet>
      <dgm:spPr/>
      <dgm:t>
        <a:bodyPr/>
        <a:lstStyle/>
        <a:p>
          <a:endParaRPr lang="es-ES"/>
        </a:p>
      </dgm:t>
    </dgm:pt>
    <dgm:pt modelId="{7AE7DC11-03A1-4CDF-BA26-DA754E708117}" type="pres">
      <dgm:prSet presAssocID="{AA68CECF-F3FE-4335-9473-E2E3F4897820}" presName="circ2" presStyleLbl="vennNode1" presStyleIdx="1" presStyleCnt="2"/>
      <dgm:spPr/>
      <dgm:t>
        <a:bodyPr/>
        <a:lstStyle/>
        <a:p>
          <a:endParaRPr lang="es-ES"/>
        </a:p>
      </dgm:t>
    </dgm:pt>
    <dgm:pt modelId="{02F1F056-CC15-4E0B-815F-FB8C3E08C287}" type="pres">
      <dgm:prSet presAssocID="{AA68CECF-F3FE-4335-9473-E2E3F4897820}" presName="circ2Tx" presStyleLbl="revTx" presStyleIdx="0" presStyleCnt="0">
        <dgm:presLayoutVars>
          <dgm:chMax val="0"/>
          <dgm:chPref val="0"/>
          <dgm:bulletEnabled val="1"/>
        </dgm:presLayoutVars>
      </dgm:prSet>
      <dgm:spPr/>
      <dgm:t>
        <a:bodyPr/>
        <a:lstStyle/>
        <a:p>
          <a:endParaRPr lang="es-ES"/>
        </a:p>
      </dgm:t>
    </dgm:pt>
  </dgm:ptLst>
  <dgm:cxnLst>
    <dgm:cxn modelId="{4DE7ACCF-24B5-4656-BB99-19B8577D508F}" srcId="{EDB322F0-7AF4-43EE-9862-EBAF0979607B}" destId="{9C3D70A7-DBC2-4B7C-9FA2-4BE07C7E9A9A}" srcOrd="0" destOrd="0" parTransId="{D33F8914-6398-4234-AE13-16082BE8092A}" sibTransId="{D7388368-40FC-4A75-BEF6-74498291DF0F}"/>
    <dgm:cxn modelId="{0071BCC7-98A0-4876-937E-FD30C2E5E55A}" type="presOf" srcId="{AA68CECF-F3FE-4335-9473-E2E3F4897820}" destId="{7AE7DC11-03A1-4CDF-BA26-DA754E708117}" srcOrd="0" destOrd="0" presId="urn:microsoft.com/office/officeart/2005/8/layout/venn1"/>
    <dgm:cxn modelId="{BC860413-E372-435A-BAD7-39220826B9DE}" type="presOf" srcId="{9C3D70A7-DBC2-4B7C-9FA2-4BE07C7E9A9A}" destId="{F55151A9-EB17-46EB-B940-0C1D54EB00FA}" srcOrd="1" destOrd="0" presId="urn:microsoft.com/office/officeart/2005/8/layout/venn1"/>
    <dgm:cxn modelId="{6C28935C-EC85-4A07-8C26-D36D295A6BAF}" type="presOf" srcId="{AA68CECF-F3FE-4335-9473-E2E3F4897820}" destId="{02F1F056-CC15-4E0B-815F-FB8C3E08C287}" srcOrd="1" destOrd="0" presId="urn:microsoft.com/office/officeart/2005/8/layout/venn1"/>
    <dgm:cxn modelId="{1F11D934-8B65-4A48-9BEE-B1477FBCEA72}" type="presOf" srcId="{EDB322F0-7AF4-43EE-9862-EBAF0979607B}" destId="{D914730B-4959-4840-BF6D-298BAB026B43}" srcOrd="0" destOrd="0" presId="urn:microsoft.com/office/officeart/2005/8/layout/venn1"/>
    <dgm:cxn modelId="{0010439D-441D-451E-A244-C858F2455A3D}" srcId="{EDB322F0-7AF4-43EE-9862-EBAF0979607B}" destId="{AA68CECF-F3FE-4335-9473-E2E3F4897820}" srcOrd="1" destOrd="0" parTransId="{C6D4B1A1-3531-41DA-82C8-C21B0BB47321}" sibTransId="{1D27C61D-C25D-4BB3-89CF-E7A6F20A7B0F}"/>
    <dgm:cxn modelId="{1CE993F4-9E05-4DBB-A5B6-CC82BBE61EB2}" type="presOf" srcId="{9C3D70A7-DBC2-4B7C-9FA2-4BE07C7E9A9A}" destId="{72709F9D-FCE0-4205-9A9D-D366C3C2F3AF}" srcOrd="0" destOrd="0" presId="urn:microsoft.com/office/officeart/2005/8/layout/venn1"/>
    <dgm:cxn modelId="{A76CA645-9A9C-4804-94FD-619A2E963EDE}" type="presParOf" srcId="{D914730B-4959-4840-BF6D-298BAB026B43}" destId="{72709F9D-FCE0-4205-9A9D-D366C3C2F3AF}" srcOrd="0" destOrd="0" presId="urn:microsoft.com/office/officeart/2005/8/layout/venn1"/>
    <dgm:cxn modelId="{24D64CE3-3D8F-4CA6-84B7-437EF84E6AC5}" type="presParOf" srcId="{D914730B-4959-4840-BF6D-298BAB026B43}" destId="{F55151A9-EB17-46EB-B940-0C1D54EB00FA}" srcOrd="1" destOrd="0" presId="urn:microsoft.com/office/officeart/2005/8/layout/venn1"/>
    <dgm:cxn modelId="{7AC15B9E-B3D7-40C6-A3A6-0379DC3019BA}" type="presParOf" srcId="{D914730B-4959-4840-BF6D-298BAB026B43}" destId="{7AE7DC11-03A1-4CDF-BA26-DA754E708117}" srcOrd="2" destOrd="0" presId="urn:microsoft.com/office/officeart/2005/8/layout/venn1"/>
    <dgm:cxn modelId="{9E316AB6-EB71-47F6-9A36-EF3DF42B7D2C}" type="presParOf" srcId="{D914730B-4959-4840-BF6D-298BAB026B43}" destId="{02F1F056-CC15-4E0B-815F-FB8C3E08C287}"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AF68B73-E04A-4DAD-A6E0-180E64FBD73C}" type="doc">
      <dgm:prSet loTypeId="urn:microsoft.com/office/officeart/2008/layout/VerticalCurvedList" loCatId="list" qsTypeId="urn:microsoft.com/office/officeart/2005/8/quickstyle/simple1" qsCatId="simple" csTypeId="urn:microsoft.com/office/officeart/2005/8/colors/accent1_1" csCatId="accent1" phldr="1"/>
      <dgm:spPr/>
      <dgm:t>
        <a:bodyPr/>
        <a:lstStyle/>
        <a:p>
          <a:endParaRPr lang="es-ES"/>
        </a:p>
      </dgm:t>
    </dgm:pt>
    <dgm:pt modelId="{52CC8857-3AF8-433C-A00C-16865C8EE791}">
      <dgm:prSet phldrT="[Texto]"/>
      <dgm:spPr/>
      <dgm:t>
        <a:bodyPr/>
        <a:lstStyle/>
        <a:p>
          <a:r>
            <a:rPr lang="es-ES" b="1" dirty="0" smtClean="0"/>
            <a:t>DEMENCIA TIPO ALZHEIMER</a:t>
          </a:r>
          <a:endParaRPr lang="es-ES" dirty="0"/>
        </a:p>
      </dgm:t>
    </dgm:pt>
    <dgm:pt modelId="{9852C973-39B8-48FF-A82E-D1AC8D88950B}" type="parTrans" cxnId="{E16F109B-E34B-46CF-B869-B7046C2E2318}">
      <dgm:prSet/>
      <dgm:spPr/>
      <dgm:t>
        <a:bodyPr/>
        <a:lstStyle/>
        <a:p>
          <a:endParaRPr lang="es-ES"/>
        </a:p>
      </dgm:t>
    </dgm:pt>
    <dgm:pt modelId="{3CAD4C5C-BD51-4A34-8595-84C5C2445E81}" type="sibTrans" cxnId="{E16F109B-E34B-46CF-B869-B7046C2E2318}">
      <dgm:prSet/>
      <dgm:spPr/>
      <dgm:t>
        <a:bodyPr/>
        <a:lstStyle/>
        <a:p>
          <a:endParaRPr lang="es-ES"/>
        </a:p>
      </dgm:t>
    </dgm:pt>
    <dgm:pt modelId="{1D17F9C9-45D2-4907-8575-04D7108FE044}">
      <dgm:prSet phldrT="[Texto]"/>
      <dgm:spPr/>
      <dgm:t>
        <a:bodyPr/>
        <a:lstStyle/>
        <a:p>
          <a:r>
            <a:rPr lang="es-ES" dirty="0" smtClean="0"/>
            <a:t>Son las medidas generales recomendadas para mejorar la calidad de vida y la sintomatología del paciente previos o en conjunto con la terapia farmacológica, se han descrito entre estas, el adiestramiento de los cuidadores para el aprendizaje de técnicas con cambio de conductas para evitar la depresión, musicoterapia</a:t>
          </a:r>
          <a:endParaRPr lang="es-ES" dirty="0"/>
        </a:p>
      </dgm:t>
    </dgm:pt>
    <dgm:pt modelId="{B2B0176A-F065-431F-B936-6650E4A787D0}" type="parTrans" cxnId="{80DEF305-04FB-4F48-B5B1-482282AB70A2}">
      <dgm:prSet/>
      <dgm:spPr/>
      <dgm:t>
        <a:bodyPr/>
        <a:lstStyle/>
        <a:p>
          <a:endParaRPr lang="es-ES"/>
        </a:p>
      </dgm:t>
    </dgm:pt>
    <dgm:pt modelId="{7CB658B2-8E64-4C70-82D6-000E7D80D2CF}" type="sibTrans" cxnId="{80DEF305-04FB-4F48-B5B1-482282AB70A2}">
      <dgm:prSet/>
      <dgm:spPr/>
      <dgm:t>
        <a:bodyPr/>
        <a:lstStyle/>
        <a:p>
          <a:endParaRPr lang="es-ES"/>
        </a:p>
      </dgm:t>
    </dgm:pt>
    <dgm:pt modelId="{51209936-5751-413F-90F5-A2F33243FA84}">
      <dgm:prSet/>
      <dgm:spPr/>
      <dgm:t>
        <a:bodyPr/>
        <a:lstStyle/>
        <a:p>
          <a:r>
            <a:rPr lang="es-ES" dirty="0" smtClean="0"/>
            <a:t>La enfermedad de Alzheimer, es una enfermedad neurodegenerativa causante de deterioro cognitivo y funcional que culmina en demencia asociada a otras alteraciones motoras, fue descrita inicialmente por el alemán </a:t>
          </a:r>
          <a:r>
            <a:rPr lang="es-ES" dirty="0" err="1" smtClean="0"/>
            <a:t>Alois</a:t>
          </a:r>
          <a:r>
            <a:rPr lang="es-ES" dirty="0" smtClean="0"/>
            <a:t> Alzheimer</a:t>
          </a:r>
          <a:endParaRPr lang="es-ES" dirty="0"/>
        </a:p>
      </dgm:t>
    </dgm:pt>
    <dgm:pt modelId="{C3D6E61B-9752-4FA4-B84A-60E08D572A6C}" type="parTrans" cxnId="{BEC633B1-72AE-43A7-B372-753D3E530831}">
      <dgm:prSet/>
      <dgm:spPr/>
      <dgm:t>
        <a:bodyPr/>
        <a:lstStyle/>
        <a:p>
          <a:endParaRPr lang="es-ES"/>
        </a:p>
      </dgm:t>
    </dgm:pt>
    <dgm:pt modelId="{874B2A6C-4855-4295-BB89-57510E29736F}" type="sibTrans" cxnId="{BEC633B1-72AE-43A7-B372-753D3E530831}">
      <dgm:prSet/>
      <dgm:spPr/>
      <dgm:t>
        <a:bodyPr/>
        <a:lstStyle/>
        <a:p>
          <a:endParaRPr lang="es-ES"/>
        </a:p>
      </dgm:t>
    </dgm:pt>
    <dgm:pt modelId="{DAF3D52E-F915-4BEA-B818-FD6F4FD575F9}" type="pres">
      <dgm:prSet presAssocID="{5AF68B73-E04A-4DAD-A6E0-180E64FBD73C}" presName="Name0" presStyleCnt="0">
        <dgm:presLayoutVars>
          <dgm:chMax val="7"/>
          <dgm:chPref val="7"/>
          <dgm:dir/>
        </dgm:presLayoutVars>
      </dgm:prSet>
      <dgm:spPr/>
    </dgm:pt>
    <dgm:pt modelId="{477D4247-B3EC-4D3A-9847-053818D8C2E4}" type="pres">
      <dgm:prSet presAssocID="{5AF68B73-E04A-4DAD-A6E0-180E64FBD73C}" presName="Name1" presStyleCnt="0"/>
      <dgm:spPr/>
    </dgm:pt>
    <dgm:pt modelId="{9DF2583A-4B30-46F4-9F8D-B749CABF4477}" type="pres">
      <dgm:prSet presAssocID="{5AF68B73-E04A-4DAD-A6E0-180E64FBD73C}" presName="cycle" presStyleCnt="0"/>
      <dgm:spPr/>
    </dgm:pt>
    <dgm:pt modelId="{80805578-E2DD-460D-AFA7-39765402FBA7}" type="pres">
      <dgm:prSet presAssocID="{5AF68B73-E04A-4DAD-A6E0-180E64FBD73C}" presName="srcNode" presStyleLbl="node1" presStyleIdx="0" presStyleCnt="3"/>
      <dgm:spPr/>
    </dgm:pt>
    <dgm:pt modelId="{6AFC6EFE-E09A-453D-AEE7-327048B77986}" type="pres">
      <dgm:prSet presAssocID="{5AF68B73-E04A-4DAD-A6E0-180E64FBD73C}" presName="conn" presStyleLbl="parChTrans1D2" presStyleIdx="0" presStyleCnt="1"/>
      <dgm:spPr/>
    </dgm:pt>
    <dgm:pt modelId="{5F51F79F-C61D-409F-AFE4-11D37DAB69C0}" type="pres">
      <dgm:prSet presAssocID="{5AF68B73-E04A-4DAD-A6E0-180E64FBD73C}" presName="extraNode" presStyleLbl="node1" presStyleIdx="0" presStyleCnt="3"/>
      <dgm:spPr/>
    </dgm:pt>
    <dgm:pt modelId="{9077D50E-2A19-46F9-AA20-0DAFA2BEBC06}" type="pres">
      <dgm:prSet presAssocID="{5AF68B73-E04A-4DAD-A6E0-180E64FBD73C}" presName="dstNode" presStyleLbl="node1" presStyleIdx="0" presStyleCnt="3"/>
      <dgm:spPr/>
    </dgm:pt>
    <dgm:pt modelId="{13DF83EF-C65F-4E57-A96A-B9673CFBF96A}" type="pres">
      <dgm:prSet presAssocID="{52CC8857-3AF8-433C-A00C-16865C8EE791}" presName="text_1" presStyleLbl="node1" presStyleIdx="0" presStyleCnt="3">
        <dgm:presLayoutVars>
          <dgm:bulletEnabled val="1"/>
        </dgm:presLayoutVars>
      </dgm:prSet>
      <dgm:spPr/>
    </dgm:pt>
    <dgm:pt modelId="{8A95C76A-E758-4DDD-BFE5-A5C1B9C76D3C}" type="pres">
      <dgm:prSet presAssocID="{52CC8857-3AF8-433C-A00C-16865C8EE791}" presName="accent_1" presStyleCnt="0"/>
      <dgm:spPr/>
    </dgm:pt>
    <dgm:pt modelId="{96759D1D-C81B-42FB-B407-2BC8ED6DD7EB}" type="pres">
      <dgm:prSet presAssocID="{52CC8857-3AF8-433C-A00C-16865C8EE791}" presName="accentRepeatNode" presStyleLbl="solidFgAcc1" presStyleIdx="0" presStyleCnt="3"/>
      <dgm:spPr/>
    </dgm:pt>
    <dgm:pt modelId="{E6C0C5D1-BA40-4089-BA6A-3AC3EB155F26}" type="pres">
      <dgm:prSet presAssocID="{51209936-5751-413F-90F5-A2F33243FA84}" presName="text_2" presStyleLbl="node1" presStyleIdx="1" presStyleCnt="3">
        <dgm:presLayoutVars>
          <dgm:bulletEnabled val="1"/>
        </dgm:presLayoutVars>
      </dgm:prSet>
      <dgm:spPr/>
    </dgm:pt>
    <dgm:pt modelId="{DA12FCA9-5FF8-4DC2-91A1-5770CBF6A520}" type="pres">
      <dgm:prSet presAssocID="{51209936-5751-413F-90F5-A2F33243FA84}" presName="accent_2" presStyleCnt="0"/>
      <dgm:spPr/>
    </dgm:pt>
    <dgm:pt modelId="{1BE9F740-C077-4939-96C6-CA3044CE7BCA}" type="pres">
      <dgm:prSet presAssocID="{51209936-5751-413F-90F5-A2F33243FA84}" presName="accentRepeatNode" presStyleLbl="solidFgAcc1" presStyleIdx="1" presStyleCnt="3"/>
      <dgm:spPr/>
    </dgm:pt>
    <dgm:pt modelId="{C29DA567-FEE3-4B6B-B1F9-9C3244B595AD}" type="pres">
      <dgm:prSet presAssocID="{1D17F9C9-45D2-4907-8575-04D7108FE044}" presName="text_3" presStyleLbl="node1" presStyleIdx="2" presStyleCnt="3">
        <dgm:presLayoutVars>
          <dgm:bulletEnabled val="1"/>
        </dgm:presLayoutVars>
      </dgm:prSet>
      <dgm:spPr/>
      <dgm:t>
        <a:bodyPr/>
        <a:lstStyle/>
        <a:p>
          <a:endParaRPr lang="es-ES"/>
        </a:p>
      </dgm:t>
    </dgm:pt>
    <dgm:pt modelId="{9C495C15-42FB-4863-9D3F-A5AFE1506295}" type="pres">
      <dgm:prSet presAssocID="{1D17F9C9-45D2-4907-8575-04D7108FE044}" presName="accent_3" presStyleCnt="0"/>
      <dgm:spPr/>
    </dgm:pt>
    <dgm:pt modelId="{FE1D02A0-FAAF-4A2A-8EF2-6C13BDE9D6A1}" type="pres">
      <dgm:prSet presAssocID="{1D17F9C9-45D2-4907-8575-04D7108FE044}" presName="accentRepeatNode" presStyleLbl="solidFgAcc1" presStyleIdx="2" presStyleCnt="3"/>
      <dgm:spPr/>
    </dgm:pt>
  </dgm:ptLst>
  <dgm:cxnLst>
    <dgm:cxn modelId="{E16F109B-E34B-46CF-B869-B7046C2E2318}" srcId="{5AF68B73-E04A-4DAD-A6E0-180E64FBD73C}" destId="{52CC8857-3AF8-433C-A00C-16865C8EE791}" srcOrd="0" destOrd="0" parTransId="{9852C973-39B8-48FF-A82E-D1AC8D88950B}" sibTransId="{3CAD4C5C-BD51-4A34-8595-84C5C2445E81}"/>
    <dgm:cxn modelId="{32BD3B76-44B3-421D-98A6-943DD44FC103}" type="presOf" srcId="{5AF68B73-E04A-4DAD-A6E0-180E64FBD73C}" destId="{DAF3D52E-F915-4BEA-B818-FD6F4FD575F9}" srcOrd="0" destOrd="0" presId="urn:microsoft.com/office/officeart/2008/layout/VerticalCurvedList"/>
    <dgm:cxn modelId="{265DB16B-9107-4E88-9B94-14283CA2C10A}" type="presOf" srcId="{1D17F9C9-45D2-4907-8575-04D7108FE044}" destId="{C29DA567-FEE3-4B6B-B1F9-9C3244B595AD}" srcOrd="0" destOrd="0" presId="urn:microsoft.com/office/officeart/2008/layout/VerticalCurvedList"/>
    <dgm:cxn modelId="{763B9F7F-61BB-4328-898E-E602FC42A753}" type="presOf" srcId="{51209936-5751-413F-90F5-A2F33243FA84}" destId="{E6C0C5D1-BA40-4089-BA6A-3AC3EB155F26}" srcOrd="0" destOrd="0" presId="urn:microsoft.com/office/officeart/2008/layout/VerticalCurvedList"/>
    <dgm:cxn modelId="{80DEF305-04FB-4F48-B5B1-482282AB70A2}" srcId="{5AF68B73-E04A-4DAD-A6E0-180E64FBD73C}" destId="{1D17F9C9-45D2-4907-8575-04D7108FE044}" srcOrd="2" destOrd="0" parTransId="{B2B0176A-F065-431F-B936-6650E4A787D0}" sibTransId="{7CB658B2-8E64-4C70-82D6-000E7D80D2CF}"/>
    <dgm:cxn modelId="{EC8282B3-C288-46EE-902A-74D27F7414A1}" type="presOf" srcId="{3CAD4C5C-BD51-4A34-8595-84C5C2445E81}" destId="{6AFC6EFE-E09A-453D-AEE7-327048B77986}" srcOrd="0" destOrd="0" presId="urn:microsoft.com/office/officeart/2008/layout/VerticalCurvedList"/>
    <dgm:cxn modelId="{BEC633B1-72AE-43A7-B372-753D3E530831}" srcId="{5AF68B73-E04A-4DAD-A6E0-180E64FBD73C}" destId="{51209936-5751-413F-90F5-A2F33243FA84}" srcOrd="1" destOrd="0" parTransId="{C3D6E61B-9752-4FA4-B84A-60E08D572A6C}" sibTransId="{874B2A6C-4855-4295-BB89-57510E29736F}"/>
    <dgm:cxn modelId="{6198200C-9BC0-497F-BAF3-E25871EA12FD}" type="presOf" srcId="{52CC8857-3AF8-433C-A00C-16865C8EE791}" destId="{13DF83EF-C65F-4E57-A96A-B9673CFBF96A}" srcOrd="0" destOrd="0" presId="urn:microsoft.com/office/officeart/2008/layout/VerticalCurvedList"/>
    <dgm:cxn modelId="{EB727D07-A28A-4973-9F5A-4C844A4A951F}" type="presParOf" srcId="{DAF3D52E-F915-4BEA-B818-FD6F4FD575F9}" destId="{477D4247-B3EC-4D3A-9847-053818D8C2E4}" srcOrd="0" destOrd="0" presId="urn:microsoft.com/office/officeart/2008/layout/VerticalCurvedList"/>
    <dgm:cxn modelId="{2B19A696-E5E0-46DC-9960-2E2070DE9487}" type="presParOf" srcId="{477D4247-B3EC-4D3A-9847-053818D8C2E4}" destId="{9DF2583A-4B30-46F4-9F8D-B749CABF4477}" srcOrd="0" destOrd="0" presId="urn:microsoft.com/office/officeart/2008/layout/VerticalCurvedList"/>
    <dgm:cxn modelId="{E048FCE8-8D9F-4CAC-8842-97CFF0104858}" type="presParOf" srcId="{9DF2583A-4B30-46F4-9F8D-B749CABF4477}" destId="{80805578-E2DD-460D-AFA7-39765402FBA7}" srcOrd="0" destOrd="0" presId="urn:microsoft.com/office/officeart/2008/layout/VerticalCurvedList"/>
    <dgm:cxn modelId="{3BE46328-D3D9-4260-90F4-0559A5B04452}" type="presParOf" srcId="{9DF2583A-4B30-46F4-9F8D-B749CABF4477}" destId="{6AFC6EFE-E09A-453D-AEE7-327048B77986}" srcOrd="1" destOrd="0" presId="urn:microsoft.com/office/officeart/2008/layout/VerticalCurvedList"/>
    <dgm:cxn modelId="{E9C2E902-AB14-447C-B466-04E3EC2B296A}" type="presParOf" srcId="{9DF2583A-4B30-46F4-9F8D-B749CABF4477}" destId="{5F51F79F-C61D-409F-AFE4-11D37DAB69C0}" srcOrd="2" destOrd="0" presId="urn:microsoft.com/office/officeart/2008/layout/VerticalCurvedList"/>
    <dgm:cxn modelId="{0A8DBDCE-752E-42C9-B1FE-B536FFF22936}" type="presParOf" srcId="{9DF2583A-4B30-46F4-9F8D-B749CABF4477}" destId="{9077D50E-2A19-46F9-AA20-0DAFA2BEBC06}" srcOrd="3" destOrd="0" presId="urn:microsoft.com/office/officeart/2008/layout/VerticalCurvedList"/>
    <dgm:cxn modelId="{E6F73D98-8B9C-4B1B-AC77-E174DFAC355F}" type="presParOf" srcId="{477D4247-B3EC-4D3A-9847-053818D8C2E4}" destId="{13DF83EF-C65F-4E57-A96A-B9673CFBF96A}" srcOrd="1" destOrd="0" presId="urn:microsoft.com/office/officeart/2008/layout/VerticalCurvedList"/>
    <dgm:cxn modelId="{92A60DF6-05C9-4CF5-8488-74602C631964}" type="presParOf" srcId="{477D4247-B3EC-4D3A-9847-053818D8C2E4}" destId="{8A95C76A-E758-4DDD-BFE5-A5C1B9C76D3C}" srcOrd="2" destOrd="0" presId="urn:microsoft.com/office/officeart/2008/layout/VerticalCurvedList"/>
    <dgm:cxn modelId="{89090DA8-B4AC-4D11-BA04-975B966A726F}" type="presParOf" srcId="{8A95C76A-E758-4DDD-BFE5-A5C1B9C76D3C}" destId="{96759D1D-C81B-42FB-B407-2BC8ED6DD7EB}" srcOrd="0" destOrd="0" presId="urn:microsoft.com/office/officeart/2008/layout/VerticalCurvedList"/>
    <dgm:cxn modelId="{ABDC4A99-1EEE-4E6C-B3A2-1197D4082F7F}" type="presParOf" srcId="{477D4247-B3EC-4D3A-9847-053818D8C2E4}" destId="{E6C0C5D1-BA40-4089-BA6A-3AC3EB155F26}" srcOrd="3" destOrd="0" presId="urn:microsoft.com/office/officeart/2008/layout/VerticalCurvedList"/>
    <dgm:cxn modelId="{9A224F70-36F8-46E8-96D8-983E31A31736}" type="presParOf" srcId="{477D4247-B3EC-4D3A-9847-053818D8C2E4}" destId="{DA12FCA9-5FF8-4DC2-91A1-5770CBF6A520}" srcOrd="4" destOrd="0" presId="urn:microsoft.com/office/officeart/2008/layout/VerticalCurvedList"/>
    <dgm:cxn modelId="{30C138A3-ADE9-4C97-9BFC-FAC0A26322B5}" type="presParOf" srcId="{DA12FCA9-5FF8-4DC2-91A1-5770CBF6A520}" destId="{1BE9F740-C077-4939-96C6-CA3044CE7BCA}" srcOrd="0" destOrd="0" presId="urn:microsoft.com/office/officeart/2008/layout/VerticalCurvedList"/>
    <dgm:cxn modelId="{D630402B-883C-454E-8B27-28C6A2A7674A}" type="presParOf" srcId="{477D4247-B3EC-4D3A-9847-053818D8C2E4}" destId="{C29DA567-FEE3-4B6B-B1F9-9C3244B595AD}" srcOrd="5" destOrd="0" presId="urn:microsoft.com/office/officeart/2008/layout/VerticalCurvedList"/>
    <dgm:cxn modelId="{B8753BDF-9B41-43BD-B19F-4094322C0EC1}" type="presParOf" srcId="{477D4247-B3EC-4D3A-9847-053818D8C2E4}" destId="{9C495C15-42FB-4863-9D3F-A5AFE1506295}" srcOrd="6" destOrd="0" presId="urn:microsoft.com/office/officeart/2008/layout/VerticalCurvedList"/>
    <dgm:cxn modelId="{32D4A382-6089-4FC1-89E6-DD3FEBD5817F}" type="presParOf" srcId="{9C495C15-42FB-4863-9D3F-A5AFE1506295}" destId="{FE1D02A0-FAAF-4A2A-8EF2-6C13BDE9D6A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FFD71B7-B372-4FF3-AF23-0EA5FA929992}" type="doc">
      <dgm:prSet loTypeId="urn:microsoft.com/office/officeart/2005/8/layout/hList6" loCatId="list" qsTypeId="urn:microsoft.com/office/officeart/2005/8/quickstyle/simple1" qsCatId="simple" csTypeId="urn:microsoft.com/office/officeart/2005/8/colors/accent1_1" csCatId="accent1" phldr="1"/>
      <dgm:spPr/>
      <dgm:t>
        <a:bodyPr/>
        <a:lstStyle/>
        <a:p>
          <a:endParaRPr lang="es-ES"/>
        </a:p>
      </dgm:t>
    </dgm:pt>
    <dgm:pt modelId="{87442740-D5A2-4218-9D22-7E0558BBFCE7}">
      <dgm:prSet phldrT="[Texto]"/>
      <dgm:spPr/>
      <dgm:t>
        <a:bodyPr/>
        <a:lstStyle/>
        <a:p>
          <a:r>
            <a:rPr lang="es-ES" b="1" dirty="0" smtClean="0"/>
            <a:t>DEMENCIA VASCULAR </a:t>
          </a:r>
          <a:endParaRPr lang="es-ES" dirty="0" smtClean="0"/>
        </a:p>
        <a:p>
          <a:r>
            <a:rPr lang="es-ES" dirty="0" smtClean="0"/>
            <a:t>Se ha acuñado el término de daño cognitivo vascular para describir a la pérdida de funciones cognitivas asociada a otras manifestaciones neurológicas y que tienen como base el daño vascular </a:t>
          </a:r>
          <a:endParaRPr lang="es-ES" dirty="0"/>
        </a:p>
      </dgm:t>
    </dgm:pt>
    <dgm:pt modelId="{DD895D8E-83FE-45B2-BE68-818CA5C5BAF9}" type="parTrans" cxnId="{2782AD70-3442-4006-8958-1746488AF364}">
      <dgm:prSet/>
      <dgm:spPr/>
      <dgm:t>
        <a:bodyPr/>
        <a:lstStyle/>
        <a:p>
          <a:endParaRPr lang="es-ES"/>
        </a:p>
      </dgm:t>
    </dgm:pt>
    <dgm:pt modelId="{ABCDA5B1-501D-4902-8A8A-EEF6A15AC543}" type="sibTrans" cxnId="{2782AD70-3442-4006-8958-1746488AF364}">
      <dgm:prSet/>
      <dgm:spPr/>
      <dgm:t>
        <a:bodyPr/>
        <a:lstStyle/>
        <a:p>
          <a:endParaRPr lang="es-ES"/>
        </a:p>
      </dgm:t>
    </dgm:pt>
    <dgm:pt modelId="{5CD0B2D6-9606-4365-B669-294FDAB81A14}" type="pres">
      <dgm:prSet presAssocID="{DFFD71B7-B372-4FF3-AF23-0EA5FA929992}" presName="Name0" presStyleCnt="0">
        <dgm:presLayoutVars>
          <dgm:dir/>
          <dgm:resizeHandles val="exact"/>
        </dgm:presLayoutVars>
      </dgm:prSet>
      <dgm:spPr/>
    </dgm:pt>
    <dgm:pt modelId="{14FBC358-44FB-4AF8-A47B-B6ED14F22CE8}" type="pres">
      <dgm:prSet presAssocID="{87442740-D5A2-4218-9D22-7E0558BBFCE7}" presName="node" presStyleLbl="node1" presStyleIdx="0" presStyleCnt="1" custLinFactNeighborX="-905" custLinFactNeighborY="-44488">
        <dgm:presLayoutVars>
          <dgm:bulletEnabled val="1"/>
        </dgm:presLayoutVars>
      </dgm:prSet>
      <dgm:spPr/>
      <dgm:t>
        <a:bodyPr/>
        <a:lstStyle/>
        <a:p>
          <a:endParaRPr lang="es-ES"/>
        </a:p>
      </dgm:t>
    </dgm:pt>
  </dgm:ptLst>
  <dgm:cxnLst>
    <dgm:cxn modelId="{1607C734-0B96-4382-AFC9-1342BAF2D6A9}" type="presOf" srcId="{DFFD71B7-B372-4FF3-AF23-0EA5FA929992}" destId="{5CD0B2D6-9606-4365-B669-294FDAB81A14}" srcOrd="0" destOrd="0" presId="urn:microsoft.com/office/officeart/2005/8/layout/hList6"/>
    <dgm:cxn modelId="{2782AD70-3442-4006-8958-1746488AF364}" srcId="{DFFD71B7-B372-4FF3-AF23-0EA5FA929992}" destId="{87442740-D5A2-4218-9D22-7E0558BBFCE7}" srcOrd="0" destOrd="0" parTransId="{DD895D8E-83FE-45B2-BE68-818CA5C5BAF9}" sibTransId="{ABCDA5B1-501D-4902-8A8A-EEF6A15AC543}"/>
    <dgm:cxn modelId="{4E6758D1-6EC7-42FB-AF6F-A261660B8508}" type="presOf" srcId="{87442740-D5A2-4218-9D22-7E0558BBFCE7}" destId="{14FBC358-44FB-4AF8-A47B-B6ED14F22CE8}" srcOrd="0" destOrd="0" presId="urn:microsoft.com/office/officeart/2005/8/layout/hList6"/>
    <dgm:cxn modelId="{08FA4282-69DC-4FB4-9F1A-2BB6BBAEB97B}" type="presParOf" srcId="{5CD0B2D6-9606-4365-B669-294FDAB81A14}" destId="{14FBC358-44FB-4AF8-A47B-B6ED14F22CE8}" srcOrd="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E104573-DFC1-47BC-87A3-FE4ED9474D93}" type="doc">
      <dgm:prSet loTypeId="urn:microsoft.com/office/officeart/2008/layout/LinedList" loCatId="list" qsTypeId="urn:microsoft.com/office/officeart/2005/8/quickstyle/simple1" qsCatId="simple" csTypeId="urn:microsoft.com/office/officeart/2005/8/colors/accent1_1" csCatId="accent1" phldr="1"/>
      <dgm:spPr/>
      <dgm:t>
        <a:bodyPr/>
        <a:lstStyle/>
        <a:p>
          <a:endParaRPr lang="es-ES"/>
        </a:p>
      </dgm:t>
    </dgm:pt>
    <dgm:pt modelId="{30256DBF-8543-4717-99B3-286902CE9EAC}">
      <dgm:prSet phldrT="[Texto]"/>
      <dgm:spPr/>
      <dgm:t>
        <a:bodyPr/>
        <a:lstStyle/>
        <a:p>
          <a:r>
            <a:rPr lang="es-ES" b="1" dirty="0" smtClean="0"/>
            <a:t>Demencia </a:t>
          </a:r>
          <a:r>
            <a:rPr lang="es-ES" b="1" dirty="0" err="1" smtClean="0"/>
            <a:t>fronto</a:t>
          </a:r>
          <a:r>
            <a:rPr lang="es-ES" b="1" dirty="0" smtClean="0"/>
            <a:t>-temporal (Enfermedad de Pick)</a:t>
          </a:r>
          <a:endParaRPr lang="es-ES" dirty="0"/>
        </a:p>
      </dgm:t>
    </dgm:pt>
    <dgm:pt modelId="{3D5184E4-80FE-4B0D-982D-60D92A9FD3F1}" type="parTrans" cxnId="{64ED9B95-045C-452C-9C78-154337051413}">
      <dgm:prSet/>
      <dgm:spPr/>
      <dgm:t>
        <a:bodyPr/>
        <a:lstStyle/>
        <a:p>
          <a:endParaRPr lang="es-ES"/>
        </a:p>
      </dgm:t>
    </dgm:pt>
    <dgm:pt modelId="{FCFAFF45-78A0-414C-8B03-3FCF0AB94224}" type="sibTrans" cxnId="{64ED9B95-045C-452C-9C78-154337051413}">
      <dgm:prSet/>
      <dgm:spPr/>
      <dgm:t>
        <a:bodyPr/>
        <a:lstStyle/>
        <a:p>
          <a:endParaRPr lang="es-ES"/>
        </a:p>
      </dgm:t>
    </dgm:pt>
    <dgm:pt modelId="{3C8C6C2C-AE4F-4C4F-9684-923B0D43D8A5}">
      <dgm:prSet/>
      <dgm:spPr/>
      <dgm:t>
        <a:bodyPr/>
        <a:lstStyle/>
        <a:p>
          <a:r>
            <a:rPr lang="es-ES" dirty="0" smtClean="0"/>
            <a:t>Es una alteración degenerativa, que se caracteriza por la presencia de sustancias anómalas, que se conocen como cuerpos y células de Pick, en el interior de algunas neuronas que se localizan en los lóbulos frontal y temporal</a:t>
          </a:r>
          <a:endParaRPr lang="es-ES" dirty="0"/>
        </a:p>
      </dgm:t>
    </dgm:pt>
    <dgm:pt modelId="{78CFDA65-401D-48DA-B0B3-8980D2783C08}" type="parTrans" cxnId="{75BC59BE-4072-4CDF-9EDB-9DB5ADD8B40B}">
      <dgm:prSet/>
      <dgm:spPr/>
      <dgm:t>
        <a:bodyPr/>
        <a:lstStyle/>
        <a:p>
          <a:endParaRPr lang="es-ES"/>
        </a:p>
      </dgm:t>
    </dgm:pt>
    <dgm:pt modelId="{E855B314-FF04-40B7-BC36-3067BBE1BC8E}" type="sibTrans" cxnId="{75BC59BE-4072-4CDF-9EDB-9DB5ADD8B40B}">
      <dgm:prSet/>
      <dgm:spPr/>
      <dgm:t>
        <a:bodyPr/>
        <a:lstStyle/>
        <a:p>
          <a:endParaRPr lang="es-ES"/>
        </a:p>
      </dgm:t>
    </dgm:pt>
    <dgm:pt modelId="{B3B68C3F-FB40-46C0-8EB3-9A3C53487304}" type="pres">
      <dgm:prSet presAssocID="{DE104573-DFC1-47BC-87A3-FE4ED9474D93}" presName="vert0" presStyleCnt="0">
        <dgm:presLayoutVars>
          <dgm:dir/>
          <dgm:animOne val="branch"/>
          <dgm:animLvl val="lvl"/>
        </dgm:presLayoutVars>
      </dgm:prSet>
      <dgm:spPr/>
    </dgm:pt>
    <dgm:pt modelId="{B90E2D44-57CF-4850-BC40-10E473D18EF7}" type="pres">
      <dgm:prSet presAssocID="{30256DBF-8543-4717-99B3-286902CE9EAC}" presName="thickLine" presStyleLbl="alignNode1" presStyleIdx="0" presStyleCnt="2"/>
      <dgm:spPr/>
    </dgm:pt>
    <dgm:pt modelId="{0036907C-D972-4735-AB6D-466DA23A714B}" type="pres">
      <dgm:prSet presAssocID="{30256DBF-8543-4717-99B3-286902CE9EAC}" presName="horz1" presStyleCnt="0"/>
      <dgm:spPr/>
    </dgm:pt>
    <dgm:pt modelId="{F3D49854-4535-4FAF-838B-7F9D79D9719E}" type="pres">
      <dgm:prSet presAssocID="{30256DBF-8543-4717-99B3-286902CE9EAC}" presName="tx1" presStyleLbl="revTx" presStyleIdx="0" presStyleCnt="2"/>
      <dgm:spPr/>
    </dgm:pt>
    <dgm:pt modelId="{53A8BE80-53E5-408A-85E6-D3C8D5C1436D}" type="pres">
      <dgm:prSet presAssocID="{30256DBF-8543-4717-99B3-286902CE9EAC}" presName="vert1" presStyleCnt="0"/>
      <dgm:spPr/>
    </dgm:pt>
    <dgm:pt modelId="{BFB79CCA-AE43-4572-B5D8-FB956C2E4638}" type="pres">
      <dgm:prSet presAssocID="{3C8C6C2C-AE4F-4C4F-9684-923B0D43D8A5}" presName="thickLine" presStyleLbl="alignNode1" presStyleIdx="1" presStyleCnt="2"/>
      <dgm:spPr/>
    </dgm:pt>
    <dgm:pt modelId="{3DE69193-7631-4CF5-98AC-7C48A74670A3}" type="pres">
      <dgm:prSet presAssocID="{3C8C6C2C-AE4F-4C4F-9684-923B0D43D8A5}" presName="horz1" presStyleCnt="0"/>
      <dgm:spPr/>
    </dgm:pt>
    <dgm:pt modelId="{148D876E-F756-497C-BA8E-41352965B084}" type="pres">
      <dgm:prSet presAssocID="{3C8C6C2C-AE4F-4C4F-9684-923B0D43D8A5}" presName="tx1" presStyleLbl="revTx" presStyleIdx="1" presStyleCnt="2" custScaleY="194177"/>
      <dgm:spPr/>
    </dgm:pt>
    <dgm:pt modelId="{78257BC4-FF36-475A-87CA-2F5A667F986E}" type="pres">
      <dgm:prSet presAssocID="{3C8C6C2C-AE4F-4C4F-9684-923B0D43D8A5}" presName="vert1" presStyleCnt="0"/>
      <dgm:spPr/>
    </dgm:pt>
  </dgm:ptLst>
  <dgm:cxnLst>
    <dgm:cxn modelId="{88B7FC3D-3800-4588-B95B-72851D1FFCF7}" type="presOf" srcId="{DE104573-DFC1-47BC-87A3-FE4ED9474D93}" destId="{B3B68C3F-FB40-46C0-8EB3-9A3C53487304}" srcOrd="0" destOrd="0" presId="urn:microsoft.com/office/officeart/2008/layout/LinedList"/>
    <dgm:cxn modelId="{8A872ACD-F94A-41D8-8F0E-EEF7D351EB6F}" type="presOf" srcId="{30256DBF-8543-4717-99B3-286902CE9EAC}" destId="{F3D49854-4535-4FAF-838B-7F9D79D9719E}" srcOrd="0" destOrd="0" presId="urn:microsoft.com/office/officeart/2008/layout/LinedList"/>
    <dgm:cxn modelId="{E11DB307-9782-4136-828B-D89BA4F2F663}" type="presOf" srcId="{3C8C6C2C-AE4F-4C4F-9684-923B0D43D8A5}" destId="{148D876E-F756-497C-BA8E-41352965B084}" srcOrd="0" destOrd="0" presId="urn:microsoft.com/office/officeart/2008/layout/LinedList"/>
    <dgm:cxn modelId="{64ED9B95-045C-452C-9C78-154337051413}" srcId="{DE104573-DFC1-47BC-87A3-FE4ED9474D93}" destId="{30256DBF-8543-4717-99B3-286902CE9EAC}" srcOrd="0" destOrd="0" parTransId="{3D5184E4-80FE-4B0D-982D-60D92A9FD3F1}" sibTransId="{FCFAFF45-78A0-414C-8B03-3FCF0AB94224}"/>
    <dgm:cxn modelId="{75BC59BE-4072-4CDF-9EDB-9DB5ADD8B40B}" srcId="{DE104573-DFC1-47BC-87A3-FE4ED9474D93}" destId="{3C8C6C2C-AE4F-4C4F-9684-923B0D43D8A5}" srcOrd="1" destOrd="0" parTransId="{78CFDA65-401D-48DA-B0B3-8980D2783C08}" sibTransId="{E855B314-FF04-40B7-BC36-3067BBE1BC8E}"/>
    <dgm:cxn modelId="{63480CBF-80BB-4E2D-B44B-CC153C572580}" type="presParOf" srcId="{B3B68C3F-FB40-46C0-8EB3-9A3C53487304}" destId="{B90E2D44-57CF-4850-BC40-10E473D18EF7}" srcOrd="0" destOrd="0" presId="urn:microsoft.com/office/officeart/2008/layout/LinedList"/>
    <dgm:cxn modelId="{A6F52481-2AE3-4909-AC5C-43AA574248E6}" type="presParOf" srcId="{B3B68C3F-FB40-46C0-8EB3-9A3C53487304}" destId="{0036907C-D972-4735-AB6D-466DA23A714B}" srcOrd="1" destOrd="0" presId="urn:microsoft.com/office/officeart/2008/layout/LinedList"/>
    <dgm:cxn modelId="{8870A17C-4C21-439C-8105-E7B0AC686F19}" type="presParOf" srcId="{0036907C-D972-4735-AB6D-466DA23A714B}" destId="{F3D49854-4535-4FAF-838B-7F9D79D9719E}" srcOrd="0" destOrd="0" presId="urn:microsoft.com/office/officeart/2008/layout/LinedList"/>
    <dgm:cxn modelId="{8C259135-41F0-4185-B239-8AA843E25AFD}" type="presParOf" srcId="{0036907C-D972-4735-AB6D-466DA23A714B}" destId="{53A8BE80-53E5-408A-85E6-D3C8D5C1436D}" srcOrd="1" destOrd="0" presId="urn:microsoft.com/office/officeart/2008/layout/LinedList"/>
    <dgm:cxn modelId="{E2C837E1-81A8-4434-A304-2B92C4F6605B}" type="presParOf" srcId="{B3B68C3F-FB40-46C0-8EB3-9A3C53487304}" destId="{BFB79CCA-AE43-4572-B5D8-FB956C2E4638}" srcOrd="2" destOrd="0" presId="urn:microsoft.com/office/officeart/2008/layout/LinedList"/>
    <dgm:cxn modelId="{7C0B58B1-6201-4858-8BE7-A0DCFA0F468E}" type="presParOf" srcId="{B3B68C3F-FB40-46C0-8EB3-9A3C53487304}" destId="{3DE69193-7631-4CF5-98AC-7C48A74670A3}" srcOrd="3" destOrd="0" presId="urn:microsoft.com/office/officeart/2008/layout/LinedList"/>
    <dgm:cxn modelId="{4C28AE35-6292-4BFC-BF45-928014506BF8}" type="presParOf" srcId="{3DE69193-7631-4CF5-98AC-7C48A74670A3}" destId="{148D876E-F756-497C-BA8E-41352965B084}" srcOrd="0" destOrd="0" presId="urn:microsoft.com/office/officeart/2008/layout/LinedList"/>
    <dgm:cxn modelId="{B62D7990-2CEC-4CFB-9F74-7757F6960F0F}" type="presParOf" srcId="{3DE69193-7631-4CF5-98AC-7C48A74670A3}" destId="{78257BC4-FF36-475A-87CA-2F5A667F986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029B13D-6C07-4F8F-B8F5-C8A693A62D4B}" type="doc">
      <dgm:prSet loTypeId="urn:microsoft.com/office/officeart/2005/8/layout/vProcess5" loCatId="process" qsTypeId="urn:microsoft.com/office/officeart/2005/8/quickstyle/simple1" qsCatId="simple" csTypeId="urn:microsoft.com/office/officeart/2005/8/colors/accent1_1" csCatId="accent1" phldr="1"/>
      <dgm:spPr/>
      <dgm:t>
        <a:bodyPr/>
        <a:lstStyle/>
        <a:p>
          <a:endParaRPr lang="es-ES"/>
        </a:p>
      </dgm:t>
    </dgm:pt>
    <dgm:pt modelId="{9ABA9376-D3F6-4C6D-908D-953F5820D1E7}">
      <dgm:prSet phldrT="[Texto]"/>
      <dgm:spPr/>
      <dgm:t>
        <a:bodyPr/>
        <a:lstStyle/>
        <a:p>
          <a:r>
            <a:rPr lang="es-ES" b="1" dirty="0" smtClean="0"/>
            <a:t>La Demencia por Cuerpos de </a:t>
          </a:r>
          <a:r>
            <a:rPr lang="es-ES" b="1" dirty="0" err="1" smtClean="0"/>
            <a:t>Lewy</a:t>
          </a:r>
          <a:r>
            <a:rPr lang="es-ES" b="1" dirty="0" smtClean="0"/>
            <a:t> </a:t>
          </a:r>
          <a:r>
            <a:rPr lang="es-ES" dirty="0" smtClean="0"/>
            <a:t>es un conjunto de trastornos que implican deterioro cognitivo, fluctuaciones en el estado de alerta, trastornos </a:t>
          </a:r>
          <a:r>
            <a:rPr lang="es-ES" dirty="0" err="1" smtClean="0"/>
            <a:t>senso</a:t>
          </a:r>
          <a:r>
            <a:rPr lang="es-ES" dirty="0" smtClean="0"/>
            <a:t>-perceptivos tipo alucinaciones visuales, parkinsonismo, alteraciones del sueño y función autónoma. EL 15 al 25% de pacientes con demencia presentan cuerpos de </a:t>
          </a:r>
          <a:r>
            <a:rPr lang="es-ES" dirty="0" err="1" smtClean="0"/>
            <a:t>Lewy</a:t>
          </a:r>
          <a:r>
            <a:rPr lang="es-ES" dirty="0" smtClean="0"/>
            <a:t> en cerebelo y corteza.</a:t>
          </a:r>
          <a:endParaRPr lang="es-ES" dirty="0"/>
        </a:p>
      </dgm:t>
    </dgm:pt>
    <dgm:pt modelId="{AEFE6909-0B6B-4F5B-8986-A09FCE30D383}" type="parTrans" cxnId="{BD9267D6-397C-4D7B-9D7A-0C28FE002354}">
      <dgm:prSet/>
      <dgm:spPr/>
      <dgm:t>
        <a:bodyPr/>
        <a:lstStyle/>
        <a:p>
          <a:endParaRPr lang="es-ES"/>
        </a:p>
      </dgm:t>
    </dgm:pt>
    <dgm:pt modelId="{AF5CD3CC-7FCB-4AE1-8604-4902525BC482}" type="sibTrans" cxnId="{BD9267D6-397C-4D7B-9D7A-0C28FE002354}">
      <dgm:prSet/>
      <dgm:spPr/>
      <dgm:t>
        <a:bodyPr/>
        <a:lstStyle/>
        <a:p>
          <a:endParaRPr lang="es-ES"/>
        </a:p>
      </dgm:t>
    </dgm:pt>
    <dgm:pt modelId="{6717D947-D303-4E04-B62A-7A8842F00ED4}" type="pres">
      <dgm:prSet presAssocID="{9029B13D-6C07-4F8F-B8F5-C8A693A62D4B}" presName="outerComposite" presStyleCnt="0">
        <dgm:presLayoutVars>
          <dgm:chMax val="5"/>
          <dgm:dir/>
          <dgm:resizeHandles val="exact"/>
        </dgm:presLayoutVars>
      </dgm:prSet>
      <dgm:spPr/>
    </dgm:pt>
    <dgm:pt modelId="{67E8CF18-4CFC-453E-B826-FE0814505E96}" type="pres">
      <dgm:prSet presAssocID="{9029B13D-6C07-4F8F-B8F5-C8A693A62D4B}" presName="dummyMaxCanvas" presStyleCnt="0">
        <dgm:presLayoutVars/>
      </dgm:prSet>
      <dgm:spPr/>
    </dgm:pt>
    <dgm:pt modelId="{D4306376-A6F1-4B77-88BC-AFB899006B2C}" type="pres">
      <dgm:prSet presAssocID="{9029B13D-6C07-4F8F-B8F5-C8A693A62D4B}" presName="OneNode_1" presStyleLbl="node1" presStyleIdx="0" presStyleCnt="1" custScaleX="28341" custScaleY="200000" custLinFactNeighborX="-33027" custLinFactNeighborY="-15202">
        <dgm:presLayoutVars>
          <dgm:bulletEnabled val="1"/>
        </dgm:presLayoutVars>
      </dgm:prSet>
      <dgm:spPr/>
    </dgm:pt>
  </dgm:ptLst>
  <dgm:cxnLst>
    <dgm:cxn modelId="{77FAFD08-AF3C-41A6-940C-DE1148217D9D}" type="presOf" srcId="{9ABA9376-D3F6-4C6D-908D-953F5820D1E7}" destId="{D4306376-A6F1-4B77-88BC-AFB899006B2C}" srcOrd="0" destOrd="0" presId="urn:microsoft.com/office/officeart/2005/8/layout/vProcess5"/>
    <dgm:cxn modelId="{3DFAE56F-8EB6-4831-B160-5DD838743310}" type="presOf" srcId="{9029B13D-6C07-4F8F-B8F5-C8A693A62D4B}" destId="{6717D947-D303-4E04-B62A-7A8842F00ED4}" srcOrd="0" destOrd="0" presId="urn:microsoft.com/office/officeart/2005/8/layout/vProcess5"/>
    <dgm:cxn modelId="{BD9267D6-397C-4D7B-9D7A-0C28FE002354}" srcId="{9029B13D-6C07-4F8F-B8F5-C8A693A62D4B}" destId="{9ABA9376-D3F6-4C6D-908D-953F5820D1E7}" srcOrd="0" destOrd="0" parTransId="{AEFE6909-0B6B-4F5B-8986-A09FCE30D383}" sibTransId="{AF5CD3CC-7FCB-4AE1-8604-4902525BC482}"/>
    <dgm:cxn modelId="{DC602B04-6FCA-48F5-AD5A-B72C201702AC}" type="presParOf" srcId="{6717D947-D303-4E04-B62A-7A8842F00ED4}" destId="{67E8CF18-4CFC-453E-B826-FE0814505E96}" srcOrd="0" destOrd="0" presId="urn:microsoft.com/office/officeart/2005/8/layout/vProcess5"/>
    <dgm:cxn modelId="{97FC0DAE-5578-4CF1-9E07-4F0E28B1BE0A}" type="presParOf" srcId="{6717D947-D303-4E04-B62A-7A8842F00ED4}" destId="{D4306376-A6F1-4B77-88BC-AFB899006B2C}" srcOrd="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278A8-34A8-422E-9873-C5822BC435A8}">
      <dsp:nvSpPr>
        <dsp:cNvPr id="0" name=""/>
        <dsp:cNvSpPr/>
      </dsp:nvSpPr>
      <dsp:spPr>
        <a:xfrm>
          <a:off x="3445591" y="1593429"/>
          <a:ext cx="5967066" cy="3980033"/>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2240" rIns="142240" bIns="142240" numCol="1" spcCol="1270" anchor="ctr" anchorCtr="0">
          <a:noAutofit/>
        </a:bodyPr>
        <a:lstStyle/>
        <a:p>
          <a:pPr lvl="0" algn="l" defTabSz="889000">
            <a:lnSpc>
              <a:spcPct val="90000"/>
            </a:lnSpc>
            <a:spcBef>
              <a:spcPct val="0"/>
            </a:spcBef>
            <a:spcAft>
              <a:spcPct val="35000"/>
            </a:spcAft>
          </a:pPr>
          <a:r>
            <a:rPr lang="es-ES" sz="2000" kern="1200" dirty="0" smtClean="0"/>
            <a:t> Es un trastorno psiquiátrico que se caracteriza por un desequilibro del estado de ánimo donde el paciente muestra un sentimiento profundo de tristeza, desesperanza, </a:t>
          </a:r>
          <a:r>
            <a:rPr lang="es-ES" sz="2000" kern="1200" dirty="0" err="1" smtClean="0"/>
            <a:t>autodevaluación</a:t>
          </a:r>
          <a:r>
            <a:rPr lang="es-ES" sz="2000" kern="1200" dirty="0" smtClean="0"/>
            <a:t> y desinterés por las cosas que usualmente son fuente de placer, que se acompaña de otros signos y síntomas de alteraciones del sueño, fatiga disminución del apetito, desmotivación, apatía, ideas de minusvalía, culpa, y </a:t>
          </a:r>
          <a:r>
            <a:rPr lang="es-ES" sz="2000" kern="1200" dirty="0" err="1" smtClean="0"/>
            <a:t>autorreproches</a:t>
          </a:r>
          <a:r>
            <a:rPr lang="es-ES" sz="2000" kern="1200" dirty="0" smtClean="0"/>
            <a:t>, problemas cognitivos.</a:t>
          </a:r>
          <a:endParaRPr lang="es-ES" sz="2000" kern="1200" dirty="0"/>
        </a:p>
      </dsp:txBody>
      <dsp:txXfrm>
        <a:off x="4400321" y="1593429"/>
        <a:ext cx="5012335" cy="3980033"/>
      </dsp:txXfrm>
    </dsp:sp>
    <dsp:sp modelId="{DF426B65-5FC6-4E23-B96D-703D66E41633}">
      <dsp:nvSpPr>
        <dsp:cNvPr id="0" name=""/>
        <dsp:cNvSpPr/>
      </dsp:nvSpPr>
      <dsp:spPr>
        <a:xfrm>
          <a:off x="263155" y="2211"/>
          <a:ext cx="3978044" cy="3978044"/>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000250">
            <a:lnSpc>
              <a:spcPct val="90000"/>
            </a:lnSpc>
            <a:spcBef>
              <a:spcPct val="0"/>
            </a:spcBef>
            <a:spcAft>
              <a:spcPct val="35000"/>
            </a:spcAft>
          </a:pPr>
          <a:r>
            <a:rPr lang="es-ES" sz="4500" kern="1200" dirty="0" smtClean="0"/>
            <a:t>La Depresión</a:t>
          </a:r>
          <a:endParaRPr lang="es-ES" sz="4500" kern="1200" dirty="0"/>
        </a:p>
      </dsp:txBody>
      <dsp:txXfrm>
        <a:off x="845726" y="584782"/>
        <a:ext cx="2812902" cy="28129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35D814-5C1A-4BDD-AB98-19509F957A1D}">
      <dsp:nvSpPr>
        <dsp:cNvPr id="0" name=""/>
        <dsp:cNvSpPr/>
      </dsp:nvSpPr>
      <dsp:spPr>
        <a:xfrm>
          <a:off x="1265" y="0"/>
          <a:ext cx="3290524" cy="64142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b="1" kern="1200" dirty="0" smtClean="0"/>
            <a:t>Factores de Riesgo de depresión geriátrica</a:t>
          </a:r>
          <a:endParaRPr lang="es-ES" sz="1400" kern="1200" dirty="0"/>
        </a:p>
      </dsp:txBody>
      <dsp:txXfrm>
        <a:off x="1265" y="0"/>
        <a:ext cx="3290524" cy="1924274"/>
      </dsp:txXfrm>
    </dsp:sp>
    <dsp:sp modelId="{A950C1B2-5B8B-4CD4-B5A4-4AA2590233ED}">
      <dsp:nvSpPr>
        <dsp:cNvPr id="0" name=""/>
        <dsp:cNvSpPr/>
      </dsp:nvSpPr>
      <dsp:spPr>
        <a:xfrm>
          <a:off x="330317" y="1927269"/>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Discapacidad </a:t>
          </a:r>
          <a:endParaRPr lang="es-ES" sz="1400" kern="1200" dirty="0"/>
        </a:p>
      </dsp:txBody>
      <dsp:txXfrm>
        <a:off x="338530" y="1935482"/>
        <a:ext cx="2615993" cy="264001"/>
      </dsp:txXfrm>
    </dsp:sp>
    <dsp:sp modelId="{FF5F89AF-E78C-4925-91B0-08B5D7C6E18E}">
      <dsp:nvSpPr>
        <dsp:cNvPr id="0" name=""/>
        <dsp:cNvSpPr/>
      </dsp:nvSpPr>
      <dsp:spPr>
        <a:xfrm>
          <a:off x="330317" y="2250839"/>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Enfermedad física </a:t>
          </a:r>
          <a:endParaRPr lang="es-ES" sz="1400" kern="1200" dirty="0"/>
        </a:p>
      </dsp:txBody>
      <dsp:txXfrm>
        <a:off x="338530" y="2259052"/>
        <a:ext cx="2615993" cy="264001"/>
      </dsp:txXfrm>
    </dsp:sp>
    <dsp:sp modelId="{3CC634E7-267B-46CD-8C34-4146108ED6B8}">
      <dsp:nvSpPr>
        <dsp:cNvPr id="0" name=""/>
        <dsp:cNvSpPr/>
      </dsp:nvSpPr>
      <dsp:spPr>
        <a:xfrm>
          <a:off x="330317" y="2574409"/>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Deterioro cognitivo </a:t>
          </a:r>
          <a:endParaRPr lang="es-ES" sz="1400" kern="1200" dirty="0"/>
        </a:p>
      </dsp:txBody>
      <dsp:txXfrm>
        <a:off x="338530" y="2582622"/>
        <a:ext cx="2615993" cy="264001"/>
      </dsp:txXfrm>
    </dsp:sp>
    <dsp:sp modelId="{91F32484-3704-4E13-AC82-69A49A5ED111}">
      <dsp:nvSpPr>
        <dsp:cNvPr id="0" name=""/>
        <dsp:cNvSpPr/>
      </dsp:nvSpPr>
      <dsp:spPr>
        <a:xfrm>
          <a:off x="330317" y="2897979"/>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Alcohol </a:t>
          </a:r>
          <a:endParaRPr lang="es-ES" sz="1400" kern="1200" dirty="0"/>
        </a:p>
      </dsp:txBody>
      <dsp:txXfrm>
        <a:off x="338530" y="2906192"/>
        <a:ext cx="2615993" cy="264001"/>
      </dsp:txXfrm>
    </dsp:sp>
    <dsp:sp modelId="{EE5B847A-B8B8-4779-AF1B-360C366EF884}">
      <dsp:nvSpPr>
        <dsp:cNvPr id="0" name=""/>
        <dsp:cNvSpPr/>
      </dsp:nvSpPr>
      <dsp:spPr>
        <a:xfrm>
          <a:off x="330317" y="3221550"/>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Viudedad </a:t>
          </a:r>
          <a:endParaRPr lang="es-ES" sz="1400" kern="1200" dirty="0"/>
        </a:p>
      </dsp:txBody>
      <dsp:txXfrm>
        <a:off x="338530" y="3229763"/>
        <a:ext cx="2615993" cy="264001"/>
      </dsp:txXfrm>
    </dsp:sp>
    <dsp:sp modelId="{74C46E0D-D226-4FBF-9317-D7D5EF2BCA35}">
      <dsp:nvSpPr>
        <dsp:cNvPr id="0" name=""/>
        <dsp:cNvSpPr/>
      </dsp:nvSpPr>
      <dsp:spPr>
        <a:xfrm>
          <a:off x="330317" y="3545120"/>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Acontecimientos  vitales</a:t>
          </a:r>
          <a:endParaRPr lang="es-ES" sz="1400" kern="1200" dirty="0"/>
        </a:p>
      </dsp:txBody>
      <dsp:txXfrm>
        <a:off x="338530" y="3553333"/>
        <a:ext cx="2615993" cy="264001"/>
      </dsp:txXfrm>
    </dsp:sp>
    <dsp:sp modelId="{6F7F0FB8-B559-4067-A9B1-3122C94D2DB4}">
      <dsp:nvSpPr>
        <dsp:cNvPr id="0" name=""/>
        <dsp:cNvSpPr/>
      </dsp:nvSpPr>
      <dsp:spPr>
        <a:xfrm>
          <a:off x="330317" y="3868690"/>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Vivir solo </a:t>
          </a:r>
          <a:endParaRPr lang="es-ES" sz="1400" kern="1200" dirty="0"/>
        </a:p>
      </dsp:txBody>
      <dsp:txXfrm>
        <a:off x="338530" y="3876903"/>
        <a:ext cx="2615993" cy="264001"/>
      </dsp:txXfrm>
    </dsp:sp>
    <dsp:sp modelId="{34FB6E24-BC0D-4FBD-A25D-B74A9D0C992D}">
      <dsp:nvSpPr>
        <dsp:cNvPr id="0" name=""/>
        <dsp:cNvSpPr/>
      </dsp:nvSpPr>
      <dsp:spPr>
        <a:xfrm>
          <a:off x="330317" y="4192260"/>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Sexo femenino </a:t>
          </a:r>
          <a:endParaRPr lang="es-ES" sz="1400" kern="1200" dirty="0"/>
        </a:p>
      </dsp:txBody>
      <dsp:txXfrm>
        <a:off x="338530" y="4200473"/>
        <a:ext cx="2615993" cy="264001"/>
      </dsp:txXfrm>
    </dsp:sp>
    <dsp:sp modelId="{8763B64C-210C-45DA-AED4-71420C816B3F}">
      <dsp:nvSpPr>
        <dsp:cNvPr id="0" name=""/>
        <dsp:cNvSpPr/>
      </dsp:nvSpPr>
      <dsp:spPr>
        <a:xfrm>
          <a:off x="330317" y="4515831"/>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Duelo </a:t>
          </a:r>
          <a:endParaRPr lang="es-ES" sz="1400" kern="1200" dirty="0"/>
        </a:p>
      </dsp:txBody>
      <dsp:txXfrm>
        <a:off x="338530" y="4524044"/>
        <a:ext cx="2615993" cy="264001"/>
      </dsp:txXfrm>
    </dsp:sp>
    <dsp:sp modelId="{B3128010-210A-4496-BFCB-5F1C2E7807D1}">
      <dsp:nvSpPr>
        <dsp:cNvPr id="0" name=""/>
        <dsp:cNvSpPr/>
      </dsp:nvSpPr>
      <dsp:spPr>
        <a:xfrm>
          <a:off x="330317" y="4839401"/>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Uso de tranquilizantes </a:t>
          </a:r>
          <a:endParaRPr lang="es-ES" sz="1400" kern="1200" dirty="0"/>
        </a:p>
      </dsp:txBody>
      <dsp:txXfrm>
        <a:off x="338530" y="4847614"/>
        <a:ext cx="2615993" cy="264001"/>
      </dsp:txXfrm>
    </dsp:sp>
    <dsp:sp modelId="{613726AE-C498-4CF3-8B20-E8CE21B30395}">
      <dsp:nvSpPr>
        <dsp:cNvPr id="0" name=""/>
        <dsp:cNvSpPr/>
      </dsp:nvSpPr>
      <dsp:spPr>
        <a:xfrm>
          <a:off x="330317" y="5162971"/>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Insatisfacción de vida </a:t>
          </a:r>
          <a:endParaRPr lang="es-ES" sz="1400" kern="1200" dirty="0"/>
        </a:p>
      </dsp:txBody>
      <dsp:txXfrm>
        <a:off x="338530" y="5171184"/>
        <a:ext cx="2615993" cy="264001"/>
      </dsp:txXfrm>
    </dsp:sp>
    <dsp:sp modelId="{7830F8F3-A01B-4667-A56C-0455EEF3C5AC}">
      <dsp:nvSpPr>
        <dsp:cNvPr id="0" name=""/>
        <dsp:cNvSpPr/>
      </dsp:nvSpPr>
      <dsp:spPr>
        <a:xfrm>
          <a:off x="330317" y="5486541"/>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Parkinson Enfermedad cerebrovascular </a:t>
          </a:r>
          <a:endParaRPr lang="es-ES" sz="1400" kern="1200" dirty="0"/>
        </a:p>
      </dsp:txBody>
      <dsp:txXfrm>
        <a:off x="338530" y="5494754"/>
        <a:ext cx="2615993" cy="264001"/>
      </dsp:txXfrm>
    </dsp:sp>
    <dsp:sp modelId="{AE759A74-1D82-44B9-8A51-7CD267093155}">
      <dsp:nvSpPr>
        <dsp:cNvPr id="0" name=""/>
        <dsp:cNvSpPr/>
      </dsp:nvSpPr>
      <dsp:spPr>
        <a:xfrm>
          <a:off x="330317" y="5810112"/>
          <a:ext cx="2632419" cy="28042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smtClean="0"/>
            <a:t>Bajo apoyo social </a:t>
          </a:r>
          <a:endParaRPr lang="es-ES" sz="1400" kern="1200"/>
        </a:p>
      </dsp:txBody>
      <dsp:txXfrm>
        <a:off x="338530" y="5818325"/>
        <a:ext cx="2615993" cy="264001"/>
      </dsp:txXfrm>
    </dsp:sp>
    <dsp:sp modelId="{E7B45E63-7003-4799-ACA1-34F67D2F24C6}">
      <dsp:nvSpPr>
        <dsp:cNvPr id="0" name=""/>
        <dsp:cNvSpPr/>
      </dsp:nvSpPr>
      <dsp:spPr>
        <a:xfrm>
          <a:off x="3538578" y="0"/>
          <a:ext cx="3290524" cy="64142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b="1" kern="1200" dirty="0" smtClean="0"/>
            <a:t>Factores predictores sociodemográficos </a:t>
          </a:r>
          <a:endParaRPr lang="es-ES" sz="1400" kern="1200" dirty="0"/>
        </a:p>
      </dsp:txBody>
      <dsp:txXfrm>
        <a:off x="3538578" y="0"/>
        <a:ext cx="3290524" cy="1924274"/>
      </dsp:txXfrm>
    </dsp:sp>
    <dsp:sp modelId="{F7EA60F5-6D05-41E8-B0D5-3529CE3E7485}">
      <dsp:nvSpPr>
        <dsp:cNvPr id="0" name=""/>
        <dsp:cNvSpPr/>
      </dsp:nvSpPr>
      <dsp:spPr>
        <a:xfrm>
          <a:off x="3867631" y="1925487"/>
          <a:ext cx="2632419" cy="742038"/>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Género femenino </a:t>
          </a:r>
          <a:endParaRPr lang="es-ES" sz="1400" kern="1200" dirty="0"/>
        </a:p>
      </dsp:txBody>
      <dsp:txXfrm>
        <a:off x="3889365" y="1947221"/>
        <a:ext cx="2588951" cy="698570"/>
      </dsp:txXfrm>
    </dsp:sp>
    <dsp:sp modelId="{448D2927-381E-49B2-BBD1-03FC70641DD7}">
      <dsp:nvSpPr>
        <dsp:cNvPr id="0" name=""/>
        <dsp:cNvSpPr/>
      </dsp:nvSpPr>
      <dsp:spPr>
        <a:xfrm>
          <a:off x="3867631" y="2781686"/>
          <a:ext cx="2632419" cy="742038"/>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smtClean="0"/>
            <a:t>Historia familiar </a:t>
          </a:r>
          <a:endParaRPr lang="es-ES" sz="1400" kern="1200"/>
        </a:p>
      </dsp:txBody>
      <dsp:txXfrm>
        <a:off x="3889365" y="2803420"/>
        <a:ext cx="2588951" cy="698570"/>
      </dsp:txXfrm>
    </dsp:sp>
    <dsp:sp modelId="{C0C8EDA7-C6AB-4F7E-B1C5-EBA2D2FBE05F}">
      <dsp:nvSpPr>
        <dsp:cNvPr id="0" name=""/>
        <dsp:cNvSpPr/>
      </dsp:nvSpPr>
      <dsp:spPr>
        <a:xfrm>
          <a:off x="3867631" y="3637884"/>
          <a:ext cx="2632419" cy="742038"/>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smtClean="0"/>
            <a:t>Edad de inicio </a:t>
          </a:r>
          <a:endParaRPr lang="es-ES" sz="1400" kern="1200"/>
        </a:p>
      </dsp:txBody>
      <dsp:txXfrm>
        <a:off x="3889365" y="3659618"/>
        <a:ext cx="2588951" cy="698570"/>
      </dsp:txXfrm>
    </dsp:sp>
    <dsp:sp modelId="{00829470-B2DF-4800-8946-586564A1306C}">
      <dsp:nvSpPr>
        <dsp:cNvPr id="0" name=""/>
        <dsp:cNvSpPr/>
      </dsp:nvSpPr>
      <dsp:spPr>
        <a:xfrm>
          <a:off x="3867631" y="4494083"/>
          <a:ext cx="2632419" cy="742038"/>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Existencia de disfunción familiar y/o económicas </a:t>
          </a:r>
          <a:endParaRPr lang="es-ES" sz="1400" kern="1200" dirty="0"/>
        </a:p>
      </dsp:txBody>
      <dsp:txXfrm>
        <a:off x="3889365" y="4515817"/>
        <a:ext cx="2588951" cy="698570"/>
      </dsp:txXfrm>
    </dsp:sp>
    <dsp:sp modelId="{AF0C4B36-36E1-4C90-912A-BBCDCB42DC1F}">
      <dsp:nvSpPr>
        <dsp:cNvPr id="0" name=""/>
        <dsp:cNvSpPr/>
      </dsp:nvSpPr>
      <dsp:spPr>
        <a:xfrm>
          <a:off x="3867631" y="5350282"/>
          <a:ext cx="2632419" cy="742038"/>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Estado civil: </a:t>
          </a:r>
          <a:r>
            <a:rPr lang="es-ES" sz="1400" kern="1200" dirty="0" err="1" smtClean="0"/>
            <a:t>solter</a:t>
          </a:r>
          <a:r>
            <a:rPr lang="es-ES" sz="1400" kern="1200" dirty="0" smtClean="0"/>
            <a:t>@/</a:t>
          </a:r>
          <a:r>
            <a:rPr lang="es-ES" sz="1400" kern="1200" dirty="0" err="1" smtClean="0"/>
            <a:t>viud</a:t>
          </a:r>
          <a:r>
            <a:rPr lang="es-ES" sz="1400" kern="1200" dirty="0" smtClean="0"/>
            <a:t>@</a:t>
          </a:r>
          <a:endParaRPr lang="es-ES" sz="1400" kern="1200" dirty="0"/>
        </a:p>
      </dsp:txBody>
      <dsp:txXfrm>
        <a:off x="3889365" y="5372016"/>
        <a:ext cx="2588951" cy="698570"/>
      </dsp:txXfrm>
    </dsp:sp>
    <dsp:sp modelId="{530D5BB4-3F86-4B27-B8D6-D0D46D47EE3B}">
      <dsp:nvSpPr>
        <dsp:cNvPr id="0" name=""/>
        <dsp:cNvSpPr/>
      </dsp:nvSpPr>
      <dsp:spPr>
        <a:xfrm>
          <a:off x="7075892" y="0"/>
          <a:ext cx="3290524" cy="64142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b="1" kern="1200" dirty="0" smtClean="0"/>
            <a:t>Factores predictores clínicos </a:t>
          </a:r>
          <a:endParaRPr lang="es-ES" sz="1400" kern="1200" dirty="0"/>
        </a:p>
      </dsp:txBody>
      <dsp:txXfrm>
        <a:off x="7075892" y="0"/>
        <a:ext cx="3290524" cy="1924274"/>
      </dsp:txXfrm>
    </dsp:sp>
    <dsp:sp modelId="{979B9D97-71D8-47E3-8B55-333B01DC6546}">
      <dsp:nvSpPr>
        <dsp:cNvPr id="0" name=""/>
        <dsp:cNvSpPr/>
      </dsp:nvSpPr>
      <dsp:spPr>
        <a:xfrm>
          <a:off x="7404944" y="1924587"/>
          <a:ext cx="2632419" cy="61582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smtClean="0"/>
            <a:t>Remisión incompleta del episodio previo </a:t>
          </a:r>
          <a:endParaRPr lang="es-ES" sz="1400" kern="1200"/>
        </a:p>
      </dsp:txBody>
      <dsp:txXfrm>
        <a:off x="7422981" y="1942624"/>
        <a:ext cx="2596345" cy="579746"/>
      </dsp:txXfrm>
    </dsp:sp>
    <dsp:sp modelId="{202D4DFA-ED71-4C2B-8266-FCA29E4F8221}">
      <dsp:nvSpPr>
        <dsp:cNvPr id="0" name=""/>
        <dsp:cNvSpPr/>
      </dsp:nvSpPr>
      <dsp:spPr>
        <a:xfrm>
          <a:off x="7404944" y="2635149"/>
          <a:ext cx="2632419" cy="61582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Número de episodios anteriores </a:t>
          </a:r>
          <a:endParaRPr lang="es-ES" sz="1400" kern="1200" dirty="0"/>
        </a:p>
      </dsp:txBody>
      <dsp:txXfrm>
        <a:off x="7422981" y="2653186"/>
        <a:ext cx="2596345" cy="579746"/>
      </dsp:txXfrm>
    </dsp:sp>
    <dsp:sp modelId="{D4EB34C1-48C6-4C29-B457-3FA628C0540F}">
      <dsp:nvSpPr>
        <dsp:cNvPr id="0" name=""/>
        <dsp:cNvSpPr/>
      </dsp:nvSpPr>
      <dsp:spPr>
        <a:xfrm>
          <a:off x="7404944" y="3345712"/>
          <a:ext cx="2632419" cy="61582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Duración prolongada del episodio </a:t>
          </a:r>
          <a:endParaRPr lang="es-ES" sz="1400" kern="1200" dirty="0"/>
        </a:p>
      </dsp:txBody>
      <dsp:txXfrm>
        <a:off x="7422981" y="3363749"/>
        <a:ext cx="2596345" cy="579746"/>
      </dsp:txXfrm>
    </dsp:sp>
    <dsp:sp modelId="{85867156-37DF-4C5F-A5C1-6DCA9095E703}">
      <dsp:nvSpPr>
        <dsp:cNvPr id="0" name=""/>
        <dsp:cNvSpPr/>
      </dsp:nvSpPr>
      <dsp:spPr>
        <a:xfrm>
          <a:off x="7404944" y="4056275"/>
          <a:ext cx="2632419" cy="61582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smtClean="0"/>
            <a:t>Gravedad </a:t>
          </a:r>
          <a:endParaRPr lang="es-ES" sz="1400" kern="1200"/>
        </a:p>
      </dsp:txBody>
      <dsp:txXfrm>
        <a:off x="7422981" y="4074312"/>
        <a:ext cx="2596345" cy="579746"/>
      </dsp:txXfrm>
    </dsp:sp>
    <dsp:sp modelId="{D5C6CDB4-3DA0-41DC-8C0E-7A7A661BEDBC}">
      <dsp:nvSpPr>
        <dsp:cNvPr id="0" name=""/>
        <dsp:cNvSpPr/>
      </dsp:nvSpPr>
      <dsp:spPr>
        <a:xfrm>
          <a:off x="7404944" y="4766837"/>
          <a:ext cx="2632419" cy="61582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Síntomas residuales </a:t>
          </a:r>
          <a:endParaRPr lang="es-ES" sz="1400" kern="1200" dirty="0"/>
        </a:p>
      </dsp:txBody>
      <dsp:txXfrm>
        <a:off x="7422981" y="4784874"/>
        <a:ext cx="2596345" cy="579746"/>
      </dsp:txXfrm>
    </dsp:sp>
    <dsp:sp modelId="{894C3216-1E6C-4E58-A628-78F72E1AD8D9}">
      <dsp:nvSpPr>
        <dsp:cNvPr id="0" name=""/>
        <dsp:cNvSpPr/>
      </dsp:nvSpPr>
      <dsp:spPr>
        <a:xfrm>
          <a:off x="7404944" y="5477400"/>
          <a:ext cx="2632419" cy="61582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s-ES" sz="1400" kern="1200" dirty="0" smtClean="0"/>
            <a:t>Personalidad </a:t>
          </a:r>
          <a:r>
            <a:rPr lang="es-ES" sz="1400" kern="1200" dirty="0" err="1" smtClean="0"/>
            <a:t>premórbida</a:t>
          </a:r>
          <a:r>
            <a:rPr lang="es-ES" sz="1400" kern="1200" dirty="0" smtClean="0"/>
            <a:t> y con comorbilidad </a:t>
          </a:r>
          <a:endParaRPr lang="es-ES" sz="1400" kern="1200" dirty="0"/>
        </a:p>
      </dsp:txBody>
      <dsp:txXfrm>
        <a:off x="7422981" y="5495437"/>
        <a:ext cx="2596345" cy="5797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8052B-FE7E-488B-8559-094421664E6F}">
      <dsp:nvSpPr>
        <dsp:cNvPr id="0" name=""/>
        <dsp:cNvSpPr/>
      </dsp:nvSpPr>
      <dsp:spPr>
        <a:xfrm>
          <a:off x="674" y="146965"/>
          <a:ext cx="2903599" cy="3484319"/>
        </a:xfrm>
        <a:prstGeom prst="roundRect">
          <a:avLst>
            <a:gd name="adj" fmla="val 5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3157" rIns="146685" bIns="0" numCol="1" spcCol="1270" anchor="t" anchorCtr="0">
          <a:noAutofit/>
        </a:bodyPr>
        <a:lstStyle/>
        <a:p>
          <a:pPr lvl="0" algn="r" defTabSz="1466850">
            <a:lnSpc>
              <a:spcPct val="90000"/>
            </a:lnSpc>
            <a:spcBef>
              <a:spcPct val="0"/>
            </a:spcBef>
            <a:spcAft>
              <a:spcPct val="35000"/>
            </a:spcAft>
          </a:pPr>
          <a:r>
            <a:rPr lang="es-ES" sz="3300" b="1" kern="1200" dirty="0" smtClean="0"/>
            <a:t>Psicológicos:</a:t>
          </a:r>
          <a:endParaRPr lang="es-ES" sz="3300" kern="1200" dirty="0"/>
        </a:p>
      </dsp:txBody>
      <dsp:txXfrm rot="16200000">
        <a:off x="-1137536" y="1285176"/>
        <a:ext cx="2857141" cy="580719"/>
      </dsp:txXfrm>
    </dsp:sp>
    <dsp:sp modelId="{F0BDA330-B723-452B-A4D6-2556C8DBEB98}">
      <dsp:nvSpPr>
        <dsp:cNvPr id="0" name=""/>
        <dsp:cNvSpPr/>
      </dsp:nvSpPr>
      <dsp:spPr>
        <a:xfrm>
          <a:off x="581394" y="146965"/>
          <a:ext cx="2163181" cy="3484319"/>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1722" rIns="0" bIns="0" numCol="1" spcCol="1270" anchor="t" anchorCtr="0">
          <a:noAutofit/>
        </a:bodyPr>
        <a:lstStyle/>
        <a:p>
          <a:pPr lvl="0" algn="l" defTabSz="800100">
            <a:lnSpc>
              <a:spcPct val="90000"/>
            </a:lnSpc>
            <a:spcBef>
              <a:spcPct val="0"/>
            </a:spcBef>
            <a:spcAft>
              <a:spcPct val="35000"/>
            </a:spcAft>
          </a:pPr>
          <a:r>
            <a:rPr lang="es-ES" sz="1800" kern="1200" dirty="0" smtClean="0"/>
            <a:t>tristeza, </a:t>
          </a:r>
          <a:r>
            <a:rPr lang="es-ES" sz="1800" kern="1200" dirty="0" err="1" smtClean="0"/>
            <a:t>anhedonia</a:t>
          </a:r>
          <a:r>
            <a:rPr lang="es-ES" sz="1800" kern="1200" dirty="0" smtClean="0"/>
            <a:t>, falta de interés, que no serían característicos de las personas mayores , ya que en ellos se darían más situaciones de vacío, ansiedad o </a:t>
          </a:r>
          <a:r>
            <a:rPr lang="es-ES" sz="1800" kern="1200" dirty="0" err="1" smtClean="0"/>
            <a:t>incomodiad</a:t>
          </a:r>
          <a:r>
            <a:rPr lang="es-ES" sz="1800" kern="1200" dirty="0" smtClean="0"/>
            <a:t> y anergia.  </a:t>
          </a:r>
          <a:endParaRPr lang="es-ES" sz="1800" kern="1200" dirty="0"/>
        </a:p>
      </dsp:txBody>
      <dsp:txXfrm>
        <a:off x="581394" y="146965"/>
        <a:ext cx="2163181" cy="3484319"/>
      </dsp:txXfrm>
    </dsp:sp>
    <dsp:sp modelId="{D7F2CCEB-BD84-43E1-AFD0-3349214EE81A}">
      <dsp:nvSpPr>
        <dsp:cNvPr id="0" name=""/>
        <dsp:cNvSpPr/>
      </dsp:nvSpPr>
      <dsp:spPr>
        <a:xfrm>
          <a:off x="3005900" y="146965"/>
          <a:ext cx="2903599" cy="3484319"/>
        </a:xfrm>
        <a:prstGeom prst="roundRect">
          <a:avLst>
            <a:gd name="adj" fmla="val 5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3157" rIns="146685" bIns="0" numCol="1" spcCol="1270" anchor="t" anchorCtr="0">
          <a:noAutofit/>
        </a:bodyPr>
        <a:lstStyle/>
        <a:p>
          <a:pPr lvl="0" algn="r" defTabSz="1466850">
            <a:lnSpc>
              <a:spcPct val="90000"/>
            </a:lnSpc>
            <a:spcBef>
              <a:spcPct val="0"/>
            </a:spcBef>
            <a:spcAft>
              <a:spcPct val="35000"/>
            </a:spcAft>
          </a:pPr>
          <a:r>
            <a:rPr lang="es-ES" sz="3300" b="1" kern="1200" dirty="0" smtClean="0"/>
            <a:t>Somáticos:</a:t>
          </a:r>
          <a:endParaRPr lang="es-ES" sz="3300" kern="1200" dirty="0"/>
        </a:p>
      </dsp:txBody>
      <dsp:txXfrm rot="16200000">
        <a:off x="1867689" y="1285176"/>
        <a:ext cx="2857141" cy="580719"/>
      </dsp:txXfrm>
    </dsp:sp>
    <dsp:sp modelId="{7091F783-53B0-4856-BFF5-F96965FEB771}">
      <dsp:nvSpPr>
        <dsp:cNvPr id="0" name=""/>
        <dsp:cNvSpPr/>
      </dsp:nvSpPr>
      <dsp:spPr>
        <a:xfrm rot="5400000">
          <a:off x="2764310" y="2917120"/>
          <a:ext cx="512215" cy="435539"/>
        </a:xfrm>
        <a:prstGeom prst="flowChartExtract">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164410-4EC8-4C6F-9FFE-2BBD97E6B8F0}">
      <dsp:nvSpPr>
        <dsp:cNvPr id="0" name=""/>
        <dsp:cNvSpPr/>
      </dsp:nvSpPr>
      <dsp:spPr>
        <a:xfrm>
          <a:off x="3586620" y="146965"/>
          <a:ext cx="2163181" cy="3484319"/>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1722" rIns="0" bIns="0" numCol="1" spcCol="1270" anchor="t" anchorCtr="0">
          <a:noAutofit/>
        </a:bodyPr>
        <a:lstStyle/>
        <a:p>
          <a:pPr lvl="0" algn="l" defTabSz="800100">
            <a:lnSpc>
              <a:spcPct val="90000"/>
            </a:lnSpc>
            <a:spcBef>
              <a:spcPct val="0"/>
            </a:spcBef>
            <a:spcAft>
              <a:spcPct val="35000"/>
            </a:spcAft>
          </a:pPr>
          <a:r>
            <a:rPr lang="es-ES" sz="1800" b="1" kern="1200" smtClean="0"/>
            <a:t> </a:t>
          </a:r>
          <a:r>
            <a:rPr lang="es-ES" sz="1800" kern="1200" dirty="0" smtClean="0"/>
            <a:t>dolores inespecíficos, cambios en el apetito y el peso, problemas de sueño </a:t>
          </a:r>
          <a:endParaRPr lang="es-ES" sz="1800" kern="1200" dirty="0"/>
        </a:p>
      </dsp:txBody>
      <dsp:txXfrm>
        <a:off x="3586620" y="146965"/>
        <a:ext cx="2163181" cy="3484319"/>
      </dsp:txXfrm>
    </dsp:sp>
    <dsp:sp modelId="{F2121874-40F7-4552-997E-45DB692957C0}">
      <dsp:nvSpPr>
        <dsp:cNvPr id="0" name=""/>
        <dsp:cNvSpPr/>
      </dsp:nvSpPr>
      <dsp:spPr>
        <a:xfrm>
          <a:off x="6011125" y="146965"/>
          <a:ext cx="2903599" cy="3484319"/>
        </a:xfrm>
        <a:prstGeom prst="roundRect">
          <a:avLst>
            <a:gd name="adj" fmla="val 5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3157" rIns="146685" bIns="0" numCol="1" spcCol="1270" anchor="t" anchorCtr="0">
          <a:noAutofit/>
        </a:bodyPr>
        <a:lstStyle/>
        <a:p>
          <a:pPr lvl="0" algn="r" defTabSz="1466850">
            <a:lnSpc>
              <a:spcPct val="90000"/>
            </a:lnSpc>
            <a:spcBef>
              <a:spcPct val="0"/>
            </a:spcBef>
            <a:spcAft>
              <a:spcPct val="35000"/>
            </a:spcAft>
          </a:pPr>
          <a:r>
            <a:rPr lang="es-ES" sz="3300" b="1" kern="1200" dirty="0" smtClean="0"/>
            <a:t>Cognitivos:</a:t>
          </a:r>
          <a:endParaRPr lang="es-ES" sz="3300" kern="1200" dirty="0"/>
        </a:p>
      </dsp:txBody>
      <dsp:txXfrm rot="16200000">
        <a:off x="4872914" y="1285176"/>
        <a:ext cx="2857141" cy="580719"/>
      </dsp:txXfrm>
    </dsp:sp>
    <dsp:sp modelId="{D68DBBF4-E2A9-4FE5-ADE6-2D09CD1F3EBB}">
      <dsp:nvSpPr>
        <dsp:cNvPr id="0" name=""/>
        <dsp:cNvSpPr/>
      </dsp:nvSpPr>
      <dsp:spPr>
        <a:xfrm rot="5400000">
          <a:off x="5769535" y="2917120"/>
          <a:ext cx="512215" cy="435539"/>
        </a:xfrm>
        <a:prstGeom prst="flowChartExtract">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01F8D5-3468-4272-A05B-DD3BBFC71D90}">
      <dsp:nvSpPr>
        <dsp:cNvPr id="0" name=""/>
        <dsp:cNvSpPr/>
      </dsp:nvSpPr>
      <dsp:spPr>
        <a:xfrm>
          <a:off x="6591845" y="146965"/>
          <a:ext cx="2163181" cy="3484319"/>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1722" rIns="0" bIns="0" numCol="1" spcCol="1270" anchor="t" anchorCtr="0">
          <a:noAutofit/>
        </a:bodyPr>
        <a:lstStyle/>
        <a:p>
          <a:pPr lvl="0" algn="l" defTabSz="800100">
            <a:lnSpc>
              <a:spcPct val="90000"/>
            </a:lnSpc>
            <a:spcBef>
              <a:spcPct val="0"/>
            </a:spcBef>
            <a:spcAft>
              <a:spcPct val="35000"/>
            </a:spcAft>
          </a:pPr>
          <a:r>
            <a:rPr lang="es-ES" sz="1800" kern="1200" dirty="0" smtClean="0"/>
            <a:t>Pensamiento lento, pobre concentración y pérdidas de memoria </a:t>
          </a:r>
          <a:endParaRPr lang="es-ES" sz="1800" kern="1200" dirty="0"/>
        </a:p>
      </dsp:txBody>
      <dsp:txXfrm>
        <a:off x="6591845" y="146965"/>
        <a:ext cx="2163181" cy="34843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24E4B-00D1-4A8E-AD25-6CCAA27D761A}">
      <dsp:nvSpPr>
        <dsp:cNvPr id="0" name=""/>
        <dsp:cNvSpPr/>
      </dsp:nvSpPr>
      <dsp:spPr>
        <a:xfrm>
          <a:off x="-6059457" y="-955999"/>
          <a:ext cx="7438739" cy="7438739"/>
        </a:xfrm>
        <a:prstGeom prst="blockArc">
          <a:avLst>
            <a:gd name="adj1" fmla="val 18900000"/>
            <a:gd name="adj2" fmla="val 2700000"/>
            <a:gd name="adj3" fmla="val 290"/>
          </a:avLst>
        </a:prstGeom>
        <a:noFill/>
        <a:ln w="15875"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5E6E63-F60C-47DC-B548-AE19FC3C0835}">
      <dsp:nvSpPr>
        <dsp:cNvPr id="0" name=""/>
        <dsp:cNvSpPr/>
      </dsp:nvSpPr>
      <dsp:spPr>
        <a:xfrm>
          <a:off x="1271451" y="1405342"/>
          <a:ext cx="3591181" cy="2527785"/>
        </a:xfrm>
        <a:prstGeom prst="rect">
          <a:avLst/>
        </a:prstGeom>
        <a:solidFill>
          <a:schemeClr val="lt1">
            <a:hueOff val="0"/>
            <a:satOff val="0"/>
            <a:lumOff val="0"/>
            <a:alphaOff val="0"/>
          </a:schemeClr>
        </a:solidFill>
        <a:ln w="15875"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3425" tIns="38100" rIns="38100" bIns="38100" numCol="1" spcCol="1270" anchor="ctr" anchorCtr="0">
          <a:noAutofit/>
        </a:bodyPr>
        <a:lstStyle/>
        <a:p>
          <a:pPr lvl="0" algn="l" defTabSz="666750">
            <a:lnSpc>
              <a:spcPct val="90000"/>
            </a:lnSpc>
            <a:spcBef>
              <a:spcPct val="0"/>
            </a:spcBef>
            <a:spcAft>
              <a:spcPct val="35000"/>
            </a:spcAft>
          </a:pPr>
          <a:r>
            <a:rPr lang="es-PA" sz="1500" kern="1200" dirty="0" smtClean="0"/>
            <a:t>El objetivo del tratamiento es aliviar los síntomas, prevenir la recurrencia, y mejorar la calidad de vida y la funcionalidad del paciente</a:t>
          </a:r>
          <a:endParaRPr lang="es-ES" sz="1500" kern="1200" dirty="0"/>
        </a:p>
      </dsp:txBody>
      <dsp:txXfrm>
        <a:off x="1271451" y="1405342"/>
        <a:ext cx="3591181" cy="2527785"/>
      </dsp:txXfrm>
    </dsp:sp>
    <dsp:sp modelId="{554DEC55-AFC4-46B1-ACCD-833B14A7D06A}">
      <dsp:nvSpPr>
        <dsp:cNvPr id="0" name=""/>
        <dsp:cNvSpPr/>
      </dsp:nvSpPr>
      <dsp:spPr>
        <a:xfrm>
          <a:off x="457736" y="1183504"/>
          <a:ext cx="1708087" cy="3159732"/>
        </a:xfrm>
        <a:prstGeom prst="ellipse">
          <a:avLst/>
        </a:prstGeom>
        <a:solidFill>
          <a:schemeClr val="lt1">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1B27F1-AB00-498B-8B26-8F72A7D7E4E9}">
      <dsp:nvSpPr>
        <dsp:cNvPr id="0" name=""/>
        <dsp:cNvSpPr/>
      </dsp:nvSpPr>
      <dsp:spPr>
        <a:xfrm rot="5400000">
          <a:off x="-517951" y="517951"/>
          <a:ext cx="3453008" cy="2417105"/>
        </a:xfrm>
        <a:prstGeom prst="chevron">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es-ES" sz="3500" kern="1200" dirty="0" smtClean="0"/>
            <a:t>DEMENCIA </a:t>
          </a:r>
          <a:endParaRPr lang="es-ES" sz="3500" kern="1200" dirty="0"/>
        </a:p>
      </dsp:txBody>
      <dsp:txXfrm rot="-5400000">
        <a:off x="1" y="1208553"/>
        <a:ext cx="2417105" cy="1035903"/>
      </dsp:txXfrm>
    </dsp:sp>
    <dsp:sp modelId="{4A17D322-B421-4BB4-B7D3-929D8E4A753F}">
      <dsp:nvSpPr>
        <dsp:cNvPr id="0" name=""/>
        <dsp:cNvSpPr/>
      </dsp:nvSpPr>
      <dsp:spPr>
        <a:xfrm rot="5400000">
          <a:off x="4544025" y="-2126919"/>
          <a:ext cx="2244455" cy="649829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s-ES" sz="2300" kern="1200" dirty="0" smtClean="0"/>
            <a:t>La demencia es un síndrome clínico caracterizado por perdida adquirida de habilidades cognitivas y emocionales, lo suficientemente importante para interferir con el funcionamiento diario y la calidad de vida</a:t>
          </a:r>
          <a:endParaRPr lang="es-ES" sz="2300" kern="1200" dirty="0"/>
        </a:p>
      </dsp:txBody>
      <dsp:txXfrm rot="-5400000">
        <a:off x="2417106" y="109565"/>
        <a:ext cx="6388729" cy="202532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01D75-35B0-4B5F-AEA5-E78693E05579}">
      <dsp:nvSpPr>
        <dsp:cNvPr id="0" name=""/>
        <dsp:cNvSpPr/>
      </dsp:nvSpPr>
      <dsp:spPr>
        <a:xfrm>
          <a:off x="947" y="6693"/>
          <a:ext cx="2587769" cy="84370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b="1" kern="1200" dirty="0" smtClean="0"/>
            <a:t>Demencia en enfermedad de Alzheimer </a:t>
          </a:r>
          <a:endParaRPr lang="es-ES" sz="1200" kern="1200" dirty="0"/>
        </a:p>
      </dsp:txBody>
      <dsp:txXfrm>
        <a:off x="25658" y="31404"/>
        <a:ext cx="2538347" cy="794280"/>
      </dsp:txXfrm>
    </dsp:sp>
    <dsp:sp modelId="{3B037A9A-7B87-42AB-86C8-6C1B4ED72B88}">
      <dsp:nvSpPr>
        <dsp:cNvPr id="0" name=""/>
        <dsp:cNvSpPr/>
      </dsp:nvSpPr>
      <dsp:spPr>
        <a:xfrm>
          <a:off x="259724" y="850396"/>
          <a:ext cx="258776" cy="440514"/>
        </a:xfrm>
        <a:custGeom>
          <a:avLst/>
          <a:gdLst/>
          <a:ahLst/>
          <a:cxnLst/>
          <a:rect l="0" t="0" r="0" b="0"/>
          <a:pathLst>
            <a:path>
              <a:moveTo>
                <a:pt x="0" y="0"/>
              </a:moveTo>
              <a:lnTo>
                <a:pt x="0" y="440514"/>
              </a:lnTo>
              <a:lnTo>
                <a:pt x="258776" y="44051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5A611E-1C32-403A-8925-7E56E2E6D197}">
      <dsp:nvSpPr>
        <dsp:cNvPr id="0" name=""/>
        <dsp:cNvSpPr/>
      </dsp:nvSpPr>
      <dsp:spPr>
        <a:xfrm>
          <a:off x="518501" y="869059"/>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De inicio temprano </a:t>
          </a:r>
          <a:endParaRPr lang="es-ES" sz="1200" kern="1200" dirty="0"/>
        </a:p>
      </dsp:txBody>
      <dsp:txXfrm>
        <a:off x="543212" y="893770"/>
        <a:ext cx="2020792" cy="794280"/>
      </dsp:txXfrm>
    </dsp:sp>
    <dsp:sp modelId="{D74DF90E-221C-4E64-934A-C1B3176DCE06}">
      <dsp:nvSpPr>
        <dsp:cNvPr id="0" name=""/>
        <dsp:cNvSpPr/>
      </dsp:nvSpPr>
      <dsp:spPr>
        <a:xfrm>
          <a:off x="259724" y="850396"/>
          <a:ext cx="258776" cy="1302879"/>
        </a:xfrm>
        <a:custGeom>
          <a:avLst/>
          <a:gdLst/>
          <a:ahLst/>
          <a:cxnLst/>
          <a:rect l="0" t="0" r="0" b="0"/>
          <a:pathLst>
            <a:path>
              <a:moveTo>
                <a:pt x="0" y="0"/>
              </a:moveTo>
              <a:lnTo>
                <a:pt x="0" y="1302879"/>
              </a:lnTo>
              <a:lnTo>
                <a:pt x="258776" y="130287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DE5659-5AD1-483A-8A7A-0F8CE86766ED}">
      <dsp:nvSpPr>
        <dsp:cNvPr id="0" name=""/>
        <dsp:cNvSpPr/>
      </dsp:nvSpPr>
      <dsp:spPr>
        <a:xfrm>
          <a:off x="518501" y="1731424"/>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De inicio tardío </a:t>
          </a:r>
          <a:endParaRPr lang="es-ES" sz="1200" kern="1200" dirty="0"/>
        </a:p>
      </dsp:txBody>
      <dsp:txXfrm>
        <a:off x="543212" y="1756135"/>
        <a:ext cx="2020792" cy="794280"/>
      </dsp:txXfrm>
    </dsp:sp>
    <dsp:sp modelId="{EB711E41-367E-44F2-830D-0E3AA15A87B3}">
      <dsp:nvSpPr>
        <dsp:cNvPr id="0" name=""/>
        <dsp:cNvSpPr/>
      </dsp:nvSpPr>
      <dsp:spPr>
        <a:xfrm>
          <a:off x="259724" y="850396"/>
          <a:ext cx="258776" cy="2165244"/>
        </a:xfrm>
        <a:custGeom>
          <a:avLst/>
          <a:gdLst/>
          <a:ahLst/>
          <a:cxnLst/>
          <a:rect l="0" t="0" r="0" b="0"/>
          <a:pathLst>
            <a:path>
              <a:moveTo>
                <a:pt x="0" y="0"/>
              </a:moveTo>
              <a:lnTo>
                <a:pt x="0" y="2165244"/>
              </a:lnTo>
              <a:lnTo>
                <a:pt x="258776" y="21652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1606-1D6B-41EE-9E77-FB76280B454F}">
      <dsp:nvSpPr>
        <dsp:cNvPr id="0" name=""/>
        <dsp:cNvSpPr/>
      </dsp:nvSpPr>
      <dsp:spPr>
        <a:xfrm>
          <a:off x="518501" y="2593789"/>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Mixta o atípica </a:t>
          </a:r>
          <a:endParaRPr lang="es-ES" sz="1200" kern="1200" dirty="0"/>
        </a:p>
      </dsp:txBody>
      <dsp:txXfrm>
        <a:off x="543212" y="2618500"/>
        <a:ext cx="2020792" cy="794280"/>
      </dsp:txXfrm>
    </dsp:sp>
    <dsp:sp modelId="{20FE6FAF-097E-4956-8D9E-8AE9794C9B00}">
      <dsp:nvSpPr>
        <dsp:cNvPr id="0" name=""/>
        <dsp:cNvSpPr/>
      </dsp:nvSpPr>
      <dsp:spPr>
        <a:xfrm>
          <a:off x="259724" y="850396"/>
          <a:ext cx="258776" cy="3027609"/>
        </a:xfrm>
        <a:custGeom>
          <a:avLst/>
          <a:gdLst/>
          <a:ahLst/>
          <a:cxnLst/>
          <a:rect l="0" t="0" r="0" b="0"/>
          <a:pathLst>
            <a:path>
              <a:moveTo>
                <a:pt x="0" y="0"/>
              </a:moveTo>
              <a:lnTo>
                <a:pt x="0" y="3027609"/>
              </a:lnTo>
              <a:lnTo>
                <a:pt x="258776" y="302760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3D5F6B-BB4D-4781-94E2-BF093C1CEA99}">
      <dsp:nvSpPr>
        <dsp:cNvPr id="0" name=""/>
        <dsp:cNvSpPr/>
      </dsp:nvSpPr>
      <dsp:spPr>
        <a:xfrm>
          <a:off x="518501" y="3456155"/>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Inespecífica </a:t>
          </a:r>
          <a:endParaRPr lang="es-ES" sz="1200" kern="1200" dirty="0"/>
        </a:p>
      </dsp:txBody>
      <dsp:txXfrm>
        <a:off x="543212" y="3480866"/>
        <a:ext cx="2020792" cy="794280"/>
      </dsp:txXfrm>
    </dsp:sp>
    <dsp:sp modelId="{E9DA824E-C236-4843-93FE-487F53816D0A}">
      <dsp:nvSpPr>
        <dsp:cNvPr id="0" name=""/>
        <dsp:cNvSpPr/>
      </dsp:nvSpPr>
      <dsp:spPr>
        <a:xfrm>
          <a:off x="2586161" y="6693"/>
          <a:ext cx="2587769" cy="84370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b="1" kern="1200" dirty="0" smtClean="0"/>
            <a:t>Demencia vascular </a:t>
          </a:r>
          <a:endParaRPr lang="es-ES" sz="1200" kern="1200" dirty="0"/>
        </a:p>
      </dsp:txBody>
      <dsp:txXfrm>
        <a:off x="2610872" y="31404"/>
        <a:ext cx="2538347" cy="794280"/>
      </dsp:txXfrm>
    </dsp:sp>
    <dsp:sp modelId="{28F29085-28E3-4229-8C10-D7D1866C2818}">
      <dsp:nvSpPr>
        <dsp:cNvPr id="0" name=""/>
        <dsp:cNvSpPr/>
      </dsp:nvSpPr>
      <dsp:spPr>
        <a:xfrm>
          <a:off x="2844938" y="850396"/>
          <a:ext cx="298658" cy="440514"/>
        </a:xfrm>
        <a:custGeom>
          <a:avLst/>
          <a:gdLst/>
          <a:ahLst/>
          <a:cxnLst/>
          <a:rect l="0" t="0" r="0" b="0"/>
          <a:pathLst>
            <a:path>
              <a:moveTo>
                <a:pt x="0" y="0"/>
              </a:moveTo>
              <a:lnTo>
                <a:pt x="0" y="440514"/>
              </a:lnTo>
              <a:lnTo>
                <a:pt x="298658" y="44051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2BEB2C-6199-4398-AA5D-BBB5940E1A40}">
      <dsp:nvSpPr>
        <dsp:cNvPr id="0" name=""/>
        <dsp:cNvSpPr/>
      </dsp:nvSpPr>
      <dsp:spPr>
        <a:xfrm>
          <a:off x="3143597" y="869059"/>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De inicio agudo </a:t>
          </a:r>
          <a:endParaRPr lang="es-ES" sz="1200" kern="1200" dirty="0"/>
        </a:p>
      </dsp:txBody>
      <dsp:txXfrm>
        <a:off x="3168308" y="893770"/>
        <a:ext cx="2020792" cy="794280"/>
      </dsp:txXfrm>
    </dsp:sp>
    <dsp:sp modelId="{26C30A1A-7954-4286-B822-B5472ADDC9FE}">
      <dsp:nvSpPr>
        <dsp:cNvPr id="0" name=""/>
        <dsp:cNvSpPr/>
      </dsp:nvSpPr>
      <dsp:spPr>
        <a:xfrm>
          <a:off x="2844938" y="850396"/>
          <a:ext cx="298658" cy="1302879"/>
        </a:xfrm>
        <a:custGeom>
          <a:avLst/>
          <a:gdLst/>
          <a:ahLst/>
          <a:cxnLst/>
          <a:rect l="0" t="0" r="0" b="0"/>
          <a:pathLst>
            <a:path>
              <a:moveTo>
                <a:pt x="0" y="0"/>
              </a:moveTo>
              <a:lnTo>
                <a:pt x="0" y="1302879"/>
              </a:lnTo>
              <a:lnTo>
                <a:pt x="298658" y="130287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DF6F73-ED86-44D7-9A71-C43F35A0D514}">
      <dsp:nvSpPr>
        <dsp:cNvPr id="0" name=""/>
        <dsp:cNvSpPr/>
      </dsp:nvSpPr>
      <dsp:spPr>
        <a:xfrm>
          <a:off x="3143597" y="1731424"/>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a:t>
          </a:r>
          <a:r>
            <a:rPr lang="es-ES" sz="1200" kern="1200" dirty="0" err="1" smtClean="0"/>
            <a:t>Multi</a:t>
          </a:r>
          <a:r>
            <a:rPr lang="es-ES" sz="1200" kern="1200" dirty="0" smtClean="0"/>
            <a:t>-infarto </a:t>
          </a:r>
          <a:endParaRPr lang="es-ES" sz="1200" kern="1200" dirty="0"/>
        </a:p>
      </dsp:txBody>
      <dsp:txXfrm>
        <a:off x="3168308" y="1756135"/>
        <a:ext cx="2020792" cy="794280"/>
      </dsp:txXfrm>
    </dsp:sp>
    <dsp:sp modelId="{0B3EEDFC-8B6D-44ED-A890-07003A7FEAB1}">
      <dsp:nvSpPr>
        <dsp:cNvPr id="0" name=""/>
        <dsp:cNvSpPr/>
      </dsp:nvSpPr>
      <dsp:spPr>
        <a:xfrm>
          <a:off x="2844938" y="850396"/>
          <a:ext cx="298658" cy="2165244"/>
        </a:xfrm>
        <a:custGeom>
          <a:avLst/>
          <a:gdLst/>
          <a:ahLst/>
          <a:cxnLst/>
          <a:rect l="0" t="0" r="0" b="0"/>
          <a:pathLst>
            <a:path>
              <a:moveTo>
                <a:pt x="0" y="0"/>
              </a:moveTo>
              <a:lnTo>
                <a:pt x="0" y="2165244"/>
              </a:lnTo>
              <a:lnTo>
                <a:pt x="298658" y="21652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1EFB90-A788-48B9-81E9-C1E18BF216E3}">
      <dsp:nvSpPr>
        <dsp:cNvPr id="0" name=""/>
        <dsp:cNvSpPr/>
      </dsp:nvSpPr>
      <dsp:spPr>
        <a:xfrm>
          <a:off x="3143597" y="2593789"/>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Vascular subcortical </a:t>
          </a:r>
          <a:endParaRPr lang="es-ES" sz="1200" kern="1200" dirty="0"/>
        </a:p>
      </dsp:txBody>
      <dsp:txXfrm>
        <a:off x="3168308" y="2618500"/>
        <a:ext cx="2020792" cy="794280"/>
      </dsp:txXfrm>
    </dsp:sp>
    <dsp:sp modelId="{8929BBBB-34C4-47E8-B775-B23B0779D3D1}">
      <dsp:nvSpPr>
        <dsp:cNvPr id="0" name=""/>
        <dsp:cNvSpPr/>
      </dsp:nvSpPr>
      <dsp:spPr>
        <a:xfrm>
          <a:off x="2844938" y="850396"/>
          <a:ext cx="298658" cy="3027609"/>
        </a:xfrm>
        <a:custGeom>
          <a:avLst/>
          <a:gdLst/>
          <a:ahLst/>
          <a:cxnLst/>
          <a:rect l="0" t="0" r="0" b="0"/>
          <a:pathLst>
            <a:path>
              <a:moveTo>
                <a:pt x="0" y="0"/>
              </a:moveTo>
              <a:lnTo>
                <a:pt x="0" y="3027609"/>
              </a:lnTo>
              <a:lnTo>
                <a:pt x="298658" y="302760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63DB27-0A2A-419E-8969-AA97AD7854FD}">
      <dsp:nvSpPr>
        <dsp:cNvPr id="0" name=""/>
        <dsp:cNvSpPr/>
      </dsp:nvSpPr>
      <dsp:spPr>
        <a:xfrm>
          <a:off x="3143597" y="3456155"/>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Mixta: subcortical y cortical </a:t>
          </a:r>
          <a:endParaRPr lang="es-ES" sz="1200" kern="1200" dirty="0"/>
        </a:p>
      </dsp:txBody>
      <dsp:txXfrm>
        <a:off x="3168308" y="3480866"/>
        <a:ext cx="2020792" cy="794280"/>
      </dsp:txXfrm>
    </dsp:sp>
    <dsp:sp modelId="{9D72D4EB-AE66-4268-9DD1-13112258B327}">
      <dsp:nvSpPr>
        <dsp:cNvPr id="0" name=""/>
        <dsp:cNvSpPr/>
      </dsp:nvSpPr>
      <dsp:spPr>
        <a:xfrm>
          <a:off x="2844938" y="850396"/>
          <a:ext cx="298658" cy="3889975"/>
        </a:xfrm>
        <a:custGeom>
          <a:avLst/>
          <a:gdLst/>
          <a:ahLst/>
          <a:cxnLst/>
          <a:rect l="0" t="0" r="0" b="0"/>
          <a:pathLst>
            <a:path>
              <a:moveTo>
                <a:pt x="0" y="0"/>
              </a:moveTo>
              <a:lnTo>
                <a:pt x="0" y="3889975"/>
              </a:lnTo>
              <a:lnTo>
                <a:pt x="298658" y="388997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F7E8BF-87F8-43AE-AEBE-34A5C45EE786}">
      <dsp:nvSpPr>
        <dsp:cNvPr id="0" name=""/>
        <dsp:cNvSpPr/>
      </dsp:nvSpPr>
      <dsp:spPr>
        <a:xfrm>
          <a:off x="3143597" y="4318520"/>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Otras demencias vasculares </a:t>
          </a:r>
          <a:endParaRPr lang="es-ES" sz="1200" kern="1200" dirty="0"/>
        </a:p>
      </dsp:txBody>
      <dsp:txXfrm>
        <a:off x="3168308" y="4343231"/>
        <a:ext cx="2020792" cy="794280"/>
      </dsp:txXfrm>
    </dsp:sp>
    <dsp:sp modelId="{15112E05-625E-4FF9-B788-E026D9DD9D88}">
      <dsp:nvSpPr>
        <dsp:cNvPr id="0" name=""/>
        <dsp:cNvSpPr/>
      </dsp:nvSpPr>
      <dsp:spPr>
        <a:xfrm>
          <a:off x="2844938" y="850396"/>
          <a:ext cx="298658" cy="4752340"/>
        </a:xfrm>
        <a:custGeom>
          <a:avLst/>
          <a:gdLst/>
          <a:ahLst/>
          <a:cxnLst/>
          <a:rect l="0" t="0" r="0" b="0"/>
          <a:pathLst>
            <a:path>
              <a:moveTo>
                <a:pt x="0" y="0"/>
              </a:moveTo>
              <a:lnTo>
                <a:pt x="0" y="4752340"/>
              </a:lnTo>
              <a:lnTo>
                <a:pt x="298658" y="47523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122C1B-733D-4888-ABB4-399473E093A0}">
      <dsp:nvSpPr>
        <dsp:cNvPr id="0" name=""/>
        <dsp:cNvSpPr/>
      </dsp:nvSpPr>
      <dsp:spPr>
        <a:xfrm>
          <a:off x="3143597" y="5180885"/>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Inespecífica </a:t>
          </a:r>
          <a:endParaRPr lang="es-ES" sz="1200" kern="1200" dirty="0"/>
        </a:p>
      </dsp:txBody>
      <dsp:txXfrm>
        <a:off x="3168308" y="5205596"/>
        <a:ext cx="2020792" cy="794280"/>
      </dsp:txXfrm>
    </dsp:sp>
    <dsp:sp modelId="{DE881F05-97A0-4CD3-848F-1F5232C46FFE}">
      <dsp:nvSpPr>
        <dsp:cNvPr id="0" name=""/>
        <dsp:cNvSpPr/>
      </dsp:nvSpPr>
      <dsp:spPr>
        <a:xfrm>
          <a:off x="5251139" y="6693"/>
          <a:ext cx="2587769" cy="84370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b="1" kern="1200" dirty="0" smtClean="0"/>
            <a:t>Demencias propias de otras enfermedades </a:t>
          </a:r>
          <a:endParaRPr lang="es-ES" sz="1200" kern="1200" dirty="0"/>
        </a:p>
      </dsp:txBody>
      <dsp:txXfrm>
        <a:off x="5275850" y="31404"/>
        <a:ext cx="2538347" cy="794280"/>
      </dsp:txXfrm>
    </dsp:sp>
    <dsp:sp modelId="{DCF19C6E-3A27-4795-9438-A3DF51A7C201}">
      <dsp:nvSpPr>
        <dsp:cNvPr id="0" name=""/>
        <dsp:cNvSpPr/>
      </dsp:nvSpPr>
      <dsp:spPr>
        <a:xfrm>
          <a:off x="5509916" y="850396"/>
          <a:ext cx="258776" cy="440514"/>
        </a:xfrm>
        <a:custGeom>
          <a:avLst/>
          <a:gdLst/>
          <a:ahLst/>
          <a:cxnLst/>
          <a:rect l="0" t="0" r="0" b="0"/>
          <a:pathLst>
            <a:path>
              <a:moveTo>
                <a:pt x="0" y="0"/>
              </a:moveTo>
              <a:lnTo>
                <a:pt x="0" y="440514"/>
              </a:lnTo>
              <a:lnTo>
                <a:pt x="258776" y="44051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0809F5-21E0-4A79-93EC-A48548C8489B}">
      <dsp:nvSpPr>
        <dsp:cNvPr id="0" name=""/>
        <dsp:cNvSpPr/>
      </dsp:nvSpPr>
      <dsp:spPr>
        <a:xfrm>
          <a:off x="5768693" y="869059"/>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Enfermedad de Pick </a:t>
          </a:r>
          <a:endParaRPr lang="es-ES" sz="1200" kern="1200" dirty="0"/>
        </a:p>
      </dsp:txBody>
      <dsp:txXfrm>
        <a:off x="5793404" y="893770"/>
        <a:ext cx="2020792" cy="794280"/>
      </dsp:txXfrm>
    </dsp:sp>
    <dsp:sp modelId="{F60B40BB-7B5D-4BA6-812E-B89B52AE25A3}">
      <dsp:nvSpPr>
        <dsp:cNvPr id="0" name=""/>
        <dsp:cNvSpPr/>
      </dsp:nvSpPr>
      <dsp:spPr>
        <a:xfrm>
          <a:off x="5509916" y="850396"/>
          <a:ext cx="258776" cy="1302879"/>
        </a:xfrm>
        <a:custGeom>
          <a:avLst/>
          <a:gdLst/>
          <a:ahLst/>
          <a:cxnLst/>
          <a:rect l="0" t="0" r="0" b="0"/>
          <a:pathLst>
            <a:path>
              <a:moveTo>
                <a:pt x="0" y="0"/>
              </a:moveTo>
              <a:lnTo>
                <a:pt x="0" y="1302879"/>
              </a:lnTo>
              <a:lnTo>
                <a:pt x="258776" y="130287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56EB0A-113A-42CA-9C4D-1F42D4B9400D}">
      <dsp:nvSpPr>
        <dsp:cNvPr id="0" name=""/>
        <dsp:cNvSpPr/>
      </dsp:nvSpPr>
      <dsp:spPr>
        <a:xfrm>
          <a:off x="5768693" y="1731424"/>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Enfermedad de </a:t>
          </a:r>
          <a:r>
            <a:rPr lang="es-ES" sz="1200" kern="1200" dirty="0" err="1" smtClean="0"/>
            <a:t>Creutzfeldt</a:t>
          </a:r>
          <a:r>
            <a:rPr lang="es-ES" sz="1200" kern="1200" dirty="0" smtClean="0"/>
            <a:t>-Jakob </a:t>
          </a:r>
          <a:endParaRPr lang="es-ES" sz="1200" kern="1200" dirty="0"/>
        </a:p>
      </dsp:txBody>
      <dsp:txXfrm>
        <a:off x="5793404" y="1756135"/>
        <a:ext cx="2020792" cy="794280"/>
      </dsp:txXfrm>
    </dsp:sp>
    <dsp:sp modelId="{36EF30C1-A2F1-496D-B4D8-8AD31B257549}">
      <dsp:nvSpPr>
        <dsp:cNvPr id="0" name=""/>
        <dsp:cNvSpPr/>
      </dsp:nvSpPr>
      <dsp:spPr>
        <a:xfrm>
          <a:off x="5509916" y="850396"/>
          <a:ext cx="258776" cy="2165244"/>
        </a:xfrm>
        <a:custGeom>
          <a:avLst/>
          <a:gdLst/>
          <a:ahLst/>
          <a:cxnLst/>
          <a:rect l="0" t="0" r="0" b="0"/>
          <a:pathLst>
            <a:path>
              <a:moveTo>
                <a:pt x="0" y="0"/>
              </a:moveTo>
              <a:lnTo>
                <a:pt x="0" y="2165244"/>
              </a:lnTo>
              <a:lnTo>
                <a:pt x="258776" y="21652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75E30D-6163-46DD-BA52-815B888131AD}">
      <dsp:nvSpPr>
        <dsp:cNvPr id="0" name=""/>
        <dsp:cNvSpPr/>
      </dsp:nvSpPr>
      <dsp:spPr>
        <a:xfrm>
          <a:off x="5768693" y="2593789"/>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Enfermedad de Huntington </a:t>
          </a:r>
          <a:endParaRPr lang="es-ES" sz="1200" kern="1200" dirty="0"/>
        </a:p>
      </dsp:txBody>
      <dsp:txXfrm>
        <a:off x="5793404" y="2618500"/>
        <a:ext cx="2020792" cy="794280"/>
      </dsp:txXfrm>
    </dsp:sp>
    <dsp:sp modelId="{7AD0B859-81F8-498B-85B5-DC5729D95028}">
      <dsp:nvSpPr>
        <dsp:cNvPr id="0" name=""/>
        <dsp:cNvSpPr/>
      </dsp:nvSpPr>
      <dsp:spPr>
        <a:xfrm>
          <a:off x="5509916" y="850396"/>
          <a:ext cx="258776" cy="3027609"/>
        </a:xfrm>
        <a:custGeom>
          <a:avLst/>
          <a:gdLst/>
          <a:ahLst/>
          <a:cxnLst/>
          <a:rect l="0" t="0" r="0" b="0"/>
          <a:pathLst>
            <a:path>
              <a:moveTo>
                <a:pt x="0" y="0"/>
              </a:moveTo>
              <a:lnTo>
                <a:pt x="0" y="3027609"/>
              </a:lnTo>
              <a:lnTo>
                <a:pt x="258776" y="302760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EE6901-E483-41DC-8F29-D36BF64D22A8}">
      <dsp:nvSpPr>
        <dsp:cNvPr id="0" name=""/>
        <dsp:cNvSpPr/>
      </dsp:nvSpPr>
      <dsp:spPr>
        <a:xfrm>
          <a:off x="5768693" y="3456155"/>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Enfermedad de Parkinson </a:t>
          </a:r>
          <a:endParaRPr lang="es-ES" sz="1200" kern="1200" dirty="0"/>
        </a:p>
      </dsp:txBody>
      <dsp:txXfrm>
        <a:off x="5793404" y="3480866"/>
        <a:ext cx="2020792" cy="794280"/>
      </dsp:txXfrm>
    </dsp:sp>
    <dsp:sp modelId="{449B39EE-360C-42A7-98DA-B250E7863995}">
      <dsp:nvSpPr>
        <dsp:cNvPr id="0" name=""/>
        <dsp:cNvSpPr/>
      </dsp:nvSpPr>
      <dsp:spPr>
        <a:xfrm>
          <a:off x="5509916" y="850396"/>
          <a:ext cx="258776" cy="3889975"/>
        </a:xfrm>
        <a:custGeom>
          <a:avLst/>
          <a:gdLst/>
          <a:ahLst/>
          <a:cxnLst/>
          <a:rect l="0" t="0" r="0" b="0"/>
          <a:pathLst>
            <a:path>
              <a:moveTo>
                <a:pt x="0" y="0"/>
              </a:moveTo>
              <a:lnTo>
                <a:pt x="0" y="3889975"/>
              </a:lnTo>
              <a:lnTo>
                <a:pt x="258776" y="388997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E818A2-9034-4395-8DF4-9F694EA693B9}">
      <dsp:nvSpPr>
        <dsp:cNvPr id="0" name=""/>
        <dsp:cNvSpPr/>
      </dsp:nvSpPr>
      <dsp:spPr>
        <a:xfrm>
          <a:off x="5768693" y="4318520"/>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Asociada a infección por virus de inmunodeficiencia humana (VIH) </a:t>
          </a:r>
          <a:endParaRPr lang="es-ES" sz="1200" kern="1200" dirty="0"/>
        </a:p>
      </dsp:txBody>
      <dsp:txXfrm>
        <a:off x="5793404" y="4343231"/>
        <a:ext cx="2020792" cy="794280"/>
      </dsp:txXfrm>
    </dsp:sp>
    <dsp:sp modelId="{499A35E7-F909-4988-8CDE-BB683FBCAF7E}">
      <dsp:nvSpPr>
        <dsp:cNvPr id="0" name=""/>
        <dsp:cNvSpPr/>
      </dsp:nvSpPr>
      <dsp:spPr>
        <a:xfrm>
          <a:off x="5509916" y="850396"/>
          <a:ext cx="258776" cy="4752340"/>
        </a:xfrm>
        <a:custGeom>
          <a:avLst/>
          <a:gdLst/>
          <a:ahLst/>
          <a:cxnLst/>
          <a:rect l="0" t="0" r="0" b="0"/>
          <a:pathLst>
            <a:path>
              <a:moveTo>
                <a:pt x="0" y="0"/>
              </a:moveTo>
              <a:lnTo>
                <a:pt x="0" y="4752340"/>
              </a:lnTo>
              <a:lnTo>
                <a:pt x="258776" y="47523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57F251-790F-4B35-82A1-305D893CE9FE}">
      <dsp:nvSpPr>
        <dsp:cNvPr id="0" name=""/>
        <dsp:cNvSpPr/>
      </dsp:nvSpPr>
      <dsp:spPr>
        <a:xfrm>
          <a:off x="5768693" y="5180885"/>
          <a:ext cx="2070214" cy="84370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kern="1200" dirty="0" smtClean="0"/>
            <a:t> Asociada a otras enfermedades </a:t>
          </a:r>
          <a:endParaRPr lang="es-ES" sz="1200" kern="1200" dirty="0"/>
        </a:p>
      </dsp:txBody>
      <dsp:txXfrm>
        <a:off x="5793404" y="5205596"/>
        <a:ext cx="2020792" cy="794280"/>
      </dsp:txXfrm>
    </dsp:sp>
    <dsp:sp modelId="{E162EAB8-E0CD-4581-A2AA-E67CC89C2A6A}">
      <dsp:nvSpPr>
        <dsp:cNvPr id="0" name=""/>
        <dsp:cNvSpPr/>
      </dsp:nvSpPr>
      <dsp:spPr>
        <a:xfrm>
          <a:off x="7876235" y="6693"/>
          <a:ext cx="2587769" cy="84370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s-ES" sz="1200" b="1" kern="1200" dirty="0" smtClean="0"/>
            <a:t>Demencia no especificada</a:t>
          </a:r>
          <a:endParaRPr lang="es-ES" sz="1200" kern="1200" dirty="0"/>
        </a:p>
      </dsp:txBody>
      <dsp:txXfrm>
        <a:off x="7900946" y="31404"/>
        <a:ext cx="2538347" cy="7942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5A251-63DC-4750-9789-F5E49C00179C}">
      <dsp:nvSpPr>
        <dsp:cNvPr id="0" name=""/>
        <dsp:cNvSpPr/>
      </dsp:nvSpPr>
      <dsp:spPr>
        <a:xfrm rot="5400000">
          <a:off x="764903" y="914285"/>
          <a:ext cx="1577637" cy="2625153"/>
        </a:xfrm>
        <a:prstGeom prst="corner">
          <a:avLst>
            <a:gd name="adj1" fmla="val 16120"/>
            <a:gd name="adj2" fmla="val 1611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2E8820-E76D-4308-B24E-D0212346E19E}">
      <dsp:nvSpPr>
        <dsp:cNvPr id="0" name=""/>
        <dsp:cNvSpPr/>
      </dsp:nvSpPr>
      <dsp:spPr>
        <a:xfrm>
          <a:off x="501556" y="1698641"/>
          <a:ext cx="2370003" cy="2077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s-ES" sz="1400" b="1" kern="1200" dirty="0" smtClean="0"/>
            <a:t>Leve</a:t>
          </a:r>
          <a:r>
            <a:rPr lang="es-ES" sz="1400" kern="1200" dirty="0" smtClean="0"/>
            <a:t>: cuando afecta actividades de la vida diaria sin causar problemas para la independencia del paciente. </a:t>
          </a:r>
          <a:endParaRPr lang="es-ES" sz="1400" kern="1200" dirty="0"/>
        </a:p>
      </dsp:txBody>
      <dsp:txXfrm>
        <a:off x="501556" y="1698641"/>
        <a:ext cx="2370003" cy="2077447"/>
      </dsp:txXfrm>
    </dsp:sp>
    <dsp:sp modelId="{F2B17F1A-D636-4487-A3EA-159A58E3F2C8}">
      <dsp:nvSpPr>
        <dsp:cNvPr id="0" name=""/>
        <dsp:cNvSpPr/>
      </dsp:nvSpPr>
      <dsp:spPr>
        <a:xfrm>
          <a:off x="2424389" y="721019"/>
          <a:ext cx="447170" cy="447170"/>
        </a:xfrm>
        <a:prstGeom prst="triangle">
          <a:avLst>
            <a:gd name="adj" fmla="val 10000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79C2C7-DAF4-4511-B55B-3990122BD87D}">
      <dsp:nvSpPr>
        <dsp:cNvPr id="0" name=""/>
        <dsp:cNvSpPr/>
      </dsp:nvSpPr>
      <dsp:spPr>
        <a:xfrm rot="5400000">
          <a:off x="3666250" y="196344"/>
          <a:ext cx="1577637" cy="2625153"/>
        </a:xfrm>
        <a:prstGeom prst="corner">
          <a:avLst>
            <a:gd name="adj1" fmla="val 16120"/>
            <a:gd name="adj2" fmla="val 1611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F774E9-DF66-4F40-9182-E3321A57869D}">
      <dsp:nvSpPr>
        <dsp:cNvPr id="0" name=""/>
        <dsp:cNvSpPr/>
      </dsp:nvSpPr>
      <dsp:spPr>
        <a:xfrm>
          <a:off x="3402903" y="980700"/>
          <a:ext cx="2370003" cy="2077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s-ES" sz="1400" kern="1200" smtClean="0"/>
            <a:t>• </a:t>
          </a:r>
          <a:r>
            <a:rPr lang="es-ES" sz="1400" b="1" kern="1200" smtClean="0"/>
            <a:t>Moderado</a:t>
          </a:r>
          <a:r>
            <a:rPr lang="es-ES" sz="1400" kern="1200" smtClean="0"/>
            <a:t>: cuando condiciona incapacidad para vivir de manera independiente. El individuo no recuerda información básica acerca de su vivienda, actividades recientes o el nombre de ciertas personas familiares a él. </a:t>
          </a:r>
          <a:endParaRPr lang="es-ES" sz="1400" kern="1200"/>
        </a:p>
      </dsp:txBody>
      <dsp:txXfrm>
        <a:off x="3402903" y="980700"/>
        <a:ext cx="2370003" cy="2077447"/>
      </dsp:txXfrm>
    </dsp:sp>
    <dsp:sp modelId="{071BB9EC-7EAC-43AD-B414-3A714A84891F}">
      <dsp:nvSpPr>
        <dsp:cNvPr id="0" name=""/>
        <dsp:cNvSpPr/>
      </dsp:nvSpPr>
      <dsp:spPr>
        <a:xfrm>
          <a:off x="5325736" y="3077"/>
          <a:ext cx="447170" cy="447170"/>
        </a:xfrm>
        <a:prstGeom prst="triangle">
          <a:avLst>
            <a:gd name="adj" fmla="val 10000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D11726-3A27-4ADD-860C-C693A66E4F61}">
      <dsp:nvSpPr>
        <dsp:cNvPr id="0" name=""/>
        <dsp:cNvSpPr/>
      </dsp:nvSpPr>
      <dsp:spPr>
        <a:xfrm rot="5400000">
          <a:off x="6567598" y="-521596"/>
          <a:ext cx="1577637" cy="2625153"/>
        </a:xfrm>
        <a:prstGeom prst="corner">
          <a:avLst>
            <a:gd name="adj1" fmla="val 16120"/>
            <a:gd name="adj2" fmla="val 1611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E55225-F0E6-4876-8F80-3E9F3D489F44}">
      <dsp:nvSpPr>
        <dsp:cNvPr id="0" name=""/>
        <dsp:cNvSpPr/>
      </dsp:nvSpPr>
      <dsp:spPr>
        <a:xfrm>
          <a:off x="6304251" y="262758"/>
          <a:ext cx="2370003" cy="2077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s-ES" sz="1400" kern="1200" smtClean="0"/>
            <a:t>• </a:t>
          </a:r>
          <a:r>
            <a:rPr lang="es-ES" sz="1400" b="1" kern="1200" smtClean="0"/>
            <a:t>Severo</a:t>
          </a:r>
          <a:r>
            <a:rPr lang="es-ES" sz="1400" kern="1200" smtClean="0"/>
            <a:t>: Se caracteriza por la absoluta incapacidad de retener nueva información y solo se recuerdan fragmentos de experiencias o conocimientos pasados. El paciente no reconoce a sus familiares. </a:t>
          </a:r>
          <a:endParaRPr lang="es-ES" sz="1400" kern="1200"/>
        </a:p>
      </dsp:txBody>
      <dsp:txXfrm>
        <a:off x="6304251" y="262758"/>
        <a:ext cx="2370003" cy="207744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09F9D-FCE0-4205-9A9D-D366C3C2F3AF}">
      <dsp:nvSpPr>
        <dsp:cNvPr id="0" name=""/>
        <dsp:cNvSpPr/>
      </dsp:nvSpPr>
      <dsp:spPr>
        <a:xfrm>
          <a:off x="2256802" y="13673"/>
          <a:ext cx="2499882" cy="2499882"/>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r>
            <a:rPr lang="es-ES" sz="1700" kern="1200" dirty="0" smtClean="0"/>
            <a:t>Detección del síndrome demencial</a:t>
          </a:r>
          <a:endParaRPr lang="es-ES" sz="1700" kern="1200" dirty="0"/>
        </a:p>
      </dsp:txBody>
      <dsp:txXfrm>
        <a:off x="2605885" y="308463"/>
        <a:ext cx="1441373" cy="1910302"/>
      </dsp:txXfrm>
    </dsp:sp>
    <dsp:sp modelId="{7AE7DC11-03A1-4CDF-BA26-DA754E708117}">
      <dsp:nvSpPr>
        <dsp:cNvPr id="0" name=""/>
        <dsp:cNvSpPr/>
      </dsp:nvSpPr>
      <dsp:spPr>
        <a:xfrm>
          <a:off x="4108617" y="6836"/>
          <a:ext cx="2499882" cy="2499882"/>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r>
            <a:rPr lang="es-ES" sz="1700" kern="1200" dirty="0" smtClean="0"/>
            <a:t> Identificación del tipo de demencia</a:t>
          </a:r>
          <a:endParaRPr lang="es-ES" sz="1700" kern="1200" dirty="0"/>
        </a:p>
      </dsp:txBody>
      <dsp:txXfrm>
        <a:off x="4818043" y="301626"/>
        <a:ext cx="1441373" cy="191030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C6EFE-E09A-453D-AEE7-327048B77986}">
      <dsp:nvSpPr>
        <dsp:cNvPr id="0" name=""/>
        <dsp:cNvSpPr/>
      </dsp:nvSpPr>
      <dsp:spPr>
        <a:xfrm>
          <a:off x="-5786142" y="-885777"/>
          <a:ext cx="6890029" cy="6890029"/>
        </a:xfrm>
        <a:prstGeom prst="blockArc">
          <a:avLst>
            <a:gd name="adj1" fmla="val 18900000"/>
            <a:gd name="adj2" fmla="val 2700000"/>
            <a:gd name="adj3" fmla="val 313"/>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DF83EF-C65F-4E57-A96A-B9673CFBF96A}">
      <dsp:nvSpPr>
        <dsp:cNvPr id="0" name=""/>
        <dsp:cNvSpPr/>
      </dsp:nvSpPr>
      <dsp:spPr>
        <a:xfrm>
          <a:off x="710444" y="511847"/>
          <a:ext cx="8134320" cy="1023694"/>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558" tIns="35560" rIns="35560" bIns="35560" numCol="1" spcCol="1270" anchor="ctr" anchorCtr="0">
          <a:noAutofit/>
        </a:bodyPr>
        <a:lstStyle/>
        <a:p>
          <a:pPr lvl="0" algn="l" defTabSz="622300">
            <a:lnSpc>
              <a:spcPct val="90000"/>
            </a:lnSpc>
            <a:spcBef>
              <a:spcPct val="0"/>
            </a:spcBef>
            <a:spcAft>
              <a:spcPct val="35000"/>
            </a:spcAft>
          </a:pPr>
          <a:r>
            <a:rPr lang="es-ES" sz="1400" b="1" kern="1200" dirty="0" smtClean="0"/>
            <a:t>DEMENCIA TIPO ALZHEIMER</a:t>
          </a:r>
          <a:endParaRPr lang="es-ES" sz="1400" kern="1200" dirty="0"/>
        </a:p>
      </dsp:txBody>
      <dsp:txXfrm>
        <a:off x="710444" y="511847"/>
        <a:ext cx="8134320" cy="1023694"/>
      </dsp:txXfrm>
    </dsp:sp>
    <dsp:sp modelId="{96759D1D-C81B-42FB-B407-2BC8ED6DD7EB}">
      <dsp:nvSpPr>
        <dsp:cNvPr id="0" name=""/>
        <dsp:cNvSpPr/>
      </dsp:nvSpPr>
      <dsp:spPr>
        <a:xfrm>
          <a:off x="70634" y="383885"/>
          <a:ext cx="1279618" cy="1279618"/>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C0C5D1-BA40-4089-BA6A-3AC3EB155F26}">
      <dsp:nvSpPr>
        <dsp:cNvPr id="0" name=""/>
        <dsp:cNvSpPr/>
      </dsp:nvSpPr>
      <dsp:spPr>
        <a:xfrm>
          <a:off x="1082557" y="2047389"/>
          <a:ext cx="7762207" cy="1023694"/>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558" tIns="35560" rIns="35560" bIns="35560" numCol="1" spcCol="1270" anchor="ctr" anchorCtr="0">
          <a:noAutofit/>
        </a:bodyPr>
        <a:lstStyle/>
        <a:p>
          <a:pPr lvl="0" algn="l" defTabSz="622300">
            <a:lnSpc>
              <a:spcPct val="90000"/>
            </a:lnSpc>
            <a:spcBef>
              <a:spcPct val="0"/>
            </a:spcBef>
            <a:spcAft>
              <a:spcPct val="35000"/>
            </a:spcAft>
          </a:pPr>
          <a:r>
            <a:rPr lang="es-ES" sz="1400" kern="1200" dirty="0" smtClean="0"/>
            <a:t>La enfermedad de Alzheimer, es una enfermedad neurodegenerativa causante de deterioro cognitivo y funcional que culmina en demencia asociada a otras alteraciones motoras, fue descrita inicialmente por el alemán </a:t>
          </a:r>
          <a:r>
            <a:rPr lang="es-ES" sz="1400" kern="1200" dirty="0" err="1" smtClean="0"/>
            <a:t>Alois</a:t>
          </a:r>
          <a:r>
            <a:rPr lang="es-ES" sz="1400" kern="1200" dirty="0" smtClean="0"/>
            <a:t> Alzheimer</a:t>
          </a:r>
          <a:endParaRPr lang="es-ES" sz="1400" kern="1200" dirty="0"/>
        </a:p>
      </dsp:txBody>
      <dsp:txXfrm>
        <a:off x="1082557" y="2047389"/>
        <a:ext cx="7762207" cy="1023694"/>
      </dsp:txXfrm>
    </dsp:sp>
    <dsp:sp modelId="{1BE9F740-C077-4939-96C6-CA3044CE7BCA}">
      <dsp:nvSpPr>
        <dsp:cNvPr id="0" name=""/>
        <dsp:cNvSpPr/>
      </dsp:nvSpPr>
      <dsp:spPr>
        <a:xfrm>
          <a:off x="442748" y="1919427"/>
          <a:ext cx="1279618" cy="1279618"/>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9DA567-FEE3-4B6B-B1F9-9C3244B595AD}">
      <dsp:nvSpPr>
        <dsp:cNvPr id="0" name=""/>
        <dsp:cNvSpPr/>
      </dsp:nvSpPr>
      <dsp:spPr>
        <a:xfrm>
          <a:off x="710444" y="3582931"/>
          <a:ext cx="8134320" cy="1023694"/>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558" tIns="35560" rIns="35560" bIns="35560" numCol="1" spcCol="1270" anchor="ctr" anchorCtr="0">
          <a:noAutofit/>
        </a:bodyPr>
        <a:lstStyle/>
        <a:p>
          <a:pPr lvl="0" algn="l" defTabSz="622300">
            <a:lnSpc>
              <a:spcPct val="90000"/>
            </a:lnSpc>
            <a:spcBef>
              <a:spcPct val="0"/>
            </a:spcBef>
            <a:spcAft>
              <a:spcPct val="35000"/>
            </a:spcAft>
          </a:pPr>
          <a:r>
            <a:rPr lang="es-ES" sz="1400" kern="1200" dirty="0" smtClean="0"/>
            <a:t>Son las medidas generales recomendadas para mejorar la calidad de vida y la sintomatología del paciente previos o en conjunto con la terapia farmacológica, se han descrito entre estas, el adiestramiento de los cuidadores para el aprendizaje de técnicas con cambio de conductas para evitar la depresión, musicoterapia</a:t>
          </a:r>
          <a:endParaRPr lang="es-ES" sz="1400" kern="1200" dirty="0"/>
        </a:p>
      </dsp:txBody>
      <dsp:txXfrm>
        <a:off x="710444" y="3582931"/>
        <a:ext cx="8134320" cy="1023694"/>
      </dsp:txXfrm>
    </dsp:sp>
    <dsp:sp modelId="{FE1D02A0-FAAF-4A2A-8EF2-6C13BDE9D6A1}">
      <dsp:nvSpPr>
        <dsp:cNvPr id="0" name=""/>
        <dsp:cNvSpPr/>
      </dsp:nvSpPr>
      <dsp:spPr>
        <a:xfrm>
          <a:off x="70634" y="3454969"/>
          <a:ext cx="1279618" cy="1279618"/>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BC358-44FB-4AF8-A47B-B6ED14F22CE8}">
      <dsp:nvSpPr>
        <dsp:cNvPr id="0" name=""/>
        <dsp:cNvSpPr/>
      </dsp:nvSpPr>
      <dsp:spPr>
        <a:xfrm rot="16200000">
          <a:off x="-1834730" y="1834730"/>
          <a:ext cx="6069106" cy="2399646"/>
        </a:xfrm>
        <a:prstGeom prst="flowChartManualOperation">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5094" bIns="0" numCol="1" spcCol="1270" anchor="ctr" anchorCtr="0">
          <a:noAutofit/>
        </a:bodyPr>
        <a:lstStyle/>
        <a:p>
          <a:pPr lvl="0" algn="ctr" defTabSz="800100">
            <a:lnSpc>
              <a:spcPct val="90000"/>
            </a:lnSpc>
            <a:spcBef>
              <a:spcPct val="0"/>
            </a:spcBef>
            <a:spcAft>
              <a:spcPct val="35000"/>
            </a:spcAft>
          </a:pPr>
          <a:r>
            <a:rPr lang="es-ES" sz="1800" b="1" kern="1200" dirty="0" smtClean="0"/>
            <a:t>DEMENCIA VASCULAR </a:t>
          </a:r>
          <a:endParaRPr lang="es-ES" sz="1800" kern="1200" dirty="0" smtClean="0"/>
        </a:p>
        <a:p>
          <a:pPr lvl="0" algn="ctr" defTabSz="800100">
            <a:lnSpc>
              <a:spcPct val="90000"/>
            </a:lnSpc>
            <a:spcBef>
              <a:spcPct val="0"/>
            </a:spcBef>
            <a:spcAft>
              <a:spcPct val="35000"/>
            </a:spcAft>
          </a:pPr>
          <a:r>
            <a:rPr lang="es-ES" sz="1800" kern="1200" dirty="0" smtClean="0"/>
            <a:t>Se ha acuñado el término de daño cognitivo vascular para describir a la pérdida de funciones cognitivas asociada a otras manifestaciones neurológicas y que tienen como base el daño vascular </a:t>
          </a:r>
          <a:endParaRPr lang="es-ES" sz="1800" kern="1200" dirty="0"/>
        </a:p>
      </dsp:txBody>
      <dsp:txXfrm rot="5400000">
        <a:off x="0" y="1213821"/>
        <a:ext cx="2399646" cy="364146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E2D44-57CF-4850-BC40-10E473D18EF7}">
      <dsp:nvSpPr>
        <dsp:cNvPr id="0" name=""/>
        <dsp:cNvSpPr/>
      </dsp:nvSpPr>
      <dsp:spPr>
        <a:xfrm>
          <a:off x="0" y="216"/>
          <a:ext cx="8915400" cy="0"/>
        </a:xfrm>
        <a:prstGeom prst="line">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D49854-4535-4FAF-838B-7F9D79D9719E}">
      <dsp:nvSpPr>
        <dsp:cNvPr id="0" name=""/>
        <dsp:cNvSpPr/>
      </dsp:nvSpPr>
      <dsp:spPr>
        <a:xfrm>
          <a:off x="0" y="216"/>
          <a:ext cx="8915400" cy="571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s-ES" sz="1800" b="1" kern="1200" dirty="0" smtClean="0"/>
            <a:t>Demencia </a:t>
          </a:r>
          <a:r>
            <a:rPr lang="es-ES" sz="1800" b="1" kern="1200" dirty="0" err="1" smtClean="0"/>
            <a:t>fronto</a:t>
          </a:r>
          <a:r>
            <a:rPr lang="es-ES" sz="1800" b="1" kern="1200" dirty="0" smtClean="0"/>
            <a:t>-temporal (Enfermedad de Pick)</a:t>
          </a:r>
          <a:endParaRPr lang="es-ES" sz="1800" kern="1200" dirty="0"/>
        </a:p>
      </dsp:txBody>
      <dsp:txXfrm>
        <a:off x="0" y="216"/>
        <a:ext cx="8915400" cy="571237"/>
      </dsp:txXfrm>
    </dsp:sp>
    <dsp:sp modelId="{BFB79CCA-AE43-4572-B5D8-FB956C2E4638}">
      <dsp:nvSpPr>
        <dsp:cNvPr id="0" name=""/>
        <dsp:cNvSpPr/>
      </dsp:nvSpPr>
      <dsp:spPr>
        <a:xfrm>
          <a:off x="0" y="571454"/>
          <a:ext cx="8915400" cy="0"/>
        </a:xfrm>
        <a:prstGeom prst="line">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8D876E-F756-497C-BA8E-41352965B084}">
      <dsp:nvSpPr>
        <dsp:cNvPr id="0" name=""/>
        <dsp:cNvSpPr/>
      </dsp:nvSpPr>
      <dsp:spPr>
        <a:xfrm>
          <a:off x="0" y="571454"/>
          <a:ext cx="8906693" cy="110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s-ES" sz="1800" kern="1200" dirty="0" smtClean="0"/>
            <a:t>Es una alteración degenerativa, que se caracteriza por la presencia de sustancias anómalas, que se conocen como cuerpos y células de Pick, en el interior de algunas neuronas que se localizan en los lóbulos frontal y temporal</a:t>
          </a:r>
          <a:endParaRPr lang="es-ES" sz="1800" kern="1200" dirty="0"/>
        </a:p>
      </dsp:txBody>
      <dsp:txXfrm>
        <a:off x="0" y="571454"/>
        <a:ext cx="8906693" cy="110921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306376-A6F1-4B77-88BC-AFB899006B2C}">
      <dsp:nvSpPr>
        <dsp:cNvPr id="0" name=""/>
        <dsp:cNvSpPr/>
      </dsp:nvSpPr>
      <dsp:spPr>
        <a:xfrm>
          <a:off x="188256" y="0"/>
          <a:ext cx="1903795" cy="5661211"/>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ES" sz="1500" b="1" kern="1200" dirty="0" smtClean="0"/>
            <a:t>La Demencia por Cuerpos de </a:t>
          </a:r>
          <a:r>
            <a:rPr lang="es-ES" sz="1500" b="1" kern="1200" dirty="0" err="1" smtClean="0"/>
            <a:t>Lewy</a:t>
          </a:r>
          <a:r>
            <a:rPr lang="es-ES" sz="1500" b="1" kern="1200" dirty="0" smtClean="0"/>
            <a:t> </a:t>
          </a:r>
          <a:r>
            <a:rPr lang="es-ES" sz="1500" kern="1200" dirty="0" smtClean="0"/>
            <a:t>es un conjunto de trastornos que implican deterioro cognitivo, fluctuaciones en el estado de alerta, trastornos </a:t>
          </a:r>
          <a:r>
            <a:rPr lang="es-ES" sz="1500" kern="1200" dirty="0" err="1" smtClean="0"/>
            <a:t>senso</a:t>
          </a:r>
          <a:r>
            <a:rPr lang="es-ES" sz="1500" kern="1200" dirty="0" smtClean="0"/>
            <a:t>-perceptivos tipo alucinaciones visuales, parkinsonismo, alteraciones del sueño y función autónoma. EL 15 al 25% de pacientes con demencia presentan cuerpos de </a:t>
          </a:r>
          <a:r>
            <a:rPr lang="es-ES" sz="1500" kern="1200" dirty="0" err="1" smtClean="0"/>
            <a:t>Lewy</a:t>
          </a:r>
          <a:r>
            <a:rPr lang="es-ES" sz="1500" kern="1200" dirty="0" smtClean="0"/>
            <a:t> en cerebelo y corteza.</a:t>
          </a:r>
          <a:endParaRPr lang="es-ES" sz="1500" kern="1200" dirty="0"/>
        </a:p>
      </dsp:txBody>
      <dsp:txXfrm>
        <a:off x="244016" y="55760"/>
        <a:ext cx="1792275" cy="5549691"/>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11/21/2014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4.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6.gif"/><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7.jpe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Layout" Target="../diagrams/layout7.xml"/><Relationship Id="rId7" Type="http://schemas.openxmlformats.org/officeDocument/2006/relationships/hyperlink" Target="http://www.prevencionhumana.com/content/article/tercera_edad_y_salud/full-3ra1.jpg" TargetMode="Externa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3.jpe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tecno-noticias.com.ar/wp-content/uploads/2009/06/demenc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994" y="269506"/>
            <a:ext cx="10787258" cy="621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ctrTitle"/>
          </p:nvPr>
        </p:nvSpPr>
        <p:spPr/>
        <p:txBody>
          <a:bodyPr/>
          <a:lstStyle/>
          <a:p>
            <a:r>
              <a:rPr lang="es-ES" dirty="0" smtClean="0">
                <a:solidFill>
                  <a:schemeClr val="bg1"/>
                </a:solidFill>
              </a:rPr>
              <a:t>DEPRESION Y DEMENCIA EN EL ADULTO MAYOR </a:t>
            </a:r>
            <a:endParaRPr lang="es-ES" dirty="0">
              <a:solidFill>
                <a:schemeClr val="bg1"/>
              </a:solidFill>
            </a:endParaRPr>
          </a:p>
        </p:txBody>
      </p:sp>
      <p:sp>
        <p:nvSpPr>
          <p:cNvPr id="3" name="Subtítulo 2"/>
          <p:cNvSpPr>
            <a:spLocks noGrp="1"/>
          </p:cNvSpPr>
          <p:nvPr>
            <p:ph type="subTitle" idx="1"/>
          </p:nvPr>
        </p:nvSpPr>
        <p:spPr/>
        <p:txBody>
          <a:bodyPr/>
          <a:lstStyle/>
          <a:p>
            <a:pPr algn="r"/>
            <a:r>
              <a:rPr lang="es-ES" dirty="0" smtClean="0"/>
              <a:t> </a:t>
            </a:r>
            <a:r>
              <a:rPr lang="es-ES" dirty="0" smtClean="0">
                <a:solidFill>
                  <a:schemeClr val="bg1"/>
                </a:solidFill>
              </a:rPr>
              <a:t>MARIUSKA ARISPE </a:t>
            </a:r>
          </a:p>
          <a:p>
            <a:pPr algn="r"/>
            <a:r>
              <a:rPr lang="es-ES" dirty="0" smtClean="0">
                <a:solidFill>
                  <a:schemeClr val="bg1"/>
                </a:solidFill>
              </a:rPr>
              <a:t>SANDRA PAHUASI</a:t>
            </a:r>
            <a:endParaRPr lang="es-ES" dirty="0">
              <a:solidFill>
                <a:schemeClr val="bg1"/>
              </a:solidFill>
            </a:endParaRPr>
          </a:p>
        </p:txBody>
      </p:sp>
    </p:spTree>
    <p:extLst>
      <p:ext uri="{BB962C8B-B14F-4D97-AF65-F5344CB8AC3E}">
        <p14:creationId xmlns:p14="http://schemas.microsoft.com/office/powerpoint/2010/main" val="194444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3504612512"/>
              </p:ext>
            </p:extLst>
          </p:nvPr>
        </p:nvGraphicFramePr>
        <p:xfrm>
          <a:off x="1828800" y="336176"/>
          <a:ext cx="9675813" cy="55756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1355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523205605"/>
              </p:ext>
            </p:extLst>
          </p:nvPr>
        </p:nvGraphicFramePr>
        <p:xfrm>
          <a:off x="1371600" y="174812"/>
          <a:ext cx="10367682" cy="64142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4099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78525" y="476193"/>
            <a:ext cx="8911687" cy="1280890"/>
          </a:xfrm>
        </p:spPr>
        <p:txBody>
          <a:bodyPr/>
          <a:lstStyle/>
          <a:p>
            <a:r>
              <a:rPr lang="es-ES" dirty="0" smtClean="0"/>
              <a:t>Síntomas </a:t>
            </a:r>
            <a:endParaRPr lang="es-ES"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530863775"/>
              </p:ext>
            </p:extLst>
          </p:nvPr>
        </p:nvGraphicFramePr>
        <p:xfrm>
          <a:off x="2592925" y="307975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quino03"/>
          <p:cNvPicPr>
            <a:picLocks noChangeAspect="1" noChangeArrowheads="1"/>
          </p:cNvPicPr>
          <p:nvPr/>
        </p:nvPicPr>
        <p:blipFill>
          <a:blip r:embed="rId7"/>
          <a:srcRect/>
          <a:stretch>
            <a:fillRect/>
          </a:stretch>
        </p:blipFill>
        <p:spPr bwMode="auto">
          <a:xfrm>
            <a:off x="4182035" y="154629"/>
            <a:ext cx="6898342" cy="2884406"/>
          </a:xfrm>
          <a:prstGeom prst="rect">
            <a:avLst/>
          </a:prstGeom>
          <a:noFill/>
          <a:ln w="9525">
            <a:noFill/>
            <a:miter lim="800000"/>
            <a:headEnd/>
            <a:tailEnd/>
          </a:ln>
        </p:spPr>
      </p:pic>
    </p:spTree>
    <p:extLst>
      <p:ext uri="{BB962C8B-B14F-4D97-AF65-F5344CB8AC3E}">
        <p14:creationId xmlns:p14="http://schemas.microsoft.com/office/powerpoint/2010/main" val="1153954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p:cNvSpPr/>
          <p:nvPr/>
        </p:nvSpPr>
        <p:spPr>
          <a:xfrm>
            <a:off x="4356847" y="470648"/>
            <a:ext cx="6723530" cy="60108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Hay que tener en cuenta la fase de la etapa vital en la que se encuentran ya que existen múltiples factores asociados al envejecimiento que pueden parecer síntomas depresivos: pérdida de habilidad cognitivas, motoras y laborales, disminución de la planificación futura, incremento de problemas somáticos, empeoramiento de la calidad de sueño, disminución de la ingesta alimentaria, disminución de las relaciones sociales, desajustes emocionales producto de un enfrentamiento generacional y ciertos sentimientos de minusvalía. Estos factores pueden constituir la base para el desarrollo de cuadros depresivos en ancianos si van acompañados de una percepción y vivencia de incapacidad, disminución de la autoeficacia y de incompetencia personal, cuyos valores sociales son muy altos, y pueden conducir a estereotipos sociales negativos en nuestra cultura, y así actuar de elementos </a:t>
            </a:r>
            <a:r>
              <a:rPr lang="es-ES" dirty="0" err="1"/>
              <a:t>depresógenos</a:t>
            </a:r>
            <a:endParaRPr lang="es-ES" dirty="0"/>
          </a:p>
          <a:p>
            <a:pPr algn="ctr"/>
            <a:endParaRPr lang="es-ES" dirty="0"/>
          </a:p>
        </p:txBody>
      </p:sp>
      <p:pic>
        <p:nvPicPr>
          <p:cNvPr id="5" name="Picture 5" descr="grandma"/>
          <p:cNvPicPr>
            <a:picLocks noChangeAspect="1" noChangeArrowheads="1"/>
          </p:cNvPicPr>
          <p:nvPr/>
        </p:nvPicPr>
        <p:blipFill>
          <a:blip r:embed="rId2"/>
          <a:srcRect/>
          <a:stretch>
            <a:fillRect/>
          </a:stretch>
        </p:blipFill>
        <p:spPr bwMode="auto">
          <a:xfrm>
            <a:off x="632012" y="712695"/>
            <a:ext cx="3553387" cy="5768788"/>
          </a:xfrm>
          <a:prstGeom prst="rect">
            <a:avLst/>
          </a:prstGeom>
          <a:noFill/>
          <a:ln w="9525">
            <a:noFill/>
            <a:miter lim="800000"/>
            <a:headEnd/>
            <a:tailEnd/>
          </a:ln>
        </p:spPr>
      </p:pic>
    </p:spTree>
    <p:extLst>
      <p:ext uri="{BB962C8B-B14F-4D97-AF65-F5344CB8AC3E}">
        <p14:creationId xmlns:p14="http://schemas.microsoft.com/office/powerpoint/2010/main" val="80022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3921286765"/>
              </p:ext>
            </p:extLst>
          </p:nvPr>
        </p:nvGraphicFramePr>
        <p:xfrm>
          <a:off x="6333565" y="874059"/>
          <a:ext cx="5171048" cy="5526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3 Imagen" descr="geriatria"/>
          <p:cNvPicPr/>
          <p:nvPr/>
        </p:nvPicPr>
        <p:blipFill>
          <a:blip r:embed="rId7"/>
          <a:srcRect/>
          <a:stretch>
            <a:fillRect/>
          </a:stretch>
        </p:blipFill>
        <p:spPr bwMode="auto">
          <a:xfrm>
            <a:off x="1295097" y="1568256"/>
            <a:ext cx="5509115" cy="4429132"/>
          </a:xfrm>
          <a:prstGeom prst="rect">
            <a:avLst/>
          </a:prstGeom>
          <a:noFill/>
          <a:ln w="9525">
            <a:noFill/>
            <a:miter lim="800000"/>
            <a:headEnd/>
            <a:tailEnd/>
          </a:ln>
        </p:spPr>
      </p:pic>
    </p:spTree>
    <p:extLst>
      <p:ext uri="{BB962C8B-B14F-4D97-AF65-F5344CB8AC3E}">
        <p14:creationId xmlns:p14="http://schemas.microsoft.com/office/powerpoint/2010/main" val="1291811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dirty="0"/>
          </a:p>
        </p:txBody>
      </p:sp>
      <p:pic>
        <p:nvPicPr>
          <p:cNvPr id="4" name="Picture 2" descr="Vejez_muerte"/>
          <p:cNvPicPr>
            <a:picLocks noChangeAspect="1" noChangeArrowheads="1"/>
          </p:cNvPicPr>
          <p:nvPr/>
        </p:nvPicPr>
        <p:blipFill>
          <a:blip r:embed="rId2"/>
          <a:srcRect/>
          <a:stretch>
            <a:fillRect/>
          </a:stretch>
        </p:blipFill>
        <p:spPr bwMode="auto">
          <a:xfrm>
            <a:off x="1896035" y="624109"/>
            <a:ext cx="9144000" cy="5642219"/>
          </a:xfrm>
          <a:prstGeom prst="rect">
            <a:avLst/>
          </a:prstGeom>
          <a:noFill/>
          <a:ln w="9525">
            <a:noFill/>
            <a:miter lim="800000"/>
            <a:headEnd/>
            <a:tailEnd/>
          </a:ln>
        </p:spPr>
      </p:pic>
    </p:spTree>
    <p:extLst>
      <p:ext uri="{BB962C8B-B14F-4D97-AF65-F5344CB8AC3E}">
        <p14:creationId xmlns:p14="http://schemas.microsoft.com/office/powerpoint/2010/main" val="36053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2500383525"/>
              </p:ext>
            </p:extLst>
          </p:nvPr>
        </p:nvGraphicFramePr>
        <p:xfrm>
          <a:off x="2313641" y="267222"/>
          <a:ext cx="8915400" cy="34530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Llamada de flecha hacia abajo 4"/>
          <p:cNvSpPr/>
          <p:nvPr/>
        </p:nvSpPr>
        <p:spPr>
          <a:xfrm>
            <a:off x="6538586" y="2718148"/>
            <a:ext cx="2242159" cy="1427966"/>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ALTERACIONES</a:t>
            </a:r>
            <a:endParaRPr lang="es-ES" dirty="0"/>
          </a:p>
        </p:txBody>
      </p:sp>
      <p:sp>
        <p:nvSpPr>
          <p:cNvPr id="6" name="CuadroTexto 5"/>
          <p:cNvSpPr txBox="1"/>
          <p:nvPr/>
        </p:nvSpPr>
        <p:spPr>
          <a:xfrm>
            <a:off x="5035463" y="4321480"/>
            <a:ext cx="1753643" cy="369332"/>
          </a:xfrm>
          <a:prstGeom prst="rect">
            <a:avLst/>
          </a:prstGeom>
          <a:noFill/>
        </p:spPr>
        <p:txBody>
          <a:bodyPr wrap="square" rtlCol="0">
            <a:spAutoFit/>
          </a:bodyPr>
          <a:lstStyle/>
          <a:p>
            <a:r>
              <a:rPr lang="es-ES" dirty="0" smtClean="0"/>
              <a:t>MOTORAS </a:t>
            </a:r>
            <a:endParaRPr lang="es-ES" dirty="0"/>
          </a:p>
        </p:txBody>
      </p:sp>
      <p:sp>
        <p:nvSpPr>
          <p:cNvPr id="7" name="CuadroTexto 6"/>
          <p:cNvSpPr txBox="1"/>
          <p:nvPr/>
        </p:nvSpPr>
        <p:spPr>
          <a:xfrm>
            <a:off x="5912284" y="4866178"/>
            <a:ext cx="1587294" cy="369332"/>
          </a:xfrm>
          <a:prstGeom prst="rect">
            <a:avLst/>
          </a:prstGeom>
          <a:noFill/>
        </p:spPr>
        <p:txBody>
          <a:bodyPr wrap="none" rtlCol="0">
            <a:spAutoFit/>
          </a:bodyPr>
          <a:lstStyle/>
          <a:p>
            <a:r>
              <a:rPr lang="es-ES" dirty="0" smtClean="0"/>
              <a:t>CONDUCTA </a:t>
            </a:r>
            <a:endParaRPr lang="es-ES" dirty="0"/>
          </a:p>
        </p:txBody>
      </p:sp>
      <p:sp>
        <p:nvSpPr>
          <p:cNvPr id="8" name="CuadroTexto 7"/>
          <p:cNvSpPr txBox="1"/>
          <p:nvPr/>
        </p:nvSpPr>
        <p:spPr>
          <a:xfrm>
            <a:off x="7265096" y="5410876"/>
            <a:ext cx="1398140" cy="369332"/>
          </a:xfrm>
          <a:prstGeom prst="rect">
            <a:avLst/>
          </a:prstGeom>
          <a:noFill/>
        </p:spPr>
        <p:txBody>
          <a:bodyPr wrap="none" rtlCol="0">
            <a:spAutoFit/>
          </a:bodyPr>
          <a:lstStyle/>
          <a:p>
            <a:r>
              <a:rPr lang="es-ES" dirty="0" smtClean="0"/>
              <a:t>ANSIEDAD </a:t>
            </a:r>
            <a:endParaRPr lang="es-ES" dirty="0"/>
          </a:p>
        </p:txBody>
      </p:sp>
      <p:sp>
        <p:nvSpPr>
          <p:cNvPr id="9" name="CuadroTexto 8"/>
          <p:cNvSpPr txBox="1"/>
          <p:nvPr/>
        </p:nvSpPr>
        <p:spPr>
          <a:xfrm>
            <a:off x="8993688" y="4866178"/>
            <a:ext cx="1483098" cy="369332"/>
          </a:xfrm>
          <a:prstGeom prst="rect">
            <a:avLst/>
          </a:prstGeom>
          <a:noFill/>
        </p:spPr>
        <p:txBody>
          <a:bodyPr wrap="none" rtlCol="0">
            <a:spAutoFit/>
          </a:bodyPr>
          <a:lstStyle/>
          <a:p>
            <a:r>
              <a:rPr lang="es-ES" dirty="0" smtClean="0"/>
              <a:t>DEPRESION </a:t>
            </a:r>
            <a:endParaRPr lang="es-ES" dirty="0"/>
          </a:p>
        </p:txBody>
      </p:sp>
      <p:sp>
        <p:nvSpPr>
          <p:cNvPr id="10" name="CuadroTexto 9"/>
          <p:cNvSpPr txBox="1"/>
          <p:nvPr/>
        </p:nvSpPr>
        <p:spPr>
          <a:xfrm>
            <a:off x="9645041" y="4321480"/>
            <a:ext cx="2113079" cy="369332"/>
          </a:xfrm>
          <a:prstGeom prst="rect">
            <a:avLst/>
          </a:prstGeom>
          <a:noFill/>
        </p:spPr>
        <p:txBody>
          <a:bodyPr wrap="none" rtlCol="0">
            <a:spAutoFit/>
          </a:bodyPr>
          <a:lstStyle/>
          <a:p>
            <a:r>
              <a:rPr lang="es-ES" dirty="0" smtClean="0"/>
              <a:t>ALUCINACIONES </a:t>
            </a:r>
            <a:endParaRPr lang="es-ES" dirty="0"/>
          </a:p>
        </p:txBody>
      </p:sp>
      <p:pic>
        <p:nvPicPr>
          <p:cNvPr id="11" name="Image1_img" descr="me_ve_15"/>
          <p:cNvPicPr>
            <a:picLocks noChangeAspect="1" noChangeArrowheads="1"/>
          </p:cNvPicPr>
          <p:nvPr/>
        </p:nvPicPr>
        <p:blipFill>
          <a:blip r:embed="rId7"/>
          <a:srcRect/>
          <a:stretch>
            <a:fillRect/>
          </a:stretch>
        </p:blipFill>
        <p:spPr bwMode="auto">
          <a:xfrm>
            <a:off x="1659847" y="3795883"/>
            <a:ext cx="4252437" cy="2879254"/>
          </a:xfrm>
          <a:prstGeom prst="rect">
            <a:avLst/>
          </a:prstGeom>
          <a:noFill/>
          <a:ln w="9525">
            <a:noFill/>
            <a:miter lim="800000"/>
            <a:headEnd/>
            <a:tailEnd/>
          </a:ln>
        </p:spPr>
      </p:pic>
    </p:spTree>
    <p:extLst>
      <p:ext uri="{BB962C8B-B14F-4D97-AF65-F5344CB8AC3E}">
        <p14:creationId xmlns:p14="http://schemas.microsoft.com/office/powerpoint/2010/main" val="891706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66207" y="98017"/>
            <a:ext cx="8911687" cy="916591"/>
          </a:xfrm>
        </p:spPr>
        <p:txBody>
          <a:bodyPr/>
          <a:lstStyle/>
          <a:p>
            <a:r>
              <a:rPr lang="es-ES" dirty="0" smtClean="0"/>
              <a:t>CLASIFICACION </a:t>
            </a:r>
            <a:endParaRPr lang="es-ES"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671994728"/>
              </p:ext>
            </p:extLst>
          </p:nvPr>
        </p:nvGraphicFramePr>
        <p:xfrm>
          <a:off x="801665" y="864297"/>
          <a:ext cx="10464953" cy="6031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http://3.bp.blogspot.com/_gaa9lqiARU8/SdMsJP5NjaI/AAAAAAAAABo/p_jjQrzl3oE/s320/Demencia_senil.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28500" y="2121595"/>
            <a:ext cx="2620289" cy="4617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957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SEGÚN EL GRADODE COMPROMISO </a:t>
            </a:r>
            <a:endParaRPr lang="es-ES"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602793505"/>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5" descr="Ver imagen en tamaño completo">
            <a:hlinkClick r:id="rId7"/>
          </p:cNvPr>
          <p:cNvPicPr>
            <a:picLocks noChangeAspect="1" noChangeArrowheads="1"/>
          </p:cNvPicPr>
          <p:nvPr/>
        </p:nvPicPr>
        <p:blipFill>
          <a:blip r:embed="rId8"/>
          <a:srcRect/>
          <a:stretch>
            <a:fillRect/>
          </a:stretch>
        </p:blipFill>
        <p:spPr bwMode="auto">
          <a:xfrm>
            <a:off x="1440493" y="1264555"/>
            <a:ext cx="3295556" cy="2255259"/>
          </a:xfrm>
          <a:prstGeom prst="rect">
            <a:avLst/>
          </a:prstGeom>
          <a:noFill/>
          <a:ln w="9525">
            <a:noFill/>
            <a:miter lim="800000"/>
            <a:headEnd/>
            <a:tailEnd/>
          </a:ln>
        </p:spPr>
      </p:pic>
      <p:pic>
        <p:nvPicPr>
          <p:cNvPr id="6" name="Picture 2" descr="Gerontologia preventiva"/>
          <p:cNvPicPr>
            <a:picLocks noChangeAspect="1" noChangeArrowheads="1"/>
          </p:cNvPicPr>
          <p:nvPr/>
        </p:nvPicPr>
        <p:blipFill>
          <a:blip r:embed="rId9"/>
          <a:srcRect/>
          <a:stretch>
            <a:fillRect/>
          </a:stretch>
        </p:blipFill>
        <p:spPr bwMode="auto">
          <a:xfrm>
            <a:off x="8956110" y="4446740"/>
            <a:ext cx="2379945" cy="2000252"/>
          </a:xfrm>
          <a:prstGeom prst="rect">
            <a:avLst/>
          </a:prstGeom>
          <a:noFill/>
          <a:ln w="9525">
            <a:noFill/>
            <a:miter lim="800000"/>
            <a:headEnd/>
            <a:tailEnd/>
          </a:ln>
        </p:spPr>
      </p:pic>
    </p:spTree>
    <p:extLst>
      <p:ext uri="{BB962C8B-B14F-4D97-AF65-F5344CB8AC3E}">
        <p14:creationId xmlns:p14="http://schemas.microsoft.com/office/powerpoint/2010/main" val="1774891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91259" y="511376"/>
            <a:ext cx="8911687" cy="1280890"/>
          </a:xfrm>
        </p:spPr>
        <p:txBody>
          <a:bodyPr/>
          <a:lstStyle/>
          <a:p>
            <a:r>
              <a:rPr lang="es-ES" dirty="0" smtClean="0"/>
              <a:t>DIAGNOSTICO </a:t>
            </a:r>
            <a:endParaRPr lang="es-ES"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023605959"/>
              </p:ext>
            </p:extLst>
          </p:nvPr>
        </p:nvGraphicFramePr>
        <p:xfrm>
          <a:off x="3478561" y="292274"/>
          <a:ext cx="8915400" cy="25135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quina doblada 4"/>
          <p:cNvSpPr/>
          <p:nvPr/>
        </p:nvSpPr>
        <p:spPr>
          <a:xfrm>
            <a:off x="2943616" y="3281820"/>
            <a:ext cx="8448261" cy="2943616"/>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a:t>Historia clínica</a:t>
            </a:r>
          </a:p>
          <a:p>
            <a:r>
              <a:rPr lang="es-ES" dirty="0"/>
              <a:t>● Evaluación del estado cognitivo</a:t>
            </a:r>
          </a:p>
          <a:p>
            <a:r>
              <a:rPr lang="es-ES" dirty="0"/>
              <a:t>● Examen físico y otros estudios apropiados</a:t>
            </a:r>
          </a:p>
          <a:p>
            <a:r>
              <a:rPr lang="es-ES" dirty="0"/>
              <a:t>● Una revisión de los medicamentos tomados por el paciente en orden de descartar efectos adversos que afecten el funcionamiento y minimizar su uso </a:t>
            </a:r>
          </a:p>
        </p:txBody>
      </p:sp>
      <p:sp>
        <p:nvSpPr>
          <p:cNvPr id="6" name="Flecha izquierda y arriba 5"/>
          <p:cNvSpPr/>
          <p:nvPr/>
        </p:nvSpPr>
        <p:spPr>
          <a:xfrm rot="10800000">
            <a:off x="3707704" y="1390390"/>
            <a:ext cx="1665961" cy="1215024"/>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914441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4" name="Esquina doblada 3"/>
          <p:cNvSpPr/>
          <p:nvPr/>
        </p:nvSpPr>
        <p:spPr>
          <a:xfrm>
            <a:off x="4058433" y="1390389"/>
            <a:ext cx="7716033" cy="4997885"/>
          </a:xfrm>
          <a:prstGeom prst="foldedCorner">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s-ES" sz="1600" dirty="0" smtClean="0"/>
          </a:p>
          <a:p>
            <a:endParaRPr lang="es-ES" sz="1600" dirty="0"/>
          </a:p>
          <a:p>
            <a:r>
              <a:rPr lang="es-ES" sz="1600" dirty="0" smtClean="0"/>
              <a:t>Biometría </a:t>
            </a:r>
            <a:r>
              <a:rPr lang="es-ES" sz="1600" dirty="0"/>
              <a:t>hemática (ayudará a identificar anemia </a:t>
            </a:r>
            <a:r>
              <a:rPr lang="es-ES" sz="1600" dirty="0" err="1"/>
              <a:t>macrócítica</a:t>
            </a:r>
            <a:r>
              <a:rPr lang="es-ES" sz="1600" dirty="0"/>
              <a:t> que es característica de la deficiencia de ácido fólico y vitamina B12)</a:t>
            </a:r>
          </a:p>
          <a:p>
            <a:r>
              <a:rPr lang="es-ES" sz="1600" dirty="0"/>
              <a:t>• Pruebas bioquímicas incluyendo; electrolitos, calcio, glucosa, pruebas de función renal y hepáticas (en ocasiones la hiponatremia, hipocalcemia, alteraciones en la glucosa, elevación de urea y creatinina, elevación de enzimas hepáticas son causas de delirium en el Adulto Mayor y puede ayudar en diferenciar un cuadro demencial con un cuadro de delirium)</a:t>
            </a:r>
          </a:p>
          <a:p>
            <a:r>
              <a:rPr lang="es-ES" sz="1600" dirty="0"/>
              <a:t>Pruebas de funcionamiento tiroideo (el hipotiroidismo se encuentre en el 20% de los adultos mayores, la baja función de la tiroides puede ser la casusa de un síndrome demencial)</a:t>
            </a:r>
          </a:p>
          <a:p>
            <a:r>
              <a:rPr lang="es-ES" sz="1600" dirty="0"/>
              <a:t>• Niveles de vitamina B12 y folatos (son causas reversibles de demencias, por lo cual se deberá incluir en el tamizaje)</a:t>
            </a:r>
          </a:p>
          <a:p>
            <a:r>
              <a:rPr lang="es-ES" sz="1600" dirty="0"/>
              <a:t>• Examen general de orina (ayuda en el diagnóstico de una infección urinaria, la cual es una de las principales causas de delirium como diagnóstico diferencial)</a:t>
            </a:r>
          </a:p>
          <a:p>
            <a:r>
              <a:rPr lang="es-ES" sz="1600" dirty="0"/>
              <a:t>Los estudios de </a:t>
            </a:r>
            <a:r>
              <a:rPr lang="es-ES" sz="1600" dirty="0" err="1"/>
              <a:t>neuroimagen</a:t>
            </a:r>
            <a:r>
              <a:rPr lang="es-ES" sz="1600" dirty="0"/>
              <a:t> con tomografía axial computarizada (TAC) o imagen por resonancia magnética (IRM) son apropiados en el estudio inicial del paciente con </a:t>
            </a:r>
            <a:endParaRPr lang="es-ES" sz="1600" dirty="0"/>
          </a:p>
        </p:txBody>
      </p:sp>
      <p:pic>
        <p:nvPicPr>
          <p:cNvPr id="6" name="Imagen 5"/>
          <p:cNvPicPr>
            <a:picLocks noChangeAspect="1"/>
          </p:cNvPicPr>
          <p:nvPr/>
        </p:nvPicPr>
        <p:blipFill>
          <a:blip r:embed="rId2"/>
          <a:stretch>
            <a:fillRect/>
          </a:stretch>
        </p:blipFill>
        <p:spPr>
          <a:xfrm>
            <a:off x="510987" y="1390389"/>
            <a:ext cx="3547445" cy="4997885"/>
          </a:xfrm>
          <a:prstGeom prst="rect">
            <a:avLst/>
          </a:prstGeom>
        </p:spPr>
      </p:pic>
    </p:spTree>
    <p:extLst>
      <p:ext uri="{BB962C8B-B14F-4D97-AF65-F5344CB8AC3E}">
        <p14:creationId xmlns:p14="http://schemas.microsoft.com/office/powerpoint/2010/main" val="3568879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187625819"/>
              </p:ext>
            </p:extLst>
          </p:nvPr>
        </p:nvGraphicFramePr>
        <p:xfrm>
          <a:off x="2003611" y="376520"/>
          <a:ext cx="9520520" cy="6072727"/>
        </p:xfrm>
        <a:graphic>
          <a:graphicData uri="http://schemas.openxmlformats.org/drawingml/2006/table">
            <a:tbl>
              <a:tblPr>
                <a:tableStyleId>{5DA37D80-6434-44D0-A028-1B22A696006F}</a:tableStyleId>
              </a:tblPr>
              <a:tblGrid>
                <a:gridCol w="2380130"/>
                <a:gridCol w="2380130"/>
                <a:gridCol w="2380130"/>
                <a:gridCol w="2380130"/>
              </a:tblGrid>
              <a:tr h="598916">
                <a:tc gridSpan="4">
                  <a:txBody>
                    <a:bodyPr/>
                    <a:lstStyle/>
                    <a:p>
                      <a:pPr>
                        <a:lnSpc>
                          <a:spcPct val="107000"/>
                        </a:lnSpc>
                        <a:spcAft>
                          <a:spcPts val="0"/>
                        </a:spcAft>
                      </a:pPr>
                      <a:r>
                        <a:rPr lang="es-ES" sz="1600" b="1" dirty="0">
                          <a:effectLst/>
                        </a:rPr>
                        <a:t> </a:t>
                      </a:r>
                    </a:p>
                    <a:p>
                      <a:pPr>
                        <a:lnSpc>
                          <a:spcPct val="107000"/>
                        </a:lnSpc>
                        <a:spcAft>
                          <a:spcPts val="0"/>
                        </a:spcAft>
                      </a:pPr>
                      <a:r>
                        <a:rPr lang="es-ES" sz="1600" b="1" dirty="0">
                          <a:effectLst/>
                        </a:rPr>
                        <a:t>Diagnóstico diferencial de demencia contra delirium y deterioro cognitivo leve</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s-ES"/>
                    </a:p>
                  </a:txBody>
                  <a:tcPr/>
                </a:tc>
                <a:tc hMerge="1">
                  <a:txBody>
                    <a:bodyPr/>
                    <a:lstStyle/>
                    <a:p>
                      <a:endParaRPr lang="es-ES"/>
                    </a:p>
                  </a:txBody>
                  <a:tcPr/>
                </a:tc>
                <a:tc hMerge="1">
                  <a:txBody>
                    <a:bodyPr/>
                    <a:lstStyle/>
                    <a:p>
                      <a:endParaRPr lang="es-ES"/>
                    </a:p>
                  </a:txBody>
                  <a:tcPr/>
                </a:tc>
              </a:tr>
              <a:tr h="584183">
                <a:tc>
                  <a:txBody>
                    <a:bodyPr/>
                    <a:lstStyle/>
                    <a:p>
                      <a:pPr>
                        <a:lnSpc>
                          <a:spcPct val="107000"/>
                        </a:lnSpc>
                        <a:spcAft>
                          <a:spcPts val="0"/>
                        </a:spcAft>
                      </a:pPr>
                      <a:r>
                        <a:rPr lang="es-ES" sz="1600" b="1" dirty="0">
                          <a:effectLst/>
                        </a:rPr>
                        <a:t>Características</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Delirium</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Deterioro cognitivo leve</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Demencia</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2092">
                <a:tc>
                  <a:txBody>
                    <a:bodyPr/>
                    <a:lstStyle/>
                    <a:p>
                      <a:pPr>
                        <a:lnSpc>
                          <a:spcPct val="107000"/>
                        </a:lnSpc>
                        <a:spcAft>
                          <a:spcPts val="0"/>
                        </a:spcAft>
                      </a:pPr>
                      <a:r>
                        <a:rPr lang="es-ES" sz="1600" b="1" dirty="0">
                          <a:effectLst/>
                        </a:rPr>
                        <a:t>Inicio</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Agudo</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Insidioso</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Insidioso</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2092">
                <a:tc>
                  <a:txBody>
                    <a:bodyPr/>
                    <a:lstStyle/>
                    <a:p>
                      <a:pPr>
                        <a:lnSpc>
                          <a:spcPct val="107000"/>
                        </a:lnSpc>
                        <a:spcAft>
                          <a:spcPts val="0"/>
                        </a:spcAft>
                      </a:pPr>
                      <a:r>
                        <a:rPr lang="es-ES" sz="1600" b="1" dirty="0">
                          <a:effectLst/>
                        </a:rPr>
                        <a:t>Duración</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Días a semanas</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Crónica</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Crónico</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84183">
                <a:tc>
                  <a:txBody>
                    <a:bodyPr/>
                    <a:lstStyle/>
                    <a:p>
                      <a:pPr>
                        <a:lnSpc>
                          <a:spcPct val="107000"/>
                        </a:lnSpc>
                        <a:spcAft>
                          <a:spcPts val="0"/>
                        </a:spcAft>
                      </a:pPr>
                      <a:r>
                        <a:rPr lang="es-ES" sz="1600" b="1" dirty="0">
                          <a:effectLst/>
                        </a:rPr>
                        <a:t>Curso a lo largo del día</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Varía por horas o momentos</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Estable</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Casi siempre estable</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2092">
                <a:tc>
                  <a:txBody>
                    <a:bodyPr/>
                    <a:lstStyle/>
                    <a:p>
                      <a:pPr>
                        <a:lnSpc>
                          <a:spcPct val="107000"/>
                        </a:lnSpc>
                        <a:spcAft>
                          <a:spcPts val="0"/>
                        </a:spcAft>
                      </a:pPr>
                      <a:r>
                        <a:rPr lang="es-ES" sz="1600" b="1" dirty="0">
                          <a:effectLst/>
                        </a:rPr>
                        <a:t>Nivel de conciencia</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err="1">
                          <a:effectLst/>
                        </a:rPr>
                        <a:t>Disminuído</a:t>
                      </a:r>
                      <a:r>
                        <a:rPr lang="es-ES" sz="1600" b="1" dirty="0">
                          <a:effectLst/>
                        </a:rPr>
                        <a:t> o fluctuante</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Normal</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Normal</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84183">
                <a:tc>
                  <a:txBody>
                    <a:bodyPr/>
                    <a:lstStyle/>
                    <a:p>
                      <a:pPr>
                        <a:lnSpc>
                          <a:spcPct val="107000"/>
                        </a:lnSpc>
                        <a:spcAft>
                          <a:spcPts val="0"/>
                        </a:spcAft>
                      </a:pPr>
                      <a:r>
                        <a:rPr lang="es-ES" sz="1600" b="1" dirty="0">
                          <a:effectLst/>
                        </a:rPr>
                        <a:t>Desorientación</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Muy intensa precozmente</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Leve</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Progresiva, intensa en etapas avanzadas</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76275">
                <a:tc>
                  <a:txBody>
                    <a:bodyPr/>
                    <a:lstStyle/>
                    <a:p>
                      <a:pPr>
                        <a:lnSpc>
                          <a:spcPct val="107000"/>
                        </a:lnSpc>
                        <a:spcAft>
                          <a:spcPts val="0"/>
                        </a:spcAft>
                      </a:pPr>
                      <a:r>
                        <a:rPr lang="es-ES" sz="1600" b="1">
                          <a:effectLst/>
                        </a:rPr>
                        <a:t>Alteraciones de la percepción (alucionaciones)</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Frecuentes</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Ausentes</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Raras</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84183">
                <a:tc>
                  <a:txBody>
                    <a:bodyPr/>
                    <a:lstStyle/>
                    <a:p>
                      <a:pPr>
                        <a:lnSpc>
                          <a:spcPct val="107000"/>
                        </a:lnSpc>
                        <a:spcAft>
                          <a:spcPts val="0"/>
                        </a:spcAft>
                      </a:pPr>
                      <a:r>
                        <a:rPr lang="es-ES" sz="1600" b="1">
                          <a:effectLst/>
                        </a:rPr>
                        <a:t>Afecto</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Temor, ansiedad, irritabilidad</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Normal</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Lábil</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84183">
                <a:tc>
                  <a:txBody>
                    <a:bodyPr/>
                    <a:lstStyle/>
                    <a:p>
                      <a:pPr>
                        <a:lnSpc>
                          <a:spcPct val="107000"/>
                        </a:lnSpc>
                        <a:spcAft>
                          <a:spcPts val="0"/>
                        </a:spcAft>
                      </a:pPr>
                      <a:r>
                        <a:rPr lang="es-ES" sz="1600" b="1">
                          <a:effectLst/>
                        </a:rPr>
                        <a:t>Psicomotricidad</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Alterada, </a:t>
                      </a:r>
                      <a:r>
                        <a:rPr lang="es-ES" sz="1600" b="1" dirty="0" err="1">
                          <a:effectLst/>
                        </a:rPr>
                        <a:t>hiper</a:t>
                      </a:r>
                      <a:r>
                        <a:rPr lang="es-ES" sz="1600" b="1" dirty="0">
                          <a:effectLst/>
                        </a:rPr>
                        <a:t> o </a:t>
                      </a:r>
                      <a:r>
                        <a:rPr lang="es-ES" sz="1600" b="1" dirty="0" err="1">
                          <a:effectLst/>
                        </a:rPr>
                        <a:t>hipoactivo</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Normal</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a:effectLst/>
                        </a:rPr>
                        <a:t>Más conservada</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84183">
                <a:tc>
                  <a:txBody>
                    <a:bodyPr/>
                    <a:lstStyle/>
                    <a:p>
                      <a:pPr>
                        <a:lnSpc>
                          <a:spcPct val="107000"/>
                        </a:lnSpc>
                        <a:spcAft>
                          <a:spcPts val="0"/>
                        </a:spcAft>
                      </a:pPr>
                      <a:r>
                        <a:rPr lang="es-ES" sz="1600" b="1">
                          <a:effectLst/>
                        </a:rPr>
                        <a:t>Atención</a:t>
                      </a:r>
                      <a:endParaRPr lang="es-ES"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Muy alterada</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Poco alterada</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s-ES" sz="1600" b="1" dirty="0">
                          <a:effectLst/>
                        </a:rPr>
                        <a:t>Alterada en etapas avanzadas</a:t>
                      </a:r>
                      <a:endParaRPr lang="es-E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01360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p:cNvSpPr>
            <a:spLocks noGrp="1"/>
          </p:cNvSpPr>
          <p:nvPr>
            <p:ph idx="1"/>
          </p:nvPr>
        </p:nvSpPr>
        <p:spPr>
          <a:xfrm>
            <a:off x="5526742" y="255494"/>
            <a:ext cx="5755342" cy="6078071"/>
          </a:xfrm>
        </p:spPr>
        <p:txBody>
          <a:bodyPr numCol="1">
            <a:noAutofit/>
          </a:bodyPr>
          <a:lstStyle/>
          <a:p>
            <a:r>
              <a:rPr lang="es-ES" sz="1400" b="1" dirty="0"/>
              <a:t>Criterios del </a:t>
            </a:r>
            <a:r>
              <a:rPr lang="es-ES" sz="1400" b="1" i="1" dirty="0" err="1"/>
              <a:t>National</a:t>
            </a:r>
            <a:r>
              <a:rPr lang="es-ES" sz="1400" b="1" i="1" dirty="0"/>
              <a:t> </a:t>
            </a:r>
            <a:r>
              <a:rPr lang="es-ES" sz="1400" b="1" i="1" dirty="0" err="1"/>
              <a:t>Institute</a:t>
            </a:r>
            <a:r>
              <a:rPr lang="es-ES" sz="1400" b="1" i="1" dirty="0"/>
              <a:t> </a:t>
            </a:r>
            <a:r>
              <a:rPr lang="es-ES" sz="1400" b="1" i="1" dirty="0" err="1"/>
              <a:t>on</a:t>
            </a:r>
            <a:r>
              <a:rPr lang="es-ES" sz="1400" b="1" i="1" dirty="0"/>
              <a:t> </a:t>
            </a:r>
            <a:r>
              <a:rPr lang="es-ES" sz="1400" b="1" i="1" dirty="0" err="1"/>
              <a:t>Aging</a:t>
            </a:r>
            <a:r>
              <a:rPr lang="es-ES" sz="1400" b="1" i="1" dirty="0"/>
              <a:t> </a:t>
            </a:r>
            <a:r>
              <a:rPr lang="es-ES" sz="1400" b="1" dirty="0"/>
              <a:t>y la </a:t>
            </a:r>
            <a:r>
              <a:rPr lang="es-ES" sz="1400" b="1" i="1" dirty="0" err="1"/>
              <a:t>Alzheimer's</a:t>
            </a:r>
            <a:r>
              <a:rPr lang="es-ES" sz="1400" b="1" i="1" dirty="0"/>
              <a:t> </a:t>
            </a:r>
            <a:r>
              <a:rPr lang="es-ES" sz="1400" b="1" i="1" dirty="0" err="1"/>
              <a:t>Association</a:t>
            </a:r>
            <a:r>
              <a:rPr lang="es-ES" sz="1400" b="1" i="1" dirty="0"/>
              <a:t> </a:t>
            </a:r>
            <a:r>
              <a:rPr lang="es-ES" sz="1400" dirty="0"/>
              <a:t>	</a:t>
            </a:r>
          </a:p>
          <a:p>
            <a:r>
              <a:rPr lang="es-ES" sz="1400" b="1" dirty="0"/>
              <a:t>Criterios para la demencia de cualquier causa: criterios clínicos centrales </a:t>
            </a:r>
            <a:endParaRPr lang="es-ES" sz="1400" dirty="0"/>
          </a:p>
          <a:p>
            <a:r>
              <a:rPr lang="es-ES" sz="1400" dirty="0"/>
              <a:t>La demencia es diagnosticada cuando se dan síntomas cognitivos o conductuales (</a:t>
            </a:r>
            <a:r>
              <a:rPr lang="es-ES" sz="1400" dirty="0" err="1"/>
              <a:t>neuropsiquiátricos</a:t>
            </a:r>
            <a:r>
              <a:rPr lang="es-ES" sz="1400" dirty="0"/>
              <a:t>) que: </a:t>
            </a:r>
          </a:p>
          <a:p>
            <a:r>
              <a:rPr lang="es-ES" sz="1400" dirty="0"/>
              <a:t>1. Interfieren con la capacidad funcional en el trabajo o en las actividades usuales, y </a:t>
            </a:r>
          </a:p>
          <a:p>
            <a:r>
              <a:rPr lang="es-ES" sz="1400" dirty="0"/>
              <a:t>2. Representan un declive con respecto a los niveles previos de funcionalidad y rendimiento, y </a:t>
            </a:r>
          </a:p>
          <a:p>
            <a:r>
              <a:rPr lang="es-ES" sz="1400" dirty="0"/>
              <a:t>3. No se explican por la presencia de un delirium ni de un trastorno psiquiátrico mayor; </a:t>
            </a:r>
          </a:p>
          <a:p>
            <a:r>
              <a:rPr lang="es-ES" sz="1400" dirty="0"/>
              <a:t>4. El deterioro cognitivo es detectado y diagnosticado a través de la combinación de: </a:t>
            </a:r>
          </a:p>
          <a:p>
            <a:pPr lvl="1"/>
            <a:r>
              <a:rPr lang="es-ES" sz="1400" dirty="0"/>
              <a:t>1. La realización de una historia clínica con datos del paciente y de un informador reconocido, y </a:t>
            </a:r>
          </a:p>
          <a:p>
            <a:pPr lvl="1"/>
            <a:r>
              <a:rPr lang="es-ES" sz="1400" dirty="0"/>
              <a:t>2. Una evaluación cognitiva objetiva, ya sea un examen del estado mental "de cabecera" o un testeado neuropsicológico. Debería llevarse a cabo un testeado neuropsicológico cuando la historia clínica rutinaria y el examen de cabecera del estado mental no puedan aportar un diagnóstico fiable. </a:t>
            </a:r>
          </a:p>
        </p:txBody>
      </p:sp>
      <p:pic>
        <p:nvPicPr>
          <p:cNvPr id="5" name="Picture 2" descr="clochard"/>
          <p:cNvPicPr>
            <a:picLocks noChangeAspect="1" noChangeArrowheads="1"/>
          </p:cNvPicPr>
          <p:nvPr/>
        </p:nvPicPr>
        <p:blipFill>
          <a:blip r:embed="rId2"/>
          <a:srcRect/>
          <a:stretch>
            <a:fillRect/>
          </a:stretch>
        </p:blipFill>
        <p:spPr bwMode="auto">
          <a:xfrm>
            <a:off x="1841127" y="255494"/>
            <a:ext cx="3685615" cy="5862918"/>
          </a:xfrm>
          <a:prstGeom prst="rect">
            <a:avLst/>
          </a:prstGeom>
          <a:noFill/>
          <a:ln w="9525">
            <a:noFill/>
            <a:miter lim="800000"/>
            <a:headEnd/>
            <a:tailEnd/>
          </a:ln>
        </p:spPr>
      </p:pic>
    </p:spTree>
    <p:extLst>
      <p:ext uri="{BB962C8B-B14F-4D97-AF65-F5344CB8AC3E}">
        <p14:creationId xmlns:p14="http://schemas.microsoft.com/office/powerpoint/2010/main" val="3089701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746812" y="282388"/>
            <a:ext cx="6757799" cy="6575612"/>
          </a:xfrm>
        </p:spPr>
        <p:txBody>
          <a:bodyPr>
            <a:normAutofit/>
          </a:bodyPr>
          <a:lstStyle/>
          <a:p>
            <a:r>
              <a:rPr lang="es-ES" sz="1400" dirty="0"/>
              <a:t>5. El deterioro cognitivo o conductual incluye un mínimo de dos de los siguientes dominios: </a:t>
            </a:r>
          </a:p>
          <a:p>
            <a:pPr lvl="1"/>
            <a:r>
              <a:rPr lang="es-ES" sz="1400" dirty="0"/>
              <a:t>1. Deterioro de la capacidad para adquirir y recordar información nueva; los síntomas incluyen: preguntas o conversaciones repetitivas, colocación errónea de pertenencias personales, olvido de sucesos o citas, perderse en una ruta familiar. </a:t>
            </a:r>
          </a:p>
          <a:p>
            <a:pPr lvl="1"/>
            <a:r>
              <a:rPr lang="es-ES" sz="1400" dirty="0"/>
              <a:t>2. Deterioro del razonamiento y del manejo de tareas complejas, juicio empobrecido; los síntomas incluyen: mal entendimiento de riesgos de seguridad, incapacidad para el manejo de finanzas, capacidad empobrecida para la toma de decisiones, incapacidad para planear actividades complejas o secuenciales. </a:t>
            </a:r>
          </a:p>
          <a:p>
            <a:pPr lvl="1"/>
            <a:r>
              <a:rPr lang="es-ES" sz="1400" dirty="0"/>
              <a:t>3. Deterioro de las capacidades </a:t>
            </a:r>
            <a:r>
              <a:rPr lang="es-ES" sz="1400" dirty="0" err="1"/>
              <a:t>visuoespaciales</a:t>
            </a:r>
            <a:r>
              <a:rPr lang="es-ES" sz="1400" dirty="0"/>
              <a:t>; los síntomas incluyen: incapacidad para reconocer rostros u objetos comunes, o para encontrar objetos que están a la vista pese a una buena agudeza visual, incapacidad para operar con herramientas simples, o para orientar la ropa al cuerpo. </a:t>
            </a:r>
          </a:p>
          <a:p>
            <a:pPr lvl="1"/>
            <a:r>
              <a:rPr lang="es-ES" sz="1400" dirty="0"/>
              <a:t>4. Deterioro de las funciones del lenguaje (hablar, leer, escribir); los síntomas incluyen: dificultad para encontrar las palabras adecuadas mientras se habla, vacilaciones; errores en el habla, en el deletreado y en la escritura. </a:t>
            </a:r>
          </a:p>
          <a:p>
            <a:pPr lvl="1"/>
            <a:r>
              <a:rPr lang="es-ES" sz="1400" dirty="0"/>
              <a:t>5. Cambios en la personalidad, la conducta o el comportamiento; los síntomas incluyen: fluctuaciones insólitas del humor tales como agitación, deterioro de la motivación e iniciativa, apatía, pérdida de la iniciativa, retraimiento social, interés reducido en actividades anteriores, pérdida de empatía, conductas compulsivas u obsesivas, comportamientos socialmente inaceptables. </a:t>
            </a:r>
            <a:r>
              <a:rPr lang="es-ES" sz="1400" dirty="0" smtClean="0"/>
              <a:t> </a:t>
            </a:r>
            <a:r>
              <a:rPr lang="es-ES" sz="1400" dirty="0"/>
              <a:t>	</a:t>
            </a:r>
          </a:p>
          <a:p>
            <a:endParaRPr lang="es-ES" dirty="0"/>
          </a:p>
        </p:txBody>
      </p:sp>
      <p:pic>
        <p:nvPicPr>
          <p:cNvPr id="4" name="Picture 3" descr="persp19_06"/>
          <p:cNvPicPr>
            <a:picLocks noChangeAspect="1" noChangeArrowheads="1"/>
          </p:cNvPicPr>
          <p:nvPr/>
        </p:nvPicPr>
        <p:blipFill>
          <a:blip r:embed="rId2"/>
          <a:srcRect/>
          <a:stretch>
            <a:fillRect/>
          </a:stretch>
        </p:blipFill>
        <p:spPr bwMode="auto">
          <a:xfrm>
            <a:off x="1310254" y="1052232"/>
            <a:ext cx="3786182" cy="4057650"/>
          </a:xfrm>
          <a:prstGeom prst="rect">
            <a:avLst/>
          </a:prstGeom>
          <a:noFill/>
          <a:ln w="9525">
            <a:noFill/>
            <a:miter lim="800000"/>
            <a:headEnd/>
            <a:tailEnd/>
          </a:ln>
        </p:spPr>
      </p:pic>
    </p:spTree>
    <p:extLst>
      <p:ext uri="{BB962C8B-B14F-4D97-AF65-F5344CB8AC3E}">
        <p14:creationId xmlns:p14="http://schemas.microsoft.com/office/powerpoint/2010/main" val="1684929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2321491718"/>
              </p:ext>
            </p:extLst>
          </p:nvPr>
        </p:nvGraphicFramePr>
        <p:xfrm>
          <a:off x="2589213" y="793376"/>
          <a:ext cx="8915400" cy="51184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6" descr="http://elcorresponsal.blogia.com/upload/20080419161621-cara-alzheimer.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588" y="1963271"/>
            <a:ext cx="2043952" cy="266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7812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1989938672"/>
              </p:ext>
            </p:extLst>
          </p:nvPr>
        </p:nvGraphicFramePr>
        <p:xfrm>
          <a:off x="1997542" y="156882"/>
          <a:ext cx="2399646" cy="60691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a 4"/>
          <p:cNvGraphicFramePr>
            <a:graphicFrameLocks noGrp="1"/>
          </p:cNvGraphicFramePr>
          <p:nvPr>
            <p:extLst>
              <p:ext uri="{D42A27DB-BD31-4B8C-83A1-F6EECF244321}">
                <p14:modId xmlns:p14="http://schemas.microsoft.com/office/powerpoint/2010/main" val="2089581426"/>
              </p:ext>
            </p:extLst>
          </p:nvPr>
        </p:nvGraphicFramePr>
        <p:xfrm>
          <a:off x="5567083" y="268940"/>
          <a:ext cx="5472952" cy="6237543"/>
        </p:xfrm>
        <a:graphic>
          <a:graphicData uri="http://schemas.openxmlformats.org/drawingml/2006/table">
            <a:tbl>
              <a:tblPr/>
              <a:tblGrid>
                <a:gridCol w="4492381"/>
                <a:gridCol w="980571"/>
              </a:tblGrid>
              <a:tr h="272595">
                <a:tc gridSpan="2">
                  <a:txBody>
                    <a:bodyPr/>
                    <a:lstStyle/>
                    <a:p>
                      <a:pPr>
                        <a:lnSpc>
                          <a:spcPct val="107000"/>
                        </a:lnSpc>
                        <a:spcAft>
                          <a:spcPts val="0"/>
                        </a:spcAft>
                      </a:pPr>
                      <a:r>
                        <a:rPr lang="es-ES"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Escala de isquemia de </a:t>
                      </a:r>
                      <a:r>
                        <a:rPr lang="es-ES" sz="16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Hachinski</a:t>
                      </a:r>
                      <a:r>
                        <a:rPr lang="es-ES"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modificada y simplificada de Rosen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Comienzo abrupto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endParaRPr lang="es-ES" sz="10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Progresión escalonada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Curso fluctuante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Confusión nocturna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Personalidad relativamente preservada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Depresión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Quejas somáticas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Incontinencia emocional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Historia de hipertensión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Historia de ictus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Evidencia de ateroesclerosis asociada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Síntomas neurológicos focales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545">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Signos neurológicos focales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25269">
                <a:tc>
                  <a:txBody>
                    <a:bodyPr/>
                    <a:lstStyle/>
                    <a:p>
                      <a:pPr>
                        <a:lnSpc>
                          <a:spcPct val="107000"/>
                        </a:lnSpc>
                        <a:spcAft>
                          <a:spcPts val="0"/>
                        </a:spcAft>
                      </a:pPr>
                      <a:r>
                        <a:rPr lang="es-ES"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Escala de </a:t>
                      </a:r>
                      <a:r>
                        <a:rPr lang="es-ES" sz="16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Hachinski</a:t>
                      </a:r>
                      <a:r>
                        <a:rPr lang="es-ES"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Enfermedad de Alzheimer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Demencia vascular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Casos mixtos o indeterminados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 – 4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 o más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ó 6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180">
                <a:tc>
                  <a:txBody>
                    <a:bodyPr/>
                    <a:lstStyle/>
                    <a:p>
                      <a:pPr>
                        <a:lnSpc>
                          <a:spcPct val="107000"/>
                        </a:lnSpc>
                        <a:spcAft>
                          <a:spcPts val="0"/>
                        </a:spcAft>
                      </a:pPr>
                      <a:r>
                        <a:rPr lang="es-ES"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Escala de Rosen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Enfermedad de Alzheimer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Demencia vascular o mixta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 – 3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o más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4472" marR="544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0349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4184087484"/>
              </p:ext>
            </p:extLst>
          </p:nvPr>
        </p:nvGraphicFramePr>
        <p:xfrm>
          <a:off x="2118566" y="443752"/>
          <a:ext cx="8915400" cy="1680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a 4"/>
          <p:cNvGraphicFramePr>
            <a:graphicFrameLocks noGrp="1"/>
          </p:cNvGraphicFramePr>
          <p:nvPr>
            <p:extLst>
              <p:ext uri="{D42A27DB-BD31-4B8C-83A1-F6EECF244321}">
                <p14:modId xmlns:p14="http://schemas.microsoft.com/office/powerpoint/2010/main" val="3903029318"/>
              </p:ext>
            </p:extLst>
          </p:nvPr>
        </p:nvGraphicFramePr>
        <p:xfrm>
          <a:off x="2178423" y="2232212"/>
          <a:ext cx="8727141" cy="4038940"/>
        </p:xfrm>
        <a:graphic>
          <a:graphicData uri="http://schemas.openxmlformats.org/drawingml/2006/table">
            <a:tbl>
              <a:tblPr>
                <a:tableStyleId>{8A107856-5554-42FB-B03E-39F5DBC370BA}</a:tableStyleId>
              </a:tblPr>
              <a:tblGrid>
                <a:gridCol w="8727141"/>
              </a:tblGrid>
              <a:tr h="237848">
                <a:tc>
                  <a:txBody>
                    <a:bodyPr/>
                    <a:lstStyle/>
                    <a:p>
                      <a:pPr algn="just">
                        <a:lnSpc>
                          <a:spcPct val="107000"/>
                        </a:lnSpc>
                        <a:spcAft>
                          <a:spcPts val="0"/>
                        </a:spcAft>
                      </a:pPr>
                      <a:r>
                        <a:rPr lang="es-ES" sz="1600" b="1" dirty="0">
                          <a:effectLst/>
                        </a:rPr>
                        <a:t>Criterios </a:t>
                      </a:r>
                      <a:r>
                        <a:rPr lang="es-ES" sz="1600" b="1" dirty="0" err="1">
                          <a:effectLst/>
                        </a:rPr>
                        <a:t>diagnosticos</a:t>
                      </a:r>
                      <a:r>
                        <a:rPr lang="es-ES" sz="1600" b="1" dirty="0">
                          <a:effectLst/>
                        </a:rPr>
                        <a:t> demencia </a:t>
                      </a:r>
                      <a:r>
                        <a:rPr lang="es-ES" sz="1600" b="1" dirty="0" err="1">
                          <a:effectLst/>
                        </a:rPr>
                        <a:t>frontotemporal</a:t>
                      </a:r>
                      <a:r>
                        <a:rPr lang="es-ES" sz="1600" b="1" dirty="0">
                          <a:effectLst/>
                        </a:rPr>
                        <a:t> </a:t>
                      </a:r>
                      <a:r>
                        <a:rPr lang="es-ES" sz="1600" b="1" baseline="30000" dirty="0">
                          <a:effectLst/>
                        </a:rPr>
                        <a:t> </a:t>
                      </a:r>
                      <a:r>
                        <a:rPr lang="es-ES" sz="1600" b="1" dirty="0">
                          <a:effectLst/>
                        </a:rPr>
                        <a:t>(</a:t>
                      </a:r>
                      <a:r>
                        <a:rPr lang="es-ES" sz="1600" b="1" dirty="0" err="1">
                          <a:effectLst/>
                        </a:rPr>
                        <a:t>McKhann</a:t>
                      </a:r>
                      <a:r>
                        <a:rPr lang="es-ES" sz="1600" b="1" dirty="0">
                          <a:effectLst/>
                        </a:rPr>
                        <a:t> 2001) </a:t>
                      </a:r>
                      <a:endParaRPr lang="es-ES" sz="16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1521193">
                <a:tc>
                  <a:txBody>
                    <a:bodyPr/>
                    <a:lstStyle/>
                    <a:p>
                      <a:pPr algn="just">
                        <a:lnSpc>
                          <a:spcPct val="107000"/>
                        </a:lnSpc>
                        <a:spcAft>
                          <a:spcPts val="0"/>
                        </a:spcAft>
                      </a:pPr>
                      <a:r>
                        <a:rPr lang="es-ES" sz="1600" dirty="0">
                          <a:effectLst/>
                        </a:rPr>
                        <a:t>1.Cambios conductuales o cognitivos que se expresan como: </a:t>
                      </a:r>
                    </a:p>
                    <a:p>
                      <a:pPr algn="just">
                        <a:lnSpc>
                          <a:spcPct val="107000"/>
                        </a:lnSpc>
                        <a:spcAft>
                          <a:spcPts val="0"/>
                        </a:spcAft>
                      </a:pPr>
                      <a:r>
                        <a:rPr lang="es-ES" sz="1600" dirty="0">
                          <a:effectLst/>
                        </a:rPr>
                        <a:t>a. Cambios precoces y progresivos de la personalidad, caracterizados como dificultad en </a:t>
                      </a:r>
                    </a:p>
                    <a:p>
                      <a:pPr algn="just">
                        <a:lnSpc>
                          <a:spcPct val="107000"/>
                        </a:lnSpc>
                        <a:spcAft>
                          <a:spcPts val="0"/>
                        </a:spcAft>
                      </a:pPr>
                      <a:r>
                        <a:rPr lang="es-ES" sz="1600" dirty="0">
                          <a:effectLst/>
                        </a:rPr>
                        <a:t>controlar la conducta, con respuestas o acciones inadecuadas. </a:t>
                      </a:r>
                    </a:p>
                    <a:p>
                      <a:pPr algn="just">
                        <a:lnSpc>
                          <a:spcPct val="107000"/>
                        </a:lnSpc>
                        <a:spcAft>
                          <a:spcPts val="0"/>
                        </a:spcAft>
                      </a:pPr>
                      <a:r>
                        <a:rPr lang="es-ES" sz="1600" dirty="0">
                          <a:effectLst/>
                        </a:rPr>
                        <a:t>b. Cambios precoces y progresivos del lenguaje, con dificultades para expresarse, nominar o acceder al significado de las palabras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751186">
                <a:tc>
                  <a:txBody>
                    <a:bodyPr/>
                    <a:lstStyle/>
                    <a:p>
                      <a:pPr algn="just">
                        <a:lnSpc>
                          <a:spcPct val="107000"/>
                        </a:lnSpc>
                        <a:spcAft>
                          <a:spcPts val="0"/>
                        </a:spcAft>
                      </a:pPr>
                      <a:r>
                        <a:rPr lang="es-ES" sz="1600">
                          <a:effectLst/>
                        </a:rPr>
                        <a:t>2. Estos cambios causan un defecto significativo en la actividad social o laboral y representan una pérdida significativa con respecto al funcionamiento previo.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94516">
                <a:tc>
                  <a:txBody>
                    <a:bodyPr/>
                    <a:lstStyle/>
                    <a:p>
                      <a:pPr algn="just">
                        <a:lnSpc>
                          <a:spcPct val="107000"/>
                        </a:lnSpc>
                        <a:spcAft>
                          <a:spcPts val="0"/>
                        </a:spcAft>
                      </a:pPr>
                      <a:r>
                        <a:rPr lang="es-ES" sz="1600">
                          <a:effectLst/>
                        </a:rPr>
                        <a:t>3. El curso se caracteriza por un comienzo insidioso y pérdida continua de las capacidades </a:t>
                      </a:r>
                      <a:endParaRPr lang="es-ES" sz="16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94516">
                <a:tc>
                  <a:txBody>
                    <a:bodyPr/>
                    <a:lstStyle/>
                    <a:p>
                      <a:pPr algn="just">
                        <a:lnSpc>
                          <a:spcPct val="107000"/>
                        </a:lnSpc>
                        <a:spcAft>
                          <a:spcPts val="0"/>
                        </a:spcAft>
                      </a:pPr>
                      <a:r>
                        <a:rPr lang="es-ES" sz="1600" dirty="0">
                          <a:effectLst/>
                        </a:rPr>
                        <a:t>4. Los defectos no se presentan exclusivamente en el curso de un delirium.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94516">
                <a:tc>
                  <a:txBody>
                    <a:bodyPr/>
                    <a:lstStyle/>
                    <a:p>
                      <a:pPr algn="just">
                        <a:lnSpc>
                          <a:spcPct val="107000"/>
                        </a:lnSpc>
                        <a:spcAft>
                          <a:spcPts val="0"/>
                        </a:spcAft>
                      </a:pPr>
                      <a:r>
                        <a:rPr lang="es-ES" sz="1600" dirty="0">
                          <a:effectLst/>
                        </a:rPr>
                        <a:t>5. El diagnóstico no puede ser atribuido a otras afecciones psiquiátricas (por ejemplo depresión </a:t>
                      </a:r>
                      <a:endParaRPr lang="es-ES"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10254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3157760421"/>
              </p:ext>
            </p:extLst>
          </p:nvPr>
        </p:nvGraphicFramePr>
        <p:xfrm>
          <a:off x="1479177" y="914400"/>
          <a:ext cx="6717460" cy="5661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a 5"/>
          <p:cNvGraphicFramePr>
            <a:graphicFrameLocks noGrp="1"/>
          </p:cNvGraphicFramePr>
          <p:nvPr>
            <p:extLst>
              <p:ext uri="{D42A27DB-BD31-4B8C-83A1-F6EECF244321}">
                <p14:modId xmlns:p14="http://schemas.microsoft.com/office/powerpoint/2010/main" val="2663816159"/>
              </p:ext>
            </p:extLst>
          </p:nvPr>
        </p:nvGraphicFramePr>
        <p:xfrm>
          <a:off x="3895164" y="430538"/>
          <a:ext cx="7732060" cy="6113089"/>
        </p:xfrm>
        <a:graphic>
          <a:graphicData uri="http://schemas.openxmlformats.org/drawingml/2006/table">
            <a:tbl>
              <a:tblPr>
                <a:tableStyleId>{8A107856-5554-42FB-B03E-39F5DBC370BA}</a:tableStyleId>
              </a:tblPr>
              <a:tblGrid>
                <a:gridCol w="3866030"/>
                <a:gridCol w="3866030"/>
              </a:tblGrid>
              <a:tr h="110053">
                <a:tc gridSpan="2">
                  <a:txBody>
                    <a:bodyPr/>
                    <a:lstStyle/>
                    <a:p>
                      <a:pPr algn="ctr">
                        <a:lnSpc>
                          <a:spcPct val="107000"/>
                        </a:lnSpc>
                        <a:spcAft>
                          <a:spcPts val="0"/>
                        </a:spcAft>
                      </a:pPr>
                      <a:r>
                        <a:rPr lang="es-ES" sz="1200" dirty="0">
                          <a:effectLst/>
                        </a:rPr>
                        <a:t>Criterios diagnósticos demencia de cuerpos de </a:t>
                      </a:r>
                      <a:r>
                        <a:rPr lang="es-ES" sz="1200" dirty="0" err="1">
                          <a:effectLst/>
                        </a:rPr>
                        <a:t>lewy</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hMerge="1">
                  <a:txBody>
                    <a:bodyPr/>
                    <a:lstStyle/>
                    <a:p>
                      <a:endParaRPr lang="es-ES"/>
                    </a:p>
                  </a:txBody>
                  <a:tcPr/>
                </a:tc>
              </a:tr>
              <a:tr h="544030">
                <a:tc>
                  <a:txBody>
                    <a:bodyPr/>
                    <a:lstStyle/>
                    <a:p>
                      <a:pPr>
                        <a:lnSpc>
                          <a:spcPct val="107000"/>
                        </a:lnSpc>
                        <a:spcAft>
                          <a:spcPts val="0"/>
                        </a:spcAft>
                      </a:pPr>
                      <a:r>
                        <a:rPr lang="es-ES" sz="1200" dirty="0">
                          <a:effectLst/>
                        </a:rPr>
                        <a:t>Demencia 1. Deterioro de la memoria 2. Deterioro del lenguaje 3. Viso-espaciales función discapacidad 4. Deterioro de la función ejecutiva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a:effectLst/>
                        </a:rPr>
                        <a:t>Criterios esenciales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330160">
                <a:tc>
                  <a:txBody>
                    <a:bodyPr/>
                    <a:lstStyle/>
                    <a:p>
                      <a:pPr>
                        <a:lnSpc>
                          <a:spcPct val="107000"/>
                        </a:lnSpc>
                        <a:spcAft>
                          <a:spcPts val="0"/>
                        </a:spcAft>
                      </a:pPr>
                      <a:r>
                        <a:rPr lang="es-ES" sz="1200" dirty="0">
                          <a:effectLst/>
                        </a:rPr>
                        <a:t>Parkinsonismo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a:effectLst/>
                        </a:rPr>
                        <a:t>Diagnostico Probable </a:t>
                      </a:r>
                    </a:p>
                    <a:p>
                      <a:pPr>
                        <a:lnSpc>
                          <a:spcPct val="107000"/>
                        </a:lnSpc>
                        <a:spcAft>
                          <a:spcPts val="0"/>
                        </a:spcAft>
                      </a:pPr>
                      <a:r>
                        <a:rPr lang="es-ES" sz="1200">
                          <a:effectLst/>
                        </a:rPr>
                        <a:t>Ocurre después o al mismo tiempo que la Demencia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440213">
                <a:tc>
                  <a:txBody>
                    <a:bodyPr/>
                    <a:lstStyle/>
                    <a:p>
                      <a:pPr>
                        <a:lnSpc>
                          <a:spcPct val="107000"/>
                        </a:lnSpc>
                        <a:spcAft>
                          <a:spcPts val="0"/>
                        </a:spcAft>
                      </a:pPr>
                      <a:r>
                        <a:rPr lang="es-ES" sz="1200" dirty="0">
                          <a:effectLst/>
                        </a:rPr>
                        <a:t>Alteración cognitiva fluctuante </a:t>
                      </a:r>
                    </a:p>
                    <a:p>
                      <a:pPr>
                        <a:lnSpc>
                          <a:spcPct val="107000"/>
                        </a:lnSpc>
                        <a:spcAft>
                          <a:spcPts val="0"/>
                        </a:spcAft>
                      </a:pPr>
                      <a:r>
                        <a:rPr lang="es-ES" sz="1200" dirty="0">
                          <a:effectLst/>
                        </a:rPr>
                        <a:t>1. Atención reducida </a:t>
                      </a:r>
                    </a:p>
                    <a:p>
                      <a:pPr>
                        <a:lnSpc>
                          <a:spcPct val="107000"/>
                        </a:lnSpc>
                        <a:spcAft>
                          <a:spcPts val="0"/>
                        </a:spcAft>
                      </a:pPr>
                      <a:r>
                        <a:rPr lang="es-ES" sz="1200" dirty="0">
                          <a:effectLst/>
                        </a:rPr>
                        <a:t>2. Somnolencia diurna excesiva </a:t>
                      </a:r>
                    </a:p>
                    <a:p>
                      <a:pPr>
                        <a:lnSpc>
                          <a:spcPct val="107000"/>
                        </a:lnSpc>
                        <a:spcAft>
                          <a:spcPts val="0"/>
                        </a:spcAft>
                      </a:pPr>
                      <a:r>
                        <a:rPr lang="es-ES" sz="1200" dirty="0">
                          <a:effectLst/>
                        </a:rPr>
                        <a:t>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a:effectLst/>
                        </a:rPr>
                        <a:t>Diagnostico Probable </a:t>
                      </a:r>
                    </a:p>
                    <a:p>
                      <a:pPr>
                        <a:lnSpc>
                          <a:spcPct val="107000"/>
                        </a:lnSpc>
                        <a:spcAft>
                          <a:spcPts val="0"/>
                        </a:spcAft>
                      </a:pPr>
                      <a:r>
                        <a:rPr lang="es-ES" sz="1200">
                          <a:effectLst/>
                        </a:rPr>
                        <a:t>No necesario para diagnostico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Alucinación visuales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Diagnostico Probable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Sensibilidad Neuroléptica Grave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Sueño REM trastorno de conducta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544030">
                <a:tc>
                  <a:txBody>
                    <a:bodyPr/>
                    <a:lstStyle/>
                    <a:p>
                      <a:pPr>
                        <a:lnSpc>
                          <a:spcPct val="107000"/>
                        </a:lnSpc>
                        <a:spcAft>
                          <a:spcPts val="0"/>
                        </a:spcAft>
                      </a:pPr>
                      <a:r>
                        <a:rPr lang="es-ES" sz="1200">
                          <a:effectLst/>
                        </a:rPr>
                        <a:t>Cambios en la personalidad y animo </a:t>
                      </a:r>
                    </a:p>
                    <a:p>
                      <a:pPr>
                        <a:lnSpc>
                          <a:spcPct val="107000"/>
                        </a:lnSpc>
                        <a:spcAft>
                          <a:spcPts val="0"/>
                        </a:spcAft>
                      </a:pPr>
                      <a:r>
                        <a:rPr lang="es-ES" sz="1200">
                          <a:effectLst/>
                        </a:rPr>
                        <a:t>1. Depresión </a:t>
                      </a:r>
                    </a:p>
                    <a:p>
                      <a:pPr>
                        <a:lnSpc>
                          <a:spcPct val="107000"/>
                        </a:lnSpc>
                        <a:spcAft>
                          <a:spcPts val="0"/>
                        </a:spcAft>
                      </a:pPr>
                      <a:r>
                        <a:rPr lang="es-ES" sz="1200">
                          <a:effectLst/>
                        </a:rPr>
                        <a:t>2. Ansiedad </a:t>
                      </a:r>
                    </a:p>
                    <a:p>
                      <a:pPr>
                        <a:lnSpc>
                          <a:spcPct val="107000"/>
                        </a:lnSpc>
                        <a:spcAft>
                          <a:spcPts val="0"/>
                        </a:spcAft>
                      </a:pPr>
                      <a:r>
                        <a:rPr lang="es-ES" sz="1200">
                          <a:effectLst/>
                        </a:rPr>
                        <a:t>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p>
                    <a:p>
                      <a:pPr>
                        <a:lnSpc>
                          <a:spcPct val="107000"/>
                        </a:lnSpc>
                        <a:spcAft>
                          <a:spcPts val="0"/>
                        </a:spcAft>
                      </a:pPr>
                      <a:r>
                        <a:rPr lang="es-ES" sz="1200" dirty="0">
                          <a:effectLst/>
                        </a:rPr>
                        <a:t>No necesaria para el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Ilusiones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Apatía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No necesaria para el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Otro tipo de alucinaciones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Disfunción autonómica severa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110053">
                <a:tc>
                  <a:txBody>
                    <a:bodyPr/>
                    <a:lstStyle/>
                    <a:p>
                      <a:pPr>
                        <a:lnSpc>
                          <a:spcPct val="107000"/>
                        </a:lnSpc>
                        <a:spcAft>
                          <a:spcPts val="0"/>
                        </a:spcAft>
                      </a:pPr>
                      <a:r>
                        <a:rPr lang="es-ES" sz="1200">
                          <a:effectLst/>
                        </a:rPr>
                        <a:t>Caídas de repetición y sincope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220107">
                <a:tc>
                  <a:txBody>
                    <a:bodyPr/>
                    <a:lstStyle/>
                    <a:p>
                      <a:pPr>
                        <a:lnSpc>
                          <a:spcPct val="107000"/>
                        </a:lnSpc>
                        <a:spcAft>
                          <a:spcPts val="0"/>
                        </a:spcAft>
                      </a:pPr>
                      <a:r>
                        <a:rPr lang="es-ES" sz="1200">
                          <a:effectLst/>
                        </a:rPr>
                        <a:t>Perdida de la conciencia transitoria e inexplicables </a:t>
                      </a:r>
                      <a:endParaRPr lang="es-ES" sz="1200" b="1">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Apoya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r h="880426">
                <a:tc>
                  <a:txBody>
                    <a:bodyPr/>
                    <a:lstStyle/>
                    <a:p>
                      <a:pPr>
                        <a:lnSpc>
                          <a:spcPct val="107000"/>
                        </a:lnSpc>
                        <a:spcAft>
                          <a:spcPts val="0"/>
                        </a:spcAft>
                      </a:pPr>
                      <a:r>
                        <a:rPr lang="es-ES" sz="1200" dirty="0">
                          <a:effectLst/>
                        </a:rPr>
                        <a:t>Diagnóstico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c>
                  <a:txBody>
                    <a:bodyPr/>
                    <a:lstStyle/>
                    <a:p>
                      <a:pPr>
                        <a:lnSpc>
                          <a:spcPct val="107000"/>
                        </a:lnSpc>
                        <a:spcAft>
                          <a:spcPts val="0"/>
                        </a:spcAft>
                      </a:pPr>
                      <a:r>
                        <a:rPr lang="es-ES" sz="1200" dirty="0">
                          <a:effectLst/>
                        </a:rPr>
                        <a:t>Probable </a:t>
                      </a:r>
                      <a:r>
                        <a:rPr lang="es-ES" sz="1200" dirty="0" err="1">
                          <a:effectLst/>
                        </a:rPr>
                        <a:t>DCLw</a:t>
                      </a:r>
                      <a:r>
                        <a:rPr lang="es-ES" sz="1200" dirty="0">
                          <a:effectLst/>
                        </a:rPr>
                        <a:t> </a:t>
                      </a:r>
                    </a:p>
                    <a:p>
                      <a:pPr>
                        <a:lnSpc>
                          <a:spcPct val="107000"/>
                        </a:lnSpc>
                        <a:spcAft>
                          <a:spcPts val="0"/>
                        </a:spcAft>
                      </a:pPr>
                      <a:r>
                        <a:rPr lang="es-ES" sz="1200" dirty="0">
                          <a:effectLst/>
                        </a:rPr>
                        <a:t>Demencia + 2 síntomas probables </a:t>
                      </a:r>
                    </a:p>
                    <a:p>
                      <a:pPr>
                        <a:lnSpc>
                          <a:spcPct val="107000"/>
                        </a:lnSpc>
                        <a:spcAft>
                          <a:spcPts val="0"/>
                        </a:spcAft>
                      </a:pPr>
                      <a:r>
                        <a:rPr lang="es-ES" sz="1200" dirty="0">
                          <a:effectLst/>
                        </a:rPr>
                        <a:t>Demencia + 1 síntoma probable + 1 síntoma apoya diagnostico </a:t>
                      </a:r>
                    </a:p>
                    <a:p>
                      <a:pPr>
                        <a:lnSpc>
                          <a:spcPct val="107000"/>
                        </a:lnSpc>
                        <a:spcAft>
                          <a:spcPts val="0"/>
                        </a:spcAft>
                      </a:pPr>
                      <a:r>
                        <a:rPr lang="es-ES" sz="1200" dirty="0">
                          <a:effectLst/>
                        </a:rPr>
                        <a:t>Posible </a:t>
                      </a:r>
                      <a:r>
                        <a:rPr lang="es-ES" sz="1200" dirty="0" err="1">
                          <a:effectLst/>
                        </a:rPr>
                        <a:t>DCLw</a:t>
                      </a:r>
                      <a:r>
                        <a:rPr lang="es-ES" sz="1200" dirty="0">
                          <a:effectLst/>
                        </a:rPr>
                        <a:t> </a:t>
                      </a:r>
                    </a:p>
                    <a:p>
                      <a:pPr>
                        <a:lnSpc>
                          <a:spcPct val="107000"/>
                        </a:lnSpc>
                        <a:spcAft>
                          <a:spcPts val="0"/>
                        </a:spcAft>
                      </a:pPr>
                      <a:r>
                        <a:rPr lang="es-ES" sz="1200" dirty="0">
                          <a:effectLst/>
                        </a:rPr>
                        <a:t>Demencia + 1 síntoma probable </a:t>
                      </a:r>
                    </a:p>
                    <a:p>
                      <a:pPr>
                        <a:lnSpc>
                          <a:spcPct val="107000"/>
                        </a:lnSpc>
                        <a:spcAft>
                          <a:spcPts val="0"/>
                        </a:spcAft>
                      </a:pPr>
                      <a:r>
                        <a:rPr lang="es-ES" sz="1200" dirty="0">
                          <a:effectLst/>
                        </a:rPr>
                        <a:t>Demencia + 1 síntoma que apoye el diagnostico </a:t>
                      </a:r>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0053" marR="40053" marT="0" marB="0"/>
                </a:tc>
              </a:tr>
            </a:tbl>
          </a:graphicData>
        </a:graphic>
      </p:graphicFrame>
    </p:spTree>
    <p:extLst>
      <p:ext uri="{BB962C8B-B14F-4D97-AF65-F5344CB8AC3E}">
        <p14:creationId xmlns:p14="http://schemas.microsoft.com/office/powerpoint/2010/main" val="974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p:cNvSpPr/>
          <p:nvPr/>
        </p:nvSpPr>
        <p:spPr>
          <a:xfrm>
            <a:off x="1909482" y="274486"/>
            <a:ext cx="9399494" cy="8685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dirty="0"/>
              <a:t>Demencia relacionado con una enfermedad del cerebro crónica o progresiva</a:t>
            </a:r>
          </a:p>
          <a:p>
            <a:r>
              <a:rPr lang="es-ES" dirty="0" smtClean="0"/>
              <a:t>manifestado </a:t>
            </a:r>
            <a:r>
              <a:rPr lang="es-ES" dirty="0"/>
              <a:t>por déficit de múltiples funciones superiores (memoria,</a:t>
            </a:r>
          </a:p>
          <a:p>
            <a:r>
              <a:rPr lang="es-ES" dirty="0"/>
              <a:t>pensamiento, orientación, cálculo, capacidad de aprendizaje, lenguaje y juicio)</a:t>
            </a:r>
            <a:endParaRPr lang="es-ES" dirty="0"/>
          </a:p>
        </p:txBody>
      </p:sp>
      <p:sp>
        <p:nvSpPr>
          <p:cNvPr id="5" name="Rectángulo redondeado 4"/>
          <p:cNvSpPr/>
          <p:nvPr/>
        </p:nvSpPr>
        <p:spPr>
          <a:xfrm>
            <a:off x="1337982" y="1304365"/>
            <a:ext cx="4572000" cy="53115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s-ES" sz="1400" b="1" dirty="0" smtClean="0"/>
              <a:t>Enfermera</a:t>
            </a:r>
            <a:endParaRPr lang="es-ES" sz="1400" b="1" dirty="0"/>
          </a:p>
          <a:p>
            <a:r>
              <a:rPr lang="es-ES" sz="1400" dirty="0"/>
              <a:t>• Acoger al adulto mayor y </a:t>
            </a:r>
            <a:r>
              <a:rPr lang="es-ES" sz="1400" dirty="0" smtClean="0"/>
              <a:t>sus cuidadores</a:t>
            </a:r>
            <a:endParaRPr lang="es-ES" sz="1400" dirty="0"/>
          </a:p>
          <a:p>
            <a:r>
              <a:rPr lang="es-ES" sz="1400" dirty="0"/>
              <a:t>• Valorar la funcionalidad de </a:t>
            </a:r>
            <a:r>
              <a:rPr lang="es-ES" sz="1400" dirty="0" smtClean="0"/>
              <a:t>los cuidadores</a:t>
            </a:r>
            <a:endParaRPr lang="es-ES" sz="1400" dirty="0"/>
          </a:p>
          <a:p>
            <a:r>
              <a:rPr lang="es-ES" sz="1400" dirty="0"/>
              <a:t>• Valorar el deterioro </a:t>
            </a:r>
            <a:r>
              <a:rPr lang="es-ES" sz="1400" dirty="0" smtClean="0"/>
              <a:t>cognoscitivo a </a:t>
            </a:r>
            <a:r>
              <a:rPr lang="es-ES" sz="1400" dirty="0"/>
              <a:t>través de instrumentos </a:t>
            </a:r>
            <a:endParaRPr lang="es-ES" sz="1400" dirty="0" smtClean="0"/>
          </a:p>
          <a:p>
            <a:r>
              <a:rPr lang="es-ES" sz="1400" dirty="0" smtClean="0"/>
              <a:t>• </a:t>
            </a:r>
            <a:r>
              <a:rPr lang="es-ES" sz="1400" dirty="0"/>
              <a:t>Desarrollar un plan de </a:t>
            </a:r>
            <a:r>
              <a:rPr lang="es-ES" sz="1400" dirty="0" smtClean="0"/>
              <a:t>cuidados para</a:t>
            </a:r>
            <a:r>
              <a:rPr lang="es-ES" sz="1400" dirty="0"/>
              <a:t>: establecer rutinas, </a:t>
            </a:r>
            <a:r>
              <a:rPr lang="es-ES" sz="1400" dirty="0" smtClean="0"/>
              <a:t>mantener su </a:t>
            </a:r>
            <a:r>
              <a:rPr lang="es-ES" sz="1400" dirty="0"/>
              <a:t>independencia, ayudarle </a:t>
            </a:r>
            <a:r>
              <a:rPr lang="es-ES" sz="1400" dirty="0" smtClean="0"/>
              <a:t>a mantener </a:t>
            </a:r>
            <a:r>
              <a:rPr lang="es-ES" sz="1400" dirty="0"/>
              <a:t>su dignidad, evitar </a:t>
            </a:r>
            <a:r>
              <a:rPr lang="es-ES" sz="1400" dirty="0" smtClean="0"/>
              <a:t>la confrontación</a:t>
            </a:r>
            <a:r>
              <a:rPr lang="es-ES" sz="1400" dirty="0"/>
              <a:t>, entender el ” </a:t>
            </a:r>
            <a:r>
              <a:rPr lang="es-ES" sz="1400" dirty="0" smtClean="0"/>
              <a:t>aquí y </a:t>
            </a:r>
            <a:r>
              <a:rPr lang="es-ES" sz="1400" dirty="0"/>
              <a:t>el ahora”, estimular </a:t>
            </a:r>
            <a:r>
              <a:rPr lang="es-ES" sz="1400" dirty="0" smtClean="0"/>
              <a:t>la reminiscencia</a:t>
            </a:r>
            <a:r>
              <a:rPr lang="es-ES" sz="1400" dirty="0"/>
              <a:t>, tomar medidas </a:t>
            </a:r>
            <a:r>
              <a:rPr lang="es-ES" sz="1400" dirty="0" smtClean="0"/>
              <a:t>de seguridad</a:t>
            </a:r>
            <a:r>
              <a:rPr lang="es-ES" sz="1400" dirty="0"/>
              <a:t>, estimular la salud y el</a:t>
            </a:r>
          </a:p>
          <a:p>
            <a:r>
              <a:rPr lang="es-ES" sz="1400" dirty="0"/>
              <a:t>ejercicio, mantener </a:t>
            </a:r>
            <a:r>
              <a:rPr lang="es-ES" sz="1400" dirty="0" smtClean="0"/>
              <a:t>las habilidades </a:t>
            </a:r>
            <a:r>
              <a:rPr lang="es-ES" sz="1400" dirty="0"/>
              <a:t>remanentes y </a:t>
            </a:r>
            <a:r>
              <a:rPr lang="es-ES" sz="1400" dirty="0" smtClean="0"/>
              <a:t>la comunicación</a:t>
            </a:r>
            <a:r>
              <a:rPr lang="es-ES" sz="1400" dirty="0"/>
              <a:t>.</a:t>
            </a:r>
          </a:p>
          <a:p>
            <a:r>
              <a:rPr lang="es-ES" sz="1400" dirty="0"/>
              <a:t>• Enseñar a los cuidadores </a:t>
            </a:r>
            <a:r>
              <a:rPr lang="es-ES" sz="1400" dirty="0" smtClean="0"/>
              <a:t>a identificar </a:t>
            </a:r>
            <a:r>
              <a:rPr lang="es-ES" sz="1400" dirty="0"/>
              <a:t>signos de carencia </a:t>
            </a:r>
            <a:r>
              <a:rPr lang="es-ES" sz="1400" dirty="0" smtClean="0"/>
              <a:t>o incomodidad </a:t>
            </a:r>
            <a:r>
              <a:rPr lang="es-ES" sz="1400" dirty="0"/>
              <a:t>en aspectos tales</a:t>
            </a:r>
          </a:p>
          <a:p>
            <a:r>
              <a:rPr lang="es-ES" sz="1400" dirty="0"/>
              <a:t>como: hambre y sed</a:t>
            </a:r>
            <a:r>
              <a:rPr lang="es-ES" sz="1400" dirty="0" smtClean="0"/>
              <a:t>, eliminación</a:t>
            </a:r>
            <a:r>
              <a:rPr lang="es-ES" sz="1400" dirty="0"/>
              <a:t>, temperatura</a:t>
            </a:r>
            <a:r>
              <a:rPr lang="es-ES" sz="1400" dirty="0" smtClean="0"/>
              <a:t>, higiene</a:t>
            </a:r>
            <a:r>
              <a:rPr lang="es-ES" sz="1400" dirty="0"/>
              <a:t>.</a:t>
            </a:r>
          </a:p>
          <a:p>
            <a:r>
              <a:rPr lang="es-ES" sz="1400" dirty="0"/>
              <a:t>• Ayudar a los cuidadores </a:t>
            </a:r>
            <a:r>
              <a:rPr lang="es-ES" sz="1400" dirty="0" smtClean="0"/>
              <a:t>a afrontar comportamientos difíciles </a:t>
            </a:r>
            <a:r>
              <a:rPr lang="es-ES" sz="1400" dirty="0"/>
              <a:t>como: </a:t>
            </a:r>
            <a:r>
              <a:rPr lang="es-ES" sz="1400" dirty="0" smtClean="0"/>
              <a:t>preguntas repetitivas</a:t>
            </a:r>
            <a:r>
              <a:rPr lang="es-ES" sz="1400" dirty="0"/>
              <a:t>, pérdida de </a:t>
            </a:r>
            <a:r>
              <a:rPr lang="es-ES" sz="1200" dirty="0"/>
              <a:t>objetos</a:t>
            </a:r>
            <a:r>
              <a:rPr lang="es-ES" sz="1200" dirty="0" smtClean="0"/>
              <a:t>, alucinaciones</a:t>
            </a:r>
            <a:r>
              <a:rPr lang="es-ES" sz="1200" dirty="0"/>
              <a:t>, inquietud </a:t>
            </a:r>
            <a:r>
              <a:rPr lang="es-ES" sz="1200" dirty="0" smtClean="0"/>
              <a:t>y  agitación</a:t>
            </a:r>
            <a:r>
              <a:rPr lang="es-ES" sz="1200" dirty="0"/>
              <a:t>, irritabilidad </a:t>
            </a:r>
            <a:r>
              <a:rPr lang="es-ES" sz="1200" dirty="0" smtClean="0"/>
              <a:t>y agresividad</a:t>
            </a:r>
            <a:endParaRPr lang="es-ES" sz="1200" dirty="0"/>
          </a:p>
        </p:txBody>
      </p:sp>
      <p:sp>
        <p:nvSpPr>
          <p:cNvPr id="7" name="Rectángulo redondeado 6"/>
          <p:cNvSpPr/>
          <p:nvPr/>
        </p:nvSpPr>
        <p:spPr>
          <a:xfrm>
            <a:off x="6266329" y="1344706"/>
            <a:ext cx="5161429" cy="53115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s-ES" sz="1400" b="1" dirty="0"/>
              <a:t>Adulto Mayor y Cuidadores</a:t>
            </a:r>
          </a:p>
          <a:p>
            <a:r>
              <a:rPr lang="es-ES" sz="1400" dirty="0"/>
              <a:t>• El adulto mayor y sus </a:t>
            </a:r>
            <a:r>
              <a:rPr lang="es-ES" sz="1400" dirty="0" smtClean="0"/>
              <a:t>cuidadores verbalizarán </a:t>
            </a:r>
            <a:r>
              <a:rPr lang="es-ES" sz="1400" dirty="0"/>
              <a:t>sus miedos</a:t>
            </a:r>
            <a:r>
              <a:rPr lang="es-ES" sz="1400" dirty="0" smtClean="0"/>
              <a:t>, inquietudes </a:t>
            </a:r>
            <a:r>
              <a:rPr lang="es-ES" sz="1400" dirty="0"/>
              <a:t>y expectativas.</a:t>
            </a:r>
          </a:p>
          <a:p>
            <a:r>
              <a:rPr lang="es-ES" sz="1400" dirty="0"/>
              <a:t>• Colabora de buena forma para </a:t>
            </a:r>
            <a:r>
              <a:rPr lang="es-ES" sz="1400" dirty="0" smtClean="0"/>
              <a:t>la aplicación </a:t>
            </a:r>
            <a:r>
              <a:rPr lang="es-ES" sz="1400" dirty="0"/>
              <a:t>de los </a:t>
            </a:r>
            <a:r>
              <a:rPr lang="es-ES" sz="1400" dirty="0" smtClean="0"/>
              <a:t>instrumentos </a:t>
            </a:r>
            <a:endParaRPr lang="es-ES" sz="1400" dirty="0"/>
          </a:p>
          <a:p>
            <a:r>
              <a:rPr lang="es-ES" sz="1400" dirty="0"/>
              <a:t>• Aplicará algunas </a:t>
            </a:r>
            <a:r>
              <a:rPr lang="es-ES" sz="1400" dirty="0" smtClean="0"/>
              <a:t>acciones aprendidas </a:t>
            </a:r>
            <a:r>
              <a:rPr lang="es-ES" sz="1400" dirty="0"/>
              <a:t>tales como: </a:t>
            </a:r>
            <a:r>
              <a:rPr lang="es-ES" sz="1400" dirty="0" smtClean="0"/>
              <a:t>mantener horarios </a:t>
            </a:r>
            <a:r>
              <a:rPr lang="es-ES" sz="1400" dirty="0"/>
              <a:t>fijos de alimentación </a:t>
            </a:r>
            <a:r>
              <a:rPr lang="es-ES" sz="1400" dirty="0" smtClean="0"/>
              <a:t>y baño</a:t>
            </a:r>
            <a:r>
              <a:rPr lang="es-ES" sz="1400" dirty="0"/>
              <a:t>; dejara que </a:t>
            </a:r>
            <a:r>
              <a:rPr lang="es-ES" sz="1400" dirty="0" smtClean="0"/>
              <a:t>realicen pequeñas </a:t>
            </a:r>
            <a:r>
              <a:rPr lang="es-ES" sz="1400" dirty="0"/>
              <a:t>tareas mientras tenga</a:t>
            </a:r>
          </a:p>
          <a:p>
            <a:r>
              <a:rPr lang="es-ES" sz="1400" dirty="0"/>
              <a:t>posibilidad de hacerlas; Evitara </a:t>
            </a:r>
            <a:r>
              <a:rPr lang="es-ES" sz="1400" dirty="0" smtClean="0"/>
              <a:t>la exposición </a:t>
            </a:r>
            <a:r>
              <a:rPr lang="es-ES" sz="1400" dirty="0"/>
              <a:t>innecesaria de </a:t>
            </a:r>
            <a:r>
              <a:rPr lang="es-ES" sz="1400" dirty="0" smtClean="0"/>
              <a:t>sus comportamientos </a:t>
            </a:r>
            <a:r>
              <a:rPr lang="es-ES" sz="1400" dirty="0"/>
              <a:t>deficitarios;</a:t>
            </a:r>
          </a:p>
          <a:p>
            <a:r>
              <a:rPr lang="es-ES" sz="1400" dirty="0"/>
              <a:t>Evitara los conflictos; entrara en </a:t>
            </a:r>
            <a:r>
              <a:rPr lang="es-ES" sz="1400" dirty="0" smtClean="0"/>
              <a:t>el tema </a:t>
            </a:r>
            <a:r>
              <a:rPr lang="es-ES" sz="1400" dirty="0"/>
              <a:t>que el adulto mayor </a:t>
            </a:r>
            <a:r>
              <a:rPr lang="es-ES" sz="1400" dirty="0" smtClean="0"/>
              <a:t>le propone </a:t>
            </a:r>
            <a:r>
              <a:rPr lang="es-ES" sz="1400" dirty="0"/>
              <a:t>sin burlarse de él;</a:t>
            </a:r>
          </a:p>
          <a:p>
            <a:r>
              <a:rPr lang="es-ES" sz="1400" dirty="0"/>
              <a:t>Estimulara conversar lo que </a:t>
            </a:r>
            <a:r>
              <a:rPr lang="es-ES" sz="1400" dirty="0" smtClean="0"/>
              <a:t>aún recuerda </a:t>
            </a:r>
            <a:r>
              <a:rPr lang="es-ES" sz="1400" dirty="0"/>
              <a:t>sobretodo si </a:t>
            </a:r>
            <a:r>
              <a:rPr lang="es-ES" sz="1400" dirty="0" smtClean="0"/>
              <a:t>son recuerdos </a:t>
            </a:r>
            <a:r>
              <a:rPr lang="es-ES" sz="1400" dirty="0"/>
              <a:t>positivos; Planificara </a:t>
            </a:r>
            <a:r>
              <a:rPr lang="es-ES" sz="1400" dirty="0" smtClean="0"/>
              <a:t>su rutina </a:t>
            </a:r>
            <a:r>
              <a:rPr lang="es-ES" sz="1400" dirty="0"/>
              <a:t>de ejercicios (caminar); </a:t>
            </a:r>
            <a:r>
              <a:rPr lang="es-ES" sz="1400" dirty="0" smtClean="0"/>
              <a:t>Lo integrara </a:t>
            </a:r>
            <a:r>
              <a:rPr lang="es-ES" sz="1400" dirty="0"/>
              <a:t>en actividades</a:t>
            </a:r>
          </a:p>
          <a:p>
            <a:r>
              <a:rPr lang="es-ES" sz="1400" dirty="0"/>
              <a:t>recreativas importantes para él.</a:t>
            </a:r>
          </a:p>
          <a:p>
            <a:r>
              <a:rPr lang="es-ES" sz="1400" dirty="0"/>
              <a:t>• Explicara sus nuevos canales </a:t>
            </a:r>
            <a:r>
              <a:rPr lang="es-ES" sz="1400" dirty="0" smtClean="0"/>
              <a:t>de comunicación</a:t>
            </a:r>
            <a:endParaRPr lang="es-ES" sz="1400" dirty="0"/>
          </a:p>
          <a:p>
            <a:r>
              <a:rPr lang="es-ES" sz="1400" dirty="0"/>
              <a:t>• Aplicara medidas de seguridad </a:t>
            </a:r>
            <a:r>
              <a:rPr lang="es-ES" sz="1400" dirty="0" smtClean="0"/>
              <a:t>en la </a:t>
            </a:r>
            <a:r>
              <a:rPr lang="es-ES" sz="1400" dirty="0"/>
              <a:t>casa</a:t>
            </a:r>
          </a:p>
          <a:p>
            <a:r>
              <a:rPr lang="es-ES" sz="1400" dirty="0"/>
              <a:t>• Explicara signos y síntomas </a:t>
            </a:r>
            <a:r>
              <a:rPr lang="es-ES" sz="1400" dirty="0" smtClean="0"/>
              <a:t>de incomodidad </a:t>
            </a:r>
            <a:r>
              <a:rPr lang="es-ES" sz="1400" dirty="0"/>
              <a:t>del adulto mayor</a:t>
            </a:r>
          </a:p>
          <a:p>
            <a:r>
              <a:rPr lang="es-ES" sz="1400" dirty="0"/>
              <a:t>• Los cuidadores pedirán </a:t>
            </a:r>
            <a:r>
              <a:rPr lang="es-ES" sz="1400" dirty="0" smtClean="0"/>
              <a:t>ayuda cuando </a:t>
            </a:r>
            <a:r>
              <a:rPr lang="es-ES" sz="1400" dirty="0"/>
              <a:t>lo necesiten</a:t>
            </a:r>
            <a:endParaRPr lang="es-ES" sz="1400" dirty="0"/>
          </a:p>
        </p:txBody>
      </p:sp>
    </p:spTree>
    <p:extLst>
      <p:ext uri="{BB962C8B-B14F-4D97-AF65-F5344CB8AC3E}">
        <p14:creationId xmlns:p14="http://schemas.microsoft.com/office/powerpoint/2010/main" val="1938969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pic>
        <p:nvPicPr>
          <p:cNvPr id="4" name="Picture 2" descr="old_alone_man"/>
          <p:cNvPicPr>
            <a:picLocks noGrp="1" noChangeAspect="1" noChangeArrowheads="1"/>
          </p:cNvPicPr>
          <p:nvPr>
            <p:ph idx="1"/>
          </p:nvPr>
        </p:nvPicPr>
        <p:blipFill>
          <a:blip r:embed="rId2"/>
          <a:srcRect/>
          <a:stretch>
            <a:fillRect/>
          </a:stretch>
        </p:blipFill>
        <p:spPr bwMode="auto">
          <a:xfrm>
            <a:off x="941294" y="624110"/>
            <a:ext cx="10260106" cy="5897714"/>
          </a:xfrm>
          <a:prstGeom prst="rect">
            <a:avLst/>
          </a:prstGeom>
          <a:noFill/>
          <a:ln w="9525">
            <a:noFill/>
            <a:miter lim="800000"/>
            <a:headEnd/>
            <a:tailEnd/>
          </a:ln>
        </p:spPr>
      </p:pic>
      <p:sp>
        <p:nvSpPr>
          <p:cNvPr id="5" name="Rectángulo 4"/>
          <p:cNvSpPr/>
          <p:nvPr/>
        </p:nvSpPr>
        <p:spPr>
          <a:xfrm>
            <a:off x="5963818" y="981670"/>
            <a:ext cx="3491661" cy="923330"/>
          </a:xfrm>
          <a:prstGeom prst="rect">
            <a:avLst/>
          </a:prstGeom>
          <a:noFill/>
        </p:spPr>
        <p:txBody>
          <a:bodyPr wrap="none" lIns="91440" tIns="45720" rIns="91440" bIns="45720">
            <a:spAutoFit/>
          </a:bodyPr>
          <a:lstStyle/>
          <a:p>
            <a:pPr algn="ctr"/>
            <a:r>
              <a:rPr lang="es-ES" sz="5400" b="0" cap="none" spc="0" dirty="0" smtClean="0">
                <a:ln w="0"/>
                <a:solidFill>
                  <a:schemeClr val="tx1"/>
                </a:solidFill>
                <a:effectLst>
                  <a:outerShdw blurRad="38100" dist="19050" dir="2700000" algn="tl" rotWithShape="0">
                    <a:schemeClr val="dk1">
                      <a:alpha val="40000"/>
                    </a:schemeClr>
                  </a:outerShdw>
                </a:effectLst>
              </a:rPr>
              <a:t>GRACIAS </a:t>
            </a:r>
            <a:endParaRPr lang="es-E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10123650"/>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102</TotalTime>
  <Words>2122</Words>
  <Application>Microsoft Office PowerPoint</Application>
  <PresentationFormat>Panorámica</PresentationFormat>
  <Paragraphs>276</Paragraphs>
  <Slides>21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Arial</vt:lpstr>
      <vt:lpstr>Calibri</vt:lpstr>
      <vt:lpstr>Century Gothic</vt:lpstr>
      <vt:lpstr>Times New Roman</vt:lpstr>
      <vt:lpstr>Wingdings 3</vt:lpstr>
      <vt:lpstr>Espiral</vt:lpstr>
      <vt:lpstr>DEPRESION Y DEMENCIA EN EL ADULTO MAYOR </vt:lpstr>
      <vt:lpstr>Presentación de PowerPoint</vt:lpstr>
      <vt:lpstr>Presentación de PowerPoint</vt:lpstr>
      <vt:lpstr>Síntomas </vt:lpstr>
      <vt:lpstr>Presentación de PowerPoint</vt:lpstr>
      <vt:lpstr>Presentación de PowerPoint</vt:lpstr>
      <vt:lpstr>Presentación de PowerPoint</vt:lpstr>
      <vt:lpstr>Presentación de PowerPoint</vt:lpstr>
      <vt:lpstr>CLASIFICACION </vt:lpstr>
      <vt:lpstr>SEGÚN EL GRADODE COMPROMISO </vt:lpstr>
      <vt:lpstr>DIAGNOSTICO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DEPRESION Y DEMENCIA EN EL ADULTO MAYOR</dc:title>
  <dc:creator>PC</dc:creator>
  <cp:lastModifiedBy>PC</cp:lastModifiedBy>
  <cp:revision>12</cp:revision>
  <dcterms:created xsi:type="dcterms:W3CDTF">2014-11-22T02:25:47Z</dcterms:created>
  <dcterms:modified xsi:type="dcterms:W3CDTF">2014-11-22T04:08:24Z</dcterms:modified>
</cp:coreProperties>
</file>