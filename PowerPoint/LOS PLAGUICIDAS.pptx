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AFC6D58-531F-446E-B909-FF20F5E84590}" type="datetimeFigureOut">
              <a:rPr lang="es-BO" smtClean="0"/>
              <a:t>04/09/2010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534B379-50FC-45B4-BE22-04EB42822C9C}" type="slidenum">
              <a:rPr lang="es-BO" smtClean="0"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LOS PLAGUICIDAS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B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Que son los plaguicidas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Son </a:t>
            </a:r>
            <a:r>
              <a:rPr lang="es-BO" dirty="0" err="1" smtClean="0"/>
              <a:t>quimicos</a:t>
            </a:r>
            <a:r>
              <a:rPr lang="es-BO" dirty="0" smtClean="0"/>
              <a:t> utilizados para matar insectos roedores y maleza, que dañan los cultivos y producen problemas en la salud.</a:t>
            </a:r>
            <a:endParaRPr lang="es-B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Uso de los plaguicidas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Son parte de la industria que usa la maquinaria </a:t>
            </a:r>
            <a:r>
              <a:rPr lang="es-BO" dirty="0" err="1" smtClean="0"/>
              <a:t>agricola</a:t>
            </a:r>
            <a:r>
              <a:rPr lang="es-BO" dirty="0" smtClean="0"/>
              <a:t>, sistema de riego gigantes y trabajadores mal pagados para producir grandes cantidades de cultivos.</a:t>
            </a:r>
          </a:p>
          <a:p>
            <a:r>
              <a:rPr lang="es-BO" dirty="0" smtClean="0"/>
              <a:t>Los plaguicidas son una parte de un sistema injusto </a:t>
            </a:r>
            <a:r>
              <a:rPr lang="es-BO" dirty="0" err="1" smtClean="0"/>
              <a:t>quehace</a:t>
            </a:r>
            <a:r>
              <a:rPr lang="es-BO" dirty="0" smtClean="0"/>
              <a:t> rica a apoca  gente y enferma a los </a:t>
            </a:r>
            <a:r>
              <a:rPr lang="es-BO" dirty="0" err="1" smtClean="0"/>
              <a:t>demas</a:t>
            </a:r>
            <a:r>
              <a:rPr lang="es-BO" dirty="0" smtClean="0"/>
              <a:t>.</a:t>
            </a:r>
            <a:endParaRPr lang="es-B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s-BO" dirty="0" smtClean="0"/>
              <a:t>Como enferman los plaguicidas a la gente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A través de:</a:t>
            </a:r>
          </a:p>
          <a:p>
            <a:r>
              <a:rPr lang="es-BO" dirty="0" smtClean="0"/>
              <a:t>La piel </a:t>
            </a:r>
          </a:p>
          <a:p>
            <a:r>
              <a:rPr lang="es-BO" dirty="0" smtClean="0"/>
              <a:t>Los ojos</a:t>
            </a:r>
          </a:p>
          <a:p>
            <a:r>
              <a:rPr lang="es-BO" dirty="0" smtClean="0"/>
              <a:t>La boca</a:t>
            </a:r>
          </a:p>
          <a:p>
            <a:r>
              <a:rPr lang="es-BO" dirty="0" smtClean="0"/>
              <a:t>El aire</a:t>
            </a:r>
          </a:p>
          <a:p>
            <a:r>
              <a:rPr lang="es-BO" dirty="0" smtClean="0"/>
              <a:t>Causa muchos problemas en la salud.</a:t>
            </a:r>
            <a:endParaRPr lang="es-B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Señas de envenenamiento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Nariz y boca.- moquear y babear</a:t>
            </a:r>
          </a:p>
          <a:p>
            <a:r>
              <a:rPr lang="es-BO" dirty="0" smtClean="0"/>
              <a:t>Cabeza ojos.- problemas de las pupilas dolores de cabeza.</a:t>
            </a:r>
          </a:p>
          <a:p>
            <a:r>
              <a:rPr lang="es-BO" dirty="0" smtClean="0"/>
              <a:t>Estomago.- diarreas</a:t>
            </a:r>
          </a:p>
          <a:p>
            <a:r>
              <a:rPr lang="es-BO" dirty="0" smtClean="0"/>
              <a:t>Manos.- uñas quebradizas</a:t>
            </a:r>
          </a:p>
          <a:p>
            <a:r>
              <a:rPr lang="es-BO" dirty="0" smtClean="0"/>
              <a:t>Piernas y brazos.- calambres contracciones musculares.</a:t>
            </a:r>
          </a:p>
          <a:p>
            <a:r>
              <a:rPr lang="es-BO" dirty="0" smtClean="0"/>
              <a:t>Piel.- picazón, salpullido, ardor.</a:t>
            </a:r>
            <a:endParaRPr lang="es-BO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Plaguicidas afectan mas a los niños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Señas de envenenamiento:</a:t>
            </a:r>
          </a:p>
          <a:p>
            <a:r>
              <a:rPr lang="es-BO" dirty="0" smtClean="0"/>
              <a:t>Los plaguicidas afectan mas a los niños que a los adultos:</a:t>
            </a:r>
          </a:p>
          <a:p>
            <a:r>
              <a:rPr lang="es-BO" dirty="0" smtClean="0"/>
              <a:t>Cansancio</a:t>
            </a:r>
          </a:p>
          <a:p>
            <a:r>
              <a:rPr lang="es-BO" dirty="0" smtClean="0"/>
              <a:t>Ataques y temblores</a:t>
            </a:r>
          </a:p>
          <a:p>
            <a:r>
              <a:rPr lang="es-BO" dirty="0" smtClean="0"/>
              <a:t>Desmayos</a:t>
            </a:r>
          </a:p>
          <a:p>
            <a:r>
              <a:rPr lang="es-BO" dirty="0" smtClean="0"/>
              <a:t>Alergias </a:t>
            </a:r>
          </a:p>
          <a:p>
            <a:r>
              <a:rPr lang="es-BO" dirty="0" smtClean="0"/>
              <a:t>Dificultad en el </a:t>
            </a:r>
            <a:r>
              <a:rPr lang="es-BO" dirty="0" err="1" smtClean="0"/>
              <a:t>aprendisaje</a:t>
            </a:r>
            <a:r>
              <a:rPr lang="es-BO" dirty="0" smtClean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Tratamiento para los plaguicidas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Quitarse la ropa rápido</a:t>
            </a:r>
          </a:p>
          <a:p>
            <a:r>
              <a:rPr lang="es-BO" dirty="0" smtClean="0"/>
              <a:t>Lavarse inmediatamente con agua y jabón</a:t>
            </a:r>
          </a:p>
          <a:p>
            <a:r>
              <a:rPr lang="es-BO" dirty="0" smtClean="0"/>
              <a:t>Lavarse el ojo durante 5 minutos</a:t>
            </a:r>
          </a:p>
          <a:p>
            <a:r>
              <a:rPr lang="es-BO" dirty="0" smtClean="0"/>
              <a:t>Si la piel es quemada por plaguicidas</a:t>
            </a:r>
          </a:p>
          <a:p>
            <a:r>
              <a:rPr lang="es-BO" dirty="0" smtClean="0"/>
              <a:t>Enjuáguese bien con agua y a tiempo</a:t>
            </a:r>
          </a:p>
          <a:p>
            <a:r>
              <a:rPr lang="es-BO" dirty="0" smtClean="0"/>
              <a:t>No aplique ninguna loción</a:t>
            </a:r>
          </a:p>
          <a:p>
            <a:r>
              <a:rPr lang="es-BO" dirty="0" smtClean="0"/>
              <a:t>No reviente las ampollas</a:t>
            </a:r>
          </a:p>
          <a:p>
            <a:r>
              <a:rPr lang="es-BO" dirty="0" smtClean="0"/>
              <a:t>Cubrir la quemaduras.</a:t>
            </a:r>
            <a:endParaRPr lang="es-BO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Efectos a largo plazo de los plaguicidas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En adultos puede tomar 5, 10, 20, 30 años para enfermarse tras la exposición continua.</a:t>
            </a:r>
          </a:p>
          <a:p>
            <a:r>
              <a:rPr lang="es-BO" dirty="0" smtClean="0"/>
              <a:t>Muchos de los efectos son difíciles de ver ya que la gente esta expuesta a diferente tipos de </a:t>
            </a:r>
            <a:r>
              <a:rPr lang="es-BO" dirty="0" err="1" smtClean="0"/>
              <a:t>quimicos</a:t>
            </a:r>
            <a:r>
              <a:rPr lang="es-BO" dirty="0" smtClean="0"/>
              <a:t>.</a:t>
            </a:r>
          </a:p>
          <a:p>
            <a:r>
              <a:rPr lang="es-BO" dirty="0" smtClean="0"/>
              <a:t>Las enfermedades son:</a:t>
            </a:r>
          </a:p>
          <a:p>
            <a:r>
              <a:rPr lang="es-BO" dirty="0" smtClean="0"/>
              <a:t>Cáncer en diferentes partes del cuerpo.</a:t>
            </a:r>
          </a:p>
          <a:p>
            <a:r>
              <a:rPr lang="es-BO" dirty="0" smtClean="0"/>
              <a:t>Otros estudios malformaciones y discapacidades en neonatos.</a:t>
            </a:r>
          </a:p>
          <a:p>
            <a:endParaRPr lang="es-B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Efectos de los plaguicidas sobre la reproducción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Los hombres pueden volverse estériles </a:t>
            </a:r>
          </a:p>
          <a:p>
            <a:r>
              <a:rPr lang="es-BO" dirty="0" smtClean="0"/>
              <a:t>La mujeres infecundas</a:t>
            </a:r>
          </a:p>
          <a:p>
            <a:r>
              <a:rPr lang="es-BO" dirty="0" smtClean="0"/>
              <a:t>Defectos en el nacimiento</a:t>
            </a:r>
          </a:p>
          <a:p>
            <a:r>
              <a:rPr lang="es-BO" dirty="0" smtClean="0"/>
              <a:t>Los químicos  entran en el cuerpo de la mujer y luego aparecer en la leche materna. Pero los beneficios de la lactancia son mucho mayores que la posibilidad de daño por plaguicidas.</a:t>
            </a:r>
            <a:endParaRPr lang="es-B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Envenenamiento por plaguicidas puede parecerse a otras enfermedades.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 smtClean="0"/>
              <a:t>El envenenamiento por plaguicidas  tiene diferentes señas. Se puede confundir con un resfrió común, reacción alérgica, problemas con el estomago.</a:t>
            </a:r>
          </a:p>
          <a:p>
            <a:endParaRPr lang="es-BO" dirty="0" smtClean="0"/>
          </a:p>
          <a:p>
            <a:r>
              <a:rPr lang="es-BO" dirty="0" smtClean="0"/>
              <a:t>La manera de saber  preguntar si trabajan con plaguicidas.</a:t>
            </a:r>
            <a:endParaRPr lang="es-B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Reducción del uso de los plaguicidas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98</TotalTime>
  <Words>393</Words>
  <Application>Microsoft Office PowerPoint</Application>
  <PresentationFormat>Presentación en pantalla (4:3)</PresentationFormat>
  <Paragraphs>53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Flujo</vt:lpstr>
      <vt:lpstr>LOS PLAGUICIDAS</vt:lpstr>
      <vt:lpstr>Que son los plaguicidas</vt:lpstr>
      <vt:lpstr>Uso de los plaguicidas</vt:lpstr>
      <vt:lpstr>Como enferman los plaguicidas a la gente</vt:lpstr>
      <vt:lpstr>Señas de envenenamiento</vt:lpstr>
      <vt:lpstr>Plaguicidas afectan mas a los niños</vt:lpstr>
      <vt:lpstr>Tratamiento para los plaguicidas</vt:lpstr>
      <vt:lpstr>Efectos a largo plazo de los plaguicidas</vt:lpstr>
      <vt:lpstr>Efectos de los plaguicidas sobre la reproducción </vt:lpstr>
      <vt:lpstr>Envenenamiento por plaguicidas puede parecerse a otras enfermedades.</vt:lpstr>
      <vt:lpstr>Reducción del uso de los plaguicidas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 PLAGUICIDAS</dc:title>
  <dc:creator>Lilian</dc:creator>
  <cp:lastModifiedBy>Lilian</cp:lastModifiedBy>
  <cp:revision>6</cp:revision>
  <dcterms:created xsi:type="dcterms:W3CDTF">2010-09-04T15:26:06Z</dcterms:created>
  <dcterms:modified xsi:type="dcterms:W3CDTF">2010-09-04T17:04:45Z</dcterms:modified>
</cp:coreProperties>
</file>