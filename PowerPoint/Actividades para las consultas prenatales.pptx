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BO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BO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E8D8D21-154C-4D73-AA51-0A85E15ED081}" type="datetimeFigureOut">
              <a:rPr lang="es-BO" smtClean="0"/>
              <a:t>12/11/2010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BO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9979968-04AA-4FD1-9AC4-773D9767C44A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286000" y="1428736"/>
            <a:ext cx="5786462" cy="1928826"/>
          </a:xfrm>
        </p:spPr>
        <p:txBody>
          <a:bodyPr/>
          <a:lstStyle/>
          <a:p>
            <a:pPr algn="ctr"/>
            <a:r>
              <a:rPr lang="es-BO" dirty="0" smtClean="0"/>
              <a:t>Actividades para las consultas prenatales</a:t>
            </a:r>
            <a:endParaRPr lang="es-BO" dirty="0"/>
          </a:p>
        </p:txBody>
      </p:sp>
      <p:pic>
        <p:nvPicPr>
          <p:cNvPr id="4" name="3 Imagen" descr="gran_desarrollo-embrionar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02" y="3857628"/>
            <a:ext cx="3507166" cy="2266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Introducción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dirty="0" smtClean="0"/>
              <a:t>La OPS menciona que una atención prenatal adecuada requiere de doce consultas distribuidas de la siguiente manera.</a:t>
            </a:r>
          </a:p>
        </p:txBody>
      </p:sp>
      <p:pic>
        <p:nvPicPr>
          <p:cNvPr id="4" name="3 Imagen" descr="9_seman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2" y="3357562"/>
            <a:ext cx="2619375" cy="2790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Controles prenatales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dirty="0" smtClean="0"/>
              <a:t>Una mensual durante los primeros 8 meses</a:t>
            </a:r>
          </a:p>
          <a:p>
            <a:r>
              <a:rPr lang="es-BO" dirty="0" smtClean="0"/>
              <a:t>Una cada semana en el noveno mes</a:t>
            </a:r>
          </a:p>
          <a:p>
            <a:endParaRPr lang="es-BO" dirty="0"/>
          </a:p>
        </p:txBody>
      </p:sp>
      <p:pic>
        <p:nvPicPr>
          <p:cNvPr id="4" name="3 Imagen" descr="605f_1191645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88" y="3143248"/>
            <a:ext cx="3976694" cy="29825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Consulta prenatal de calidad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dirty="0" smtClean="0"/>
              <a:t>Actividades en cronograma  durante todo el embarazo</a:t>
            </a:r>
          </a:p>
          <a:p>
            <a:r>
              <a:rPr lang="es-BO" dirty="0" smtClean="0"/>
              <a:t>La realidad es otra el promedio de consultas prenatales es muy limitado.</a:t>
            </a:r>
          </a:p>
          <a:p>
            <a:r>
              <a:rPr lang="es-BO" dirty="0" smtClean="0"/>
              <a:t>Cada consulta depende de la epidemiologia de los problemas maternos y perinatales frecuentes.</a:t>
            </a:r>
          </a:p>
          <a:p>
            <a:pPr>
              <a:buNone/>
            </a:pPr>
            <a:endParaRPr lang="es-B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Enfoque de prevención de discapacidades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dirty="0" smtClean="0"/>
              <a:t>La primera consulta lo mas precoz posible.</a:t>
            </a:r>
          </a:p>
          <a:p>
            <a:r>
              <a:rPr lang="es-BO" dirty="0" smtClean="0"/>
              <a:t>En aéreas de alto riesgo de tétanos neonatal, en base a la carencia del de efecto teratogenico del toxoide tetánico iniciar refuerzos de vacuna.</a:t>
            </a:r>
            <a:endParaRPr lang="es-BO" dirty="0"/>
          </a:p>
        </p:txBody>
      </p:sp>
      <p:pic>
        <p:nvPicPr>
          <p:cNvPr id="4" name="3 Imagen" descr="monitoreo-fe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70" y="3286124"/>
            <a:ext cx="4131639" cy="3007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BO" dirty="0" smtClean="0"/>
              <a:t>Esquema mínimo para la consulta prenatal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BO" dirty="0" smtClean="0"/>
              <a:t>Pre Natal recomienda:</a:t>
            </a:r>
          </a:p>
          <a:p>
            <a:r>
              <a:rPr lang="es-BO" dirty="0" smtClean="0"/>
              <a:t>Se debe instruir al personal de salud sobre la importancia del mismo y sobre su manejo.</a:t>
            </a:r>
          </a:p>
          <a:p>
            <a:r>
              <a:rPr lang="es-BO" dirty="0" smtClean="0"/>
              <a:t>El personal de salud de informara sobre el estado de real y la probabilidad de riesgo.</a:t>
            </a:r>
          </a:p>
          <a:p>
            <a:r>
              <a:rPr lang="es-BO" dirty="0" smtClean="0"/>
              <a:t>Informar sobre la importancia del documento para su atención y seguimiento.</a:t>
            </a:r>
          </a:p>
          <a:p>
            <a:r>
              <a:rPr lang="es-BO" dirty="0" smtClean="0"/>
              <a:t>Carnet </a:t>
            </a:r>
            <a:r>
              <a:rPr lang="es-BO" smtClean="0"/>
              <a:t>instrumento universal.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49</TotalTime>
  <Words>177</Words>
  <Application>Microsoft Office PowerPoint</Application>
  <PresentationFormat>Presentación en pantalla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Mirador</vt:lpstr>
      <vt:lpstr>Actividades para las consultas prenatales</vt:lpstr>
      <vt:lpstr>Introducción </vt:lpstr>
      <vt:lpstr>Controles prenatales</vt:lpstr>
      <vt:lpstr>Consulta prenatal de calidad</vt:lpstr>
      <vt:lpstr>Enfoque de prevención de discapacidades</vt:lpstr>
      <vt:lpstr>Esquema mínimo para la consulta prenatal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Actividades para las consultas prenatales</dc:title>
  <dc:creator>Lilian</dc:creator>
  <cp:lastModifiedBy>Lilian</cp:lastModifiedBy>
  <cp:revision>2</cp:revision>
  <dcterms:created xsi:type="dcterms:W3CDTF">2010-11-12T21:10:57Z</dcterms:created>
  <dcterms:modified xsi:type="dcterms:W3CDTF">2010-11-12T22:00:25Z</dcterms:modified>
</cp:coreProperties>
</file>