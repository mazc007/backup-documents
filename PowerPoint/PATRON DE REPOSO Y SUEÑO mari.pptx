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Marcador de contenido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s-E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23 Marcador de contenido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6" name="25 Marcador de contenido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  <p:sp>
        <p:nvSpPr>
          <p:cNvPr id="23" name="22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5 Rectángulo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20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AC489FB0-DCFE-41A0-992D-1E64221EDEC3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65D2BE-138C-4F89-BCDE-8950FCA38BDC}" type="slidenum">
              <a:rPr lang="es-ES" smtClean="0"/>
              <a:t>‹Nº›</a:t>
            </a:fld>
            <a:endParaRPr lang="es-E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23528" y="3356992"/>
            <a:ext cx="8424936" cy="2193776"/>
          </a:xfrm>
        </p:spPr>
        <p:txBody>
          <a:bodyPr/>
          <a:lstStyle/>
          <a:p>
            <a:pPr algn="just"/>
            <a:r>
              <a:rPr lang="es-ES" dirty="0"/>
              <a:t>Paciente refiere no descansar o dormir bien ocasionados por los ruidos que hay en el hospital)las visitas los ruidos que hacen personal de limpieza ,a veces por la calor que siente y también por periodos de dolor a nivel de herida quirúrgica refiere que estaría mejor en su casa que en el hospital</a:t>
            </a:r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b="1" dirty="0"/>
              <a:t>PATRON DE REPOSO Y SUEÑO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218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42801120"/>
              </p:ext>
            </p:extLst>
          </p:nvPr>
        </p:nvGraphicFramePr>
        <p:xfrm>
          <a:off x="1115616" y="1499743"/>
          <a:ext cx="7128792" cy="45765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160"/>
                <a:gridCol w="1224136"/>
                <a:gridCol w="1440160"/>
                <a:gridCol w="1440160"/>
                <a:gridCol w="1584176"/>
              </a:tblGrid>
              <a:tr h="3810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 dirty="0" err="1">
                          <a:effectLst/>
                        </a:rPr>
                        <a:t>Dx</a:t>
                      </a:r>
                      <a:r>
                        <a:rPr lang="es-BO" sz="1100" dirty="0">
                          <a:effectLst/>
                        </a:rPr>
                        <a:t> de enfermería</a:t>
                      </a:r>
                      <a:endParaRPr lang="es-ES" sz="11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7767" marR="6776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objetivo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7767" marR="6776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 dirty="0">
                          <a:effectLst/>
                        </a:rPr>
                        <a:t>intervenciones</a:t>
                      </a:r>
                      <a:endParaRPr lang="es-ES" sz="11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7767" marR="6776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Principio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científico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7767" marR="6776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evaluación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7767" marR="67767" marT="0" marB="0"/>
                </a:tc>
              </a:tr>
              <a:tr h="41910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TRASTORNO DEL PATRÓN DEL SUEÑO R/c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- Factores del entorno (p.ej., ruido ambiental, exposición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 la luz del día, /oscuridad, temperatura/humedad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ambiental, entorno no familiar).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7767" marR="6776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Fomentar el sueño.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Manejo ambiental: confort.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7767" marR="6776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Observar y registrar el número de horas de sueño 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Explicar la importancia de mantener un sueño adecuado para una mejor y pronta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recuperación.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Explicar a familiares los horarios más adecuados para las visitas.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Ventilar el ambiente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7767" marR="6776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 dirty="0">
                          <a:effectLst/>
                        </a:rPr>
                        <a:t> </a:t>
                      </a:r>
                      <a:endParaRPr lang="es-ES" sz="11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 dirty="0">
                          <a:effectLst/>
                        </a:rPr>
                        <a:t>El sueno restablece el equilibrio normal entre las distintas partes del sistema nervioso</a:t>
                      </a:r>
                      <a:endParaRPr lang="es-ES" sz="11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 dirty="0">
                          <a:effectLst/>
                        </a:rPr>
                        <a:t>Cuando existen periodos de aumento o disminución de la </a:t>
                      </a:r>
                      <a:r>
                        <a:rPr lang="es-BO" sz="1100" dirty="0" err="1">
                          <a:effectLst/>
                        </a:rPr>
                        <a:t>exitabilidad</a:t>
                      </a:r>
                      <a:r>
                        <a:rPr lang="es-BO" sz="1100" dirty="0">
                          <a:effectLst/>
                        </a:rPr>
                        <a:t> nerviosa todo el organismo se encuentra afectado durante el sueno</a:t>
                      </a:r>
                      <a:endParaRPr lang="es-ES" sz="11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7767" marR="6776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 dirty="0">
                          <a:effectLst/>
                        </a:rPr>
                        <a:t> </a:t>
                      </a:r>
                      <a:endParaRPr lang="es-ES" sz="11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 dirty="0">
                          <a:effectLst/>
                        </a:rPr>
                        <a:t>En comparación con el inicio paciente logra </a:t>
                      </a:r>
                      <a:r>
                        <a:rPr lang="es-BO" sz="1100" dirty="0" err="1">
                          <a:effectLst/>
                        </a:rPr>
                        <a:t>conciiar</a:t>
                      </a:r>
                      <a:r>
                        <a:rPr lang="es-BO" sz="1100" dirty="0">
                          <a:effectLst/>
                        </a:rPr>
                        <a:t> el sueno a través de las intervenciones de </a:t>
                      </a:r>
                      <a:r>
                        <a:rPr lang="es-BO" sz="1100" dirty="0" err="1">
                          <a:effectLst/>
                        </a:rPr>
                        <a:t>enfermeria</a:t>
                      </a:r>
                      <a:endParaRPr lang="es-ES" sz="11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7767" marR="67767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52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/>
              <a:t>PATRON COGNOSCITIVO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BO" b="1" dirty="0"/>
              <a:t>Paciente refiere sentirse bien sensorialmente pero que se encuentra desorientado confundido con respecto a su en </a:t>
            </a:r>
            <a:r>
              <a:rPr lang="es-BO" b="1" dirty="0" err="1"/>
              <a:t>fermedad</a:t>
            </a:r>
            <a:r>
              <a:rPr lang="es-BO" b="1" dirty="0"/>
              <a:t> a lo que le paso  dice que no logra entender algunos procedimientos que le </a:t>
            </a:r>
            <a:r>
              <a:rPr lang="es-BO" b="1" dirty="0" err="1"/>
              <a:t>hacenno</a:t>
            </a:r>
            <a:r>
              <a:rPr lang="es-BO" b="1" dirty="0"/>
              <a:t> sabe como será su recuperación a la alarga en no sabe que tipo de conducta tomara para su recuperación.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92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58426467"/>
              </p:ext>
            </p:extLst>
          </p:nvPr>
        </p:nvGraphicFramePr>
        <p:xfrm>
          <a:off x="1115616" y="1596136"/>
          <a:ext cx="6912768" cy="34701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160"/>
                <a:gridCol w="1152128"/>
                <a:gridCol w="1415435"/>
                <a:gridCol w="1392877"/>
                <a:gridCol w="1512168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Dx de enfermería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objetivo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intervenciones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Principio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científico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evaluación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Conocimientos deficientes  r-c la poca familiaridad con los recursos para obtener la informacion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Promover una enseñanza de educación sanitaria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Explicar la fisiopatología de la enfermedad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Establecer metas de aprendizaje con el paciente a través de experiencias vividas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Seleccionar materiales educativos como graficos dibujos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Atender sus preguntas y responder sus inquietudes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Lo que una persona aprend en una situación determunada depende de lo que percibe </a:t>
                      </a:r>
                      <a:endParaRPr lang="es-ES" sz="1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>
                          <a:effectLst/>
                        </a:rPr>
                        <a:t>Todo comportamiento es una función de las relaciones que existen entre hechos anteriores especificos</a:t>
                      </a:r>
                      <a:endParaRPr lang="es-ES" sz="11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 dirty="0">
                          <a:effectLst/>
                        </a:rPr>
                        <a:t> </a:t>
                      </a:r>
                      <a:endParaRPr lang="es-ES" sz="11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100" dirty="0">
                          <a:effectLst/>
                        </a:rPr>
                        <a:t>Paciente comienza actuar en base a la explicación brindada por la enfermera</a:t>
                      </a:r>
                      <a:endParaRPr lang="es-ES" sz="11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57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7</TotalTime>
  <Words>129</Words>
  <Application>Microsoft Office PowerPoint</Application>
  <PresentationFormat>Presentación en pantalla (4:3)</PresentationFormat>
  <Paragraphs>67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Civil</vt:lpstr>
      <vt:lpstr>PATRON DE REPOSO Y SUEÑO</vt:lpstr>
      <vt:lpstr>Presentación de PowerPoint</vt:lpstr>
      <vt:lpstr>PATRON COGNOSCITIVO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PATRON DE REPOSO Y SUEÑO</dc:title>
  <dc:creator>Toshiba</dc:creator>
  <cp:lastModifiedBy>LILI</cp:lastModifiedBy>
  <cp:revision>1</cp:revision>
  <dcterms:created xsi:type="dcterms:W3CDTF">2013-09-19T22:39:43Z</dcterms:created>
  <dcterms:modified xsi:type="dcterms:W3CDTF">2013-09-20T02:32:51Z</dcterms:modified>
</cp:coreProperties>
</file>