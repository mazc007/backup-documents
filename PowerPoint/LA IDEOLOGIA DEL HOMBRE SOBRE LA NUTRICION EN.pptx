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85275DA-3768-49E3-878C-3F62F5250911}" type="datetimeFigureOut">
              <a:rPr lang="es-BO" smtClean="0"/>
              <a:t>26/03/2011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15C57D-DB07-4836-A64E-BBA6927580CB}" type="slidenum">
              <a:rPr lang="es-BO" smtClean="0"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/>
              <a:t>LA IDEOLOGIA DEL HOMBRE SOBRE LA NUTRICION EN LA ETAPA DE LA GESTACION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Elaborado por: Lic. Christian </a:t>
            </a:r>
            <a:r>
              <a:rPr lang="es-BO" dirty="0" err="1" smtClean="0"/>
              <a:t>Jimenez</a:t>
            </a:r>
            <a:endParaRPr lang="es-BO" dirty="0" smtClean="0"/>
          </a:p>
          <a:p>
            <a:r>
              <a:rPr lang="es-BO" dirty="0" smtClean="0"/>
              <a:t>                      Lic. Cecilia Rafael</a:t>
            </a:r>
          </a:p>
          <a:p>
            <a:r>
              <a:rPr lang="es-BO" dirty="0" smtClean="0"/>
              <a:t>                      Lic. </a:t>
            </a:r>
            <a:r>
              <a:rPr lang="es-BO" dirty="0" err="1" smtClean="0"/>
              <a:t>Lilian</a:t>
            </a:r>
            <a:r>
              <a:rPr lang="es-BO" dirty="0" smtClean="0"/>
              <a:t> Zapata</a:t>
            </a:r>
            <a:endParaRPr lang="es-B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/>
              <a:t> SINTESIS DEL PROBLEMA</a:t>
            </a:r>
            <a:r>
              <a:rPr lang="es-BO" b="1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La creencia del hombre de que</a:t>
            </a:r>
            <a:r>
              <a:rPr lang="es-BO" dirty="0" smtClean="0"/>
              <a:t>, la nutrición  </a:t>
            </a:r>
            <a:r>
              <a:rPr lang="es-BO" dirty="0"/>
              <a:t>no es un factor importante </a:t>
            </a:r>
            <a:r>
              <a:rPr lang="es-BO" dirty="0" smtClean="0"/>
              <a:t>antes, </a:t>
            </a:r>
            <a:r>
              <a:rPr lang="es-BO" dirty="0"/>
              <a:t>durante y después del </a:t>
            </a:r>
            <a:r>
              <a:rPr lang="es-BO" dirty="0" smtClean="0"/>
              <a:t>embarazo  puede </a:t>
            </a:r>
            <a:r>
              <a:rPr lang="es-BO" dirty="0"/>
              <a:t>ocasionar </a:t>
            </a:r>
            <a:r>
              <a:rPr lang="es-BO" dirty="0" smtClean="0"/>
              <a:t>discapacidades en el bebe por nacer.</a:t>
            </a:r>
          </a:p>
          <a:p>
            <a:r>
              <a:rPr lang="es-BO" dirty="0" smtClean="0"/>
              <a:t>Un factor importante es el nivel </a:t>
            </a:r>
            <a:r>
              <a:rPr lang="es-BO" dirty="0" err="1" smtClean="0"/>
              <a:t>socioeconomico</a:t>
            </a:r>
            <a:r>
              <a:rPr lang="es-BO" dirty="0" smtClean="0"/>
              <a:t>. </a:t>
            </a:r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/>
          </a:p>
          <a:p>
            <a:r>
              <a:rPr lang="es-BO" i="1" dirty="0"/>
              <a:t>La Agencia de Noticias </a:t>
            </a:r>
            <a:r>
              <a:rPr lang="es-BO" i="1" dirty="0" err="1"/>
              <a:t>Fides</a:t>
            </a:r>
            <a:r>
              <a:rPr lang="es-BO" i="1" dirty="0"/>
              <a:t>, señala, que en Bolivia el impacto de la desnutrición significó más de 28.000 casos en la población menor de 5 años. </a:t>
            </a:r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JUSTIFICACION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El déficit de vitaminas y minerales llamada también “hambre oculta” afecta a grandes sectores de la población boliviana, sobre todo niños de 1 a 5 años, mujeres </a:t>
            </a:r>
            <a:r>
              <a:rPr lang="es-BO" dirty="0" smtClean="0"/>
              <a:t>embarazadas.</a:t>
            </a:r>
            <a:endParaRPr lang="es-BO" dirty="0"/>
          </a:p>
          <a:p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OBJETIVO GENERAL DE LA POBLACION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BO" dirty="0"/>
              <a:t> </a:t>
            </a:r>
          </a:p>
          <a:p>
            <a:r>
              <a:rPr lang="es-ES_tradnl" dirty="0"/>
              <a:t>Lograr que  hombres y mujeres de 20 a 42 años, que asisten al centro de salud Jaihuayco reconozcan que   la  mala alimentación  antes y después del embarazo son un peligro para el bebe,  para  la formación de discapacidades.      </a:t>
            </a:r>
            <a:endParaRPr lang="es-BO" dirty="0"/>
          </a:p>
          <a:p>
            <a:pPr>
              <a:buNone/>
            </a:pPr>
            <a:r>
              <a:rPr lang="es-ES_tradnl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BO" dirty="0"/>
          </a:p>
          <a:p>
            <a:endParaRPr lang="es-B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OBJETIVOS ESPECÍFICOS POBLACIÓN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es-BO" dirty="0" smtClean="0"/>
          </a:p>
          <a:p>
            <a:r>
              <a:rPr lang="es-BO" dirty="0" smtClean="0"/>
              <a:t>Elaborar  material de difusión para Identificar las consecuencias de la mala alimentación durante los primeros tres meses de gestación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Establecer en el hombre la importancia de los alimentos como parte del desarrollo del bebe 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Desarrollar charlas a la población sobre los  beneficios de la alimentación antes durante y después del embarazo.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b="1" dirty="0" smtClean="0"/>
              <a:t>OBJETIVO GENERAL  INSTITUCIONAL</a:t>
            </a:r>
          </a:p>
          <a:p>
            <a:r>
              <a:rPr lang="es-BO" dirty="0" smtClean="0"/>
              <a:t> </a:t>
            </a:r>
          </a:p>
          <a:p>
            <a:r>
              <a:rPr lang="es-ES_tradnl" dirty="0" smtClean="0"/>
              <a:t>Lograr que el centro de Salud Jaihuayco difunda e informe a la población gestante sobre  la importancia de los alimentos durante la gestación y después del nacimiento para el buen desarrollo del bebe y la salud de la madre.</a:t>
            </a:r>
            <a:endParaRPr lang="es-BO" dirty="0" smtClean="0"/>
          </a:p>
          <a:p>
            <a:r>
              <a:rPr lang="es-ES_tradnl" dirty="0" smtClean="0"/>
              <a:t> </a:t>
            </a:r>
            <a:endParaRPr lang="es-BO" dirty="0" smtClean="0"/>
          </a:p>
          <a:p>
            <a:r>
              <a:rPr lang="es-ES_tradnl" dirty="0" smtClean="0"/>
              <a:t> </a:t>
            </a:r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OBJETIVO ESPECIFICO INSTITUCIONAL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s-BO" dirty="0" smtClean="0"/>
          </a:p>
          <a:p>
            <a:r>
              <a:rPr lang="es-ES_tradnl" dirty="0" smtClean="0"/>
              <a:t> </a:t>
            </a:r>
            <a:endParaRPr lang="es-BO" dirty="0" smtClean="0"/>
          </a:p>
          <a:p>
            <a:endParaRPr lang="es-BO" dirty="0" smtClean="0"/>
          </a:p>
          <a:p>
            <a:r>
              <a:rPr lang="es-ES_tradnl" sz="2900" dirty="0" smtClean="0"/>
              <a:t>Proponer </a:t>
            </a:r>
            <a:r>
              <a:rPr lang="es-ES_tradnl" sz="2900" dirty="0" smtClean="0"/>
              <a:t>que el centro de salud difunda la importancia de los alimentos y sus consecuencias durante y después del embarazo.</a:t>
            </a:r>
            <a:endParaRPr lang="es-BO" sz="2900" dirty="0" smtClean="0"/>
          </a:p>
          <a:p>
            <a:r>
              <a:rPr lang="es-ES_tradnl" sz="2900" dirty="0" smtClean="0"/>
              <a:t> </a:t>
            </a:r>
            <a:endParaRPr lang="es-BO" sz="2900" dirty="0" smtClean="0"/>
          </a:p>
          <a:p>
            <a:r>
              <a:rPr lang="es-ES_tradnl" sz="2900" dirty="0" smtClean="0"/>
              <a:t>Desarrollar materiales de difusión.</a:t>
            </a:r>
            <a:endParaRPr lang="es-BO" sz="2900" dirty="0" smtClean="0"/>
          </a:p>
          <a:p>
            <a:r>
              <a:rPr lang="es-ES_tradnl" sz="2900" dirty="0" smtClean="0"/>
              <a:t> </a:t>
            </a:r>
            <a:endParaRPr lang="es-BO" sz="2900" dirty="0" smtClean="0"/>
          </a:p>
          <a:p>
            <a:r>
              <a:rPr lang="es-ES_tradnl" sz="2900" dirty="0" smtClean="0"/>
              <a:t>Proponer  que se establezca un programa de atención nutricional  para parejas   antes y durante los primeros tres meses de gestación.</a:t>
            </a:r>
            <a:endParaRPr lang="es-BO" sz="2900" dirty="0" smtClean="0"/>
          </a:p>
          <a:p>
            <a:endParaRPr lang="es-BO" sz="2900" dirty="0" smtClean="0"/>
          </a:p>
          <a:p>
            <a:r>
              <a:rPr lang="es-BO" sz="2900" b="1" dirty="0" smtClean="0"/>
              <a:t>OBJETIVO ESPECIFICO INSTITUCIONAL </a:t>
            </a:r>
          </a:p>
          <a:p>
            <a:r>
              <a:rPr lang="es-BO" sz="2900" dirty="0" smtClean="0"/>
              <a:t> </a:t>
            </a:r>
          </a:p>
          <a:p>
            <a:r>
              <a:rPr lang="es-ES_tradnl" sz="2900" dirty="0" smtClean="0"/>
              <a:t>Proponer que el centro de salud difunda la importancia de los alimentos y sus consecuencias durante y después del embarazo.</a:t>
            </a:r>
            <a:endParaRPr lang="es-BO" sz="2900" dirty="0" smtClean="0"/>
          </a:p>
          <a:p>
            <a:r>
              <a:rPr lang="es-ES_tradnl" sz="2900" dirty="0" smtClean="0"/>
              <a:t> </a:t>
            </a:r>
            <a:endParaRPr lang="es-BO" sz="2900" dirty="0" smtClean="0"/>
          </a:p>
          <a:p>
            <a:r>
              <a:rPr lang="es-ES_tradnl" sz="2900" dirty="0" smtClean="0"/>
              <a:t>Desarrollar materiales de difusión.</a:t>
            </a:r>
            <a:endParaRPr lang="es-BO" sz="2900" dirty="0" smtClean="0"/>
          </a:p>
          <a:p>
            <a:r>
              <a:rPr lang="es-ES_tradnl" sz="2900" dirty="0" smtClean="0"/>
              <a:t> </a:t>
            </a:r>
            <a:endParaRPr lang="es-BO" sz="2900" dirty="0" smtClean="0"/>
          </a:p>
          <a:p>
            <a:r>
              <a:rPr lang="es-ES_tradnl" sz="2900" dirty="0" smtClean="0"/>
              <a:t>Proponer  que se establezca un programa de atención nutricional  para parejas   antes y durante los primeros tres meses de gestación.</a:t>
            </a:r>
            <a:endParaRPr lang="es-BO" sz="2900" dirty="0" smtClean="0"/>
          </a:p>
          <a:p>
            <a:endParaRPr lang="es-BO" sz="2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MARCO TEORICO</a:t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 lvl="0"/>
            <a:r>
              <a:rPr lang="es-BO" b="1" i="1" dirty="0" smtClean="0"/>
              <a:t> </a:t>
            </a:r>
            <a:endParaRPr lang="es-BO" dirty="0" smtClean="0"/>
          </a:p>
          <a:p>
            <a:r>
              <a:rPr lang="es-BO" b="1" dirty="0" smtClean="0"/>
              <a:t>NUTRICION MATERNA Y EMBARAZO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Uno de los aspectos relevantes </a:t>
            </a:r>
            <a:r>
              <a:rPr lang="es-BO" dirty="0" smtClean="0"/>
              <a:t>ES EL </a:t>
            </a:r>
            <a:r>
              <a:rPr lang="es-BO" dirty="0" smtClean="0"/>
              <a:t>control prenatal es el diagnóstico, evaluación y manejo de la condición nutricional de la embarazada</a:t>
            </a:r>
            <a:r>
              <a:rPr lang="es-BO" dirty="0" smtClean="0"/>
              <a:t>.</a:t>
            </a:r>
            <a:endParaRPr lang="es-BO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ALIMENTOS QUE DEBE CONSUMIR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Hierro</a:t>
            </a:r>
          </a:p>
          <a:p>
            <a:r>
              <a:rPr lang="es-BO" dirty="0" smtClean="0"/>
              <a:t>Cereales</a:t>
            </a:r>
          </a:p>
          <a:p>
            <a:r>
              <a:rPr lang="es-BO" dirty="0" smtClean="0"/>
              <a:t>Carnes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b="1" dirty="0" smtClean="0"/>
              <a:t>EFECTOS DE LA DESNUTRICION EN </a:t>
            </a:r>
            <a:r>
              <a:rPr lang="es-BO" b="1" dirty="0" smtClean="0"/>
              <a:t>BOLIVIA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 </a:t>
            </a:r>
          </a:p>
          <a:p>
            <a:r>
              <a:rPr lang="es-BO" i="1" dirty="0" smtClean="0"/>
              <a:t>La Agencia de Noticias </a:t>
            </a:r>
            <a:r>
              <a:rPr lang="es-BO" i="1" dirty="0" err="1" smtClean="0"/>
              <a:t>Fides</a:t>
            </a:r>
            <a:r>
              <a:rPr lang="es-BO" i="1" dirty="0" smtClean="0"/>
              <a:t>, señala también, que en Bolivia el impacto de la desnutrición significó más de 28.000 casos en la población menor de 5 años</a:t>
            </a:r>
            <a:endParaRPr lang="es-BO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DESCRIPCION GENERAL DE LA PROPUESTA:</a:t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r>
              <a:rPr lang="es-BO" b="1" dirty="0" smtClean="0"/>
              <a:t>Estrategias para la población</a:t>
            </a:r>
          </a:p>
          <a:p>
            <a:r>
              <a:rPr lang="es-BO" dirty="0" smtClean="0"/>
              <a:t>Entrega de pancartas</a:t>
            </a:r>
          </a:p>
          <a:p>
            <a:r>
              <a:rPr lang="es-BO" dirty="0" smtClean="0"/>
              <a:t>Entrega de videos con la temática </a:t>
            </a:r>
          </a:p>
          <a:p>
            <a:r>
              <a:rPr lang="es-BO" dirty="0" smtClean="0"/>
              <a:t>Entrega de </a:t>
            </a:r>
            <a:r>
              <a:rPr lang="es-BO" dirty="0" err="1" smtClean="0"/>
              <a:t>Rotafolio</a:t>
            </a:r>
            <a:endParaRPr lang="es-BO" dirty="0" smtClean="0"/>
          </a:p>
          <a:p>
            <a:r>
              <a:rPr lang="es-BO" dirty="0" smtClean="0"/>
              <a:t>Entrega de  volantes  </a:t>
            </a:r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Actividades para la población</a:t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BO" dirty="0" smtClean="0"/>
              <a:t>Elaborar materiales  de  difusión, volantes de difusión sobre la importancia  de la nutrición y consecuencias de la desnutrición</a:t>
            </a:r>
          </a:p>
          <a:p>
            <a:r>
              <a:rPr lang="es-BO" dirty="0" smtClean="0"/>
              <a:t>Dar charlas una vez a la semana</a:t>
            </a:r>
          </a:p>
          <a:p>
            <a:r>
              <a:rPr lang="es-BO" dirty="0" smtClean="0"/>
              <a:t>Elaborar material informativo</a:t>
            </a:r>
          </a:p>
          <a:p>
            <a:r>
              <a:rPr lang="es-BO" dirty="0" smtClean="0"/>
              <a:t>Difusión de información audiovisual</a:t>
            </a:r>
          </a:p>
          <a:p>
            <a:r>
              <a:rPr lang="es-BO" dirty="0" smtClean="0"/>
              <a:t> </a:t>
            </a:r>
          </a:p>
          <a:p>
            <a:endParaRPr lang="es-BO" dirty="0" smtClean="0"/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 </a:t>
            </a:r>
          </a:p>
          <a:p>
            <a:endParaRPr lang="es-BO" dirty="0" smtClean="0"/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 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Actividades para la institución</a:t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dirty="0" smtClean="0"/>
              <a:t> </a:t>
            </a:r>
          </a:p>
          <a:p>
            <a:r>
              <a:rPr lang="es-BO" dirty="0" smtClean="0"/>
              <a:t>Crear un espacio de difusión e información sobre las causas para una discapacidad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Elaborar trípticos y panfletos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Reunir a los profesionales de salud para ver la factibilidad de la propuesta.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 </a:t>
            </a:r>
            <a:endParaRPr lang="es-BO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Indicadores y medios de verificación </a:t>
            </a:r>
            <a:r>
              <a:rPr lang="es-BO" b="1" dirty="0" smtClean="0"/>
              <a:t>población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 </a:t>
            </a:r>
          </a:p>
          <a:p>
            <a:r>
              <a:rPr lang="es-BO" dirty="0" smtClean="0"/>
              <a:t>Cuestionario</a:t>
            </a:r>
          </a:p>
          <a:p>
            <a:r>
              <a:rPr lang="es-BO" dirty="0" smtClean="0"/>
              <a:t>Fotografías de las actividades</a:t>
            </a:r>
          </a:p>
          <a:p>
            <a:r>
              <a:rPr lang="es-BO" dirty="0" smtClean="0"/>
              <a:t>Difusión de videos</a:t>
            </a:r>
          </a:p>
          <a:p>
            <a:r>
              <a:rPr lang="es-BO" dirty="0" smtClean="0"/>
              <a:t>Listas de participantes. </a:t>
            </a:r>
            <a:endParaRPr lang="es-BO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b="1" dirty="0" smtClean="0"/>
              <a:t>Indicadores y medios de verificación para la institución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Los videos, verificados por firma de participantes.</a:t>
            </a:r>
          </a:p>
          <a:p>
            <a:r>
              <a:rPr lang="es-BO" dirty="0" smtClean="0"/>
              <a:t> </a:t>
            </a:r>
          </a:p>
          <a:p>
            <a:r>
              <a:rPr lang="es-BO" dirty="0" smtClean="0"/>
              <a:t>Volantes que se proporcionaran a las mujeres gestantes y a sus parejas. </a:t>
            </a:r>
          </a:p>
          <a:p>
            <a:r>
              <a:rPr lang="es-BO" dirty="0" smtClean="0"/>
              <a:t>Reporte de entrega de volantes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Fotografías</a:t>
            </a:r>
            <a:endParaRPr lang="es-BO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b="1" dirty="0" smtClean="0"/>
              <a:t>Beneficiarios directos</a:t>
            </a:r>
          </a:p>
          <a:p>
            <a:r>
              <a:rPr lang="es-BO" dirty="0" smtClean="0"/>
              <a:t> </a:t>
            </a:r>
          </a:p>
          <a:p>
            <a:r>
              <a:rPr lang="es-BO" dirty="0" smtClean="0"/>
              <a:t>Mujeres y hombres que asisten a consulta dentro las instalaciones del centro de salud Jaihuayco en proceso de gestación y planificación familiar.</a:t>
            </a:r>
          </a:p>
          <a:p>
            <a:r>
              <a:rPr lang="es-BO" dirty="0" smtClean="0"/>
              <a:t> </a:t>
            </a:r>
          </a:p>
          <a:p>
            <a:r>
              <a:rPr lang="es-BO" b="1" dirty="0" smtClean="0"/>
              <a:t> Beneficiarios Indirectos</a:t>
            </a:r>
          </a:p>
          <a:p>
            <a:r>
              <a:rPr lang="es-BO" dirty="0" smtClean="0"/>
              <a:t> </a:t>
            </a:r>
          </a:p>
          <a:p>
            <a:r>
              <a:rPr lang="es-BO" smtClean="0"/>
              <a:t>Institución que tendrá material audiovisual para la difusión sobre la temática</a:t>
            </a:r>
            <a:endParaRPr lang="es-BO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58</TotalTime>
  <Words>266</Words>
  <Application>Microsoft Office PowerPoint</Application>
  <PresentationFormat>Presentación en pantalla (4:3)</PresentationFormat>
  <Paragraphs>106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Flujo</vt:lpstr>
      <vt:lpstr>LA IDEOLOGIA DEL HOMBRE SOBRE LA NUTRICION EN LA ETAPA DE LA GESTACION </vt:lpstr>
      <vt:lpstr> SINTESIS DEL PROBLEMA:</vt:lpstr>
      <vt:lpstr>Diapositiva 3</vt:lpstr>
      <vt:lpstr>JUSTIFICACION</vt:lpstr>
      <vt:lpstr>OBJETIVO GENERAL DE LA POBLACION</vt:lpstr>
      <vt:lpstr>OBJETIVOS ESPECÍFICOS POBLACIÓN</vt:lpstr>
      <vt:lpstr>Diapositiva 7</vt:lpstr>
      <vt:lpstr>OBJETIVO ESPECIFICO INSTITUCIONAL</vt:lpstr>
      <vt:lpstr>MARCO TEORICO </vt:lpstr>
      <vt:lpstr>ALIMENTOS QUE DEBE CONSUMIR</vt:lpstr>
      <vt:lpstr>EFECTOS DE LA DESNUTRICION EN BOLIVIA</vt:lpstr>
      <vt:lpstr>DESCRIPCION GENERAL DE LA PROPUESTA: </vt:lpstr>
      <vt:lpstr>Actividades para la población </vt:lpstr>
      <vt:lpstr>Actividades para la institución </vt:lpstr>
      <vt:lpstr>Indicadores y medios de verificación población</vt:lpstr>
      <vt:lpstr>Diapositiva 16</vt:lpstr>
      <vt:lpstr>Diapositiva 17</vt:lpstr>
      <vt:lpstr>Diapositiva 18</vt:lpstr>
      <vt:lpstr>Diapositiva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IDEOLOGIA DEL HOMBRE SOBRE LA NUTRICION EN LA ETAPA DE LA GESTACION </dc:title>
  <dc:creator>Lilian</dc:creator>
  <cp:lastModifiedBy>Lilian</cp:lastModifiedBy>
  <cp:revision>1</cp:revision>
  <dcterms:created xsi:type="dcterms:W3CDTF">2011-03-27T01:27:37Z</dcterms:created>
  <dcterms:modified xsi:type="dcterms:W3CDTF">2011-03-27T02:25:56Z</dcterms:modified>
</cp:coreProperties>
</file>