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8"/>
  </p:handoutMasterIdLst>
  <p:sldIdLst>
    <p:sldId id="256" r:id="rId2"/>
    <p:sldId id="260" r:id="rId3"/>
    <p:sldId id="261" r:id="rId4"/>
    <p:sldId id="259" r:id="rId5"/>
    <p:sldId id="257" r:id="rId6"/>
    <p:sldId id="258" r:id="rId7"/>
  </p:sldIdLst>
  <p:sldSz cx="9144000" cy="6858000" type="screen4x3"/>
  <p:notesSz cx="6858000" cy="931386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2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49" autoAdjust="0"/>
  </p:normalViewPr>
  <p:slideViewPr>
    <p:cSldViewPr>
      <p:cViewPr>
        <p:scale>
          <a:sx n="77" d="100"/>
          <a:sy n="77" d="100"/>
        </p:scale>
        <p:origin x="-306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wmf"/><Relationship Id="rId1" Type="http://schemas.openxmlformats.org/officeDocument/2006/relationships/image" Target="../media/image2.gif"/><Relationship Id="rId5" Type="http://schemas.openxmlformats.org/officeDocument/2006/relationships/image" Target="../media/image6.gif"/><Relationship Id="rId4" Type="http://schemas.openxmlformats.org/officeDocument/2006/relationships/image" Target="../media/image5.wm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wmf"/><Relationship Id="rId1" Type="http://schemas.openxmlformats.org/officeDocument/2006/relationships/image" Target="../media/image2.gif"/><Relationship Id="rId5" Type="http://schemas.openxmlformats.org/officeDocument/2006/relationships/image" Target="../media/image6.gif"/><Relationship Id="rId4" Type="http://schemas.openxmlformats.org/officeDocument/2006/relationships/image" Target="../media/image5.wm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A6D4E-6143-4D5D-B5FF-6ED124BEA9DC}" type="doc">
      <dgm:prSet loTypeId="urn:microsoft.com/office/officeart/2005/8/layout/hList2#2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s-ES"/>
        </a:p>
      </dgm:t>
    </dgm:pt>
    <dgm:pt modelId="{CCA3A74A-E33A-45ED-A873-7B5EE8F18A08}">
      <dgm:prSet phldrT="[Texto]"/>
      <dgm:spPr/>
      <dgm:t>
        <a:bodyPr/>
        <a:lstStyle/>
        <a:p>
          <a:pPr algn="ctr"/>
          <a:r>
            <a:rPr lang="es-ES" b="1" dirty="0" smtClean="0">
              <a:solidFill>
                <a:srgbClr val="FF0000"/>
              </a:solidFill>
            </a:rPr>
            <a:t>VALORACION  </a:t>
          </a:r>
          <a:endParaRPr lang="es-ES" b="1" dirty="0">
            <a:solidFill>
              <a:srgbClr val="FF0000"/>
            </a:solidFill>
          </a:endParaRPr>
        </a:p>
      </dgm:t>
    </dgm:pt>
    <dgm:pt modelId="{ED9C823D-C47F-4518-B318-6F410EAC8E77}" type="parTrans" cxnId="{F7D31380-06D5-4226-9B49-0BC8812754F1}">
      <dgm:prSet/>
      <dgm:spPr/>
      <dgm:t>
        <a:bodyPr/>
        <a:lstStyle/>
        <a:p>
          <a:endParaRPr lang="es-ES"/>
        </a:p>
      </dgm:t>
    </dgm:pt>
    <dgm:pt modelId="{D8A48647-5A97-484C-9295-ADF01ABFC5F4}" type="sibTrans" cxnId="{F7D31380-06D5-4226-9B49-0BC8812754F1}">
      <dgm:prSet/>
      <dgm:spPr/>
      <dgm:t>
        <a:bodyPr/>
        <a:lstStyle/>
        <a:p>
          <a:endParaRPr lang="es-ES"/>
        </a:p>
      </dgm:t>
    </dgm:pt>
    <dgm:pt modelId="{FDFB3B94-55BD-49C9-9868-77D9FFB32CFD}">
      <dgm:prSet phldrT="[Texto]" custT="1"/>
      <dgm:spPr/>
      <dgm:t>
        <a:bodyPr/>
        <a:lstStyle/>
        <a:p>
          <a:r>
            <a:rPr lang="es-ES" sz="1300" b="1" dirty="0" smtClean="0">
              <a:solidFill>
                <a:schemeClr val="tx1"/>
              </a:solidFill>
            </a:rPr>
            <a:t>La recogida de informa </a:t>
          </a:r>
          <a:r>
            <a:rPr lang="es-ES" sz="1300" b="1" dirty="0" err="1" smtClean="0">
              <a:solidFill>
                <a:schemeClr val="tx1"/>
              </a:solidFill>
            </a:rPr>
            <a:t>ción</a:t>
          </a:r>
          <a:r>
            <a:rPr lang="es-ES" sz="1300" b="1" dirty="0" smtClean="0">
              <a:solidFill>
                <a:schemeClr val="tx1"/>
              </a:solidFill>
            </a:rPr>
            <a:t> acerca del estado de salud del paciente es un proceso sistemático y continuo; los datos son accesibles,  comunica dos  y registrados</a:t>
          </a:r>
          <a:r>
            <a:rPr lang="es-ES" sz="1300" b="1" dirty="0" smtClean="0"/>
            <a:t>. </a:t>
          </a:r>
          <a:endParaRPr lang="es-ES" sz="1300" b="1" dirty="0"/>
        </a:p>
      </dgm:t>
    </dgm:pt>
    <dgm:pt modelId="{0F3968F9-AF4F-49A7-AFA7-B2DF92DC9DA2}" type="parTrans" cxnId="{D3E54C12-4D47-426C-A8E8-30838AB2E289}">
      <dgm:prSet/>
      <dgm:spPr/>
      <dgm:t>
        <a:bodyPr/>
        <a:lstStyle/>
        <a:p>
          <a:endParaRPr lang="es-ES"/>
        </a:p>
      </dgm:t>
    </dgm:pt>
    <dgm:pt modelId="{A9410D95-1AED-4B38-9122-CF6181C0C930}" type="sibTrans" cxnId="{D3E54C12-4D47-426C-A8E8-30838AB2E289}">
      <dgm:prSet/>
      <dgm:spPr/>
      <dgm:t>
        <a:bodyPr/>
        <a:lstStyle/>
        <a:p>
          <a:endParaRPr lang="es-ES"/>
        </a:p>
      </dgm:t>
    </dgm:pt>
    <dgm:pt modelId="{DDEA842F-C5EC-435F-A672-4F294C3ACD14}">
      <dgm:prSet phldrT="[Texto]"/>
      <dgm:spPr/>
      <dgm:t>
        <a:bodyPr/>
        <a:lstStyle/>
        <a:p>
          <a:pPr algn="ctr"/>
          <a:r>
            <a:rPr lang="es-ES" b="1" dirty="0" smtClean="0">
              <a:solidFill>
                <a:srgbClr val="FF0000"/>
              </a:solidFill>
            </a:rPr>
            <a:t>DIAGNOSTICO</a:t>
          </a:r>
          <a:endParaRPr lang="es-ES" b="1" dirty="0">
            <a:solidFill>
              <a:srgbClr val="FF0000"/>
            </a:solidFill>
          </a:endParaRPr>
        </a:p>
      </dgm:t>
    </dgm:pt>
    <dgm:pt modelId="{18769B07-BE76-4F0C-A4D2-4E1AF8F11BC5}" type="parTrans" cxnId="{AC3E7C05-AB29-4BD8-B2B3-C4DD2D19DE44}">
      <dgm:prSet/>
      <dgm:spPr/>
      <dgm:t>
        <a:bodyPr/>
        <a:lstStyle/>
        <a:p>
          <a:endParaRPr lang="es-ES"/>
        </a:p>
      </dgm:t>
    </dgm:pt>
    <dgm:pt modelId="{8CD85892-B999-47E7-8FA6-AE5DA1222DBA}" type="sibTrans" cxnId="{AC3E7C05-AB29-4BD8-B2B3-C4DD2D19DE44}">
      <dgm:prSet/>
      <dgm:spPr/>
      <dgm:t>
        <a:bodyPr/>
        <a:lstStyle/>
        <a:p>
          <a:endParaRPr lang="es-ES"/>
        </a:p>
      </dgm:t>
    </dgm:pt>
    <dgm:pt modelId="{09FD3C02-DD7D-4ED9-94CB-592630EF2C8B}">
      <dgm:prSet phldrT="[Texto]"/>
      <dgm:spPr/>
      <dgm:t>
        <a:bodyPr/>
        <a:lstStyle/>
        <a:p>
          <a:pPr algn="ctr"/>
          <a:r>
            <a:rPr lang="es-ES" b="1" dirty="0" smtClean="0">
              <a:solidFill>
                <a:srgbClr val="FF0000"/>
              </a:solidFill>
            </a:rPr>
            <a:t>PLANIFICACION </a:t>
          </a:r>
          <a:endParaRPr lang="es-ES" b="1" dirty="0">
            <a:solidFill>
              <a:srgbClr val="FF0000"/>
            </a:solidFill>
          </a:endParaRPr>
        </a:p>
      </dgm:t>
    </dgm:pt>
    <dgm:pt modelId="{6C56BF4A-B6B9-4928-8014-08BAFCD62819}" type="parTrans" cxnId="{3AE8FCD4-595A-42D8-B8F5-2344747527F1}">
      <dgm:prSet/>
      <dgm:spPr/>
      <dgm:t>
        <a:bodyPr/>
        <a:lstStyle/>
        <a:p>
          <a:endParaRPr lang="es-ES"/>
        </a:p>
      </dgm:t>
    </dgm:pt>
    <dgm:pt modelId="{EF479E2C-2F15-4DFC-9959-230BCB64EF34}" type="sibTrans" cxnId="{3AE8FCD4-595A-42D8-B8F5-2344747527F1}">
      <dgm:prSet/>
      <dgm:spPr/>
      <dgm:t>
        <a:bodyPr/>
        <a:lstStyle/>
        <a:p>
          <a:endParaRPr lang="es-ES"/>
        </a:p>
      </dgm:t>
    </dgm:pt>
    <dgm:pt modelId="{3BC0D784-A7F8-49A0-98F0-5B927D492C60}">
      <dgm:prSet phldrT="[Texto]" custT="1"/>
      <dgm:spPr/>
      <dgm:t>
        <a:bodyPr/>
        <a:lstStyle/>
        <a:p>
          <a:r>
            <a:rPr lang="es-ES" sz="1100" b="1" dirty="0" smtClean="0">
              <a:solidFill>
                <a:schemeClr val="tx1"/>
              </a:solidFill>
            </a:rPr>
            <a:t>El plan de cuidados de enfermería  incluyen objetivos que se derivan de los diagnósticos de enfermería.</a:t>
          </a:r>
          <a:endParaRPr lang="es-ES" sz="1100" b="1" dirty="0">
            <a:solidFill>
              <a:schemeClr val="tx1"/>
            </a:solidFill>
          </a:endParaRPr>
        </a:p>
      </dgm:t>
    </dgm:pt>
    <dgm:pt modelId="{BC0BD31B-BFC6-4498-A8FE-FFC1F6531080}" type="parTrans" cxnId="{2FBA3FFF-B94E-4216-8F35-8C19DDFAEC52}">
      <dgm:prSet/>
      <dgm:spPr/>
      <dgm:t>
        <a:bodyPr/>
        <a:lstStyle/>
        <a:p>
          <a:endParaRPr lang="es-ES"/>
        </a:p>
      </dgm:t>
    </dgm:pt>
    <dgm:pt modelId="{AF7F624F-7FFE-4190-AB5B-7122674F7D19}" type="sibTrans" cxnId="{2FBA3FFF-B94E-4216-8F35-8C19DDFAEC52}">
      <dgm:prSet/>
      <dgm:spPr/>
      <dgm:t>
        <a:bodyPr/>
        <a:lstStyle/>
        <a:p>
          <a:endParaRPr lang="es-ES"/>
        </a:p>
      </dgm:t>
    </dgm:pt>
    <dgm:pt modelId="{78C70B44-5C38-4ED1-BF9C-CD1C818D3801}">
      <dgm:prSet phldrT="[Texto]" custT="1"/>
      <dgm:spPr/>
      <dgm:t>
        <a:bodyPr/>
        <a:lstStyle/>
        <a:p>
          <a:r>
            <a:rPr lang="es-ES" sz="1100" b="1" dirty="0" smtClean="0">
              <a:solidFill>
                <a:schemeClr val="tx1"/>
              </a:solidFill>
            </a:rPr>
            <a:t>El plan de cuidados de enfermería incluye los enfoques o modelos de enfermería  prescritos para alcanzar los objetivos  derivados de los diagnósticos de enfermería</a:t>
          </a:r>
          <a:r>
            <a:rPr lang="es-ES" sz="1300" b="1" dirty="0" smtClean="0"/>
            <a:t>.</a:t>
          </a:r>
          <a:endParaRPr lang="es-ES" sz="1300" b="1" dirty="0"/>
        </a:p>
      </dgm:t>
    </dgm:pt>
    <dgm:pt modelId="{034D03F9-872A-48EA-AD71-F42DDBA0941A}" type="parTrans" cxnId="{932D774D-360B-4A97-B405-821DE285A098}">
      <dgm:prSet/>
      <dgm:spPr/>
      <dgm:t>
        <a:bodyPr/>
        <a:lstStyle/>
        <a:p>
          <a:endParaRPr lang="es-ES"/>
        </a:p>
      </dgm:t>
    </dgm:pt>
    <dgm:pt modelId="{1CFF16D1-8FEB-49F7-9C67-6138967442D1}" type="sibTrans" cxnId="{932D774D-360B-4A97-B405-821DE285A098}">
      <dgm:prSet/>
      <dgm:spPr/>
      <dgm:t>
        <a:bodyPr/>
        <a:lstStyle/>
        <a:p>
          <a:endParaRPr lang="es-ES"/>
        </a:p>
      </dgm:t>
    </dgm:pt>
    <dgm:pt modelId="{62347B3F-8341-4B59-874A-84C7265DF978}">
      <dgm:prSet phldrT="[Texto]" custT="1"/>
      <dgm:spPr/>
      <dgm:t>
        <a:bodyPr/>
        <a:lstStyle/>
        <a:p>
          <a:r>
            <a:rPr lang="es-ES" sz="1600" b="1" dirty="0" smtClean="0">
              <a:solidFill>
                <a:schemeClr val="tx1"/>
              </a:solidFill>
            </a:rPr>
            <a:t>Los diagnósticos de enferme ría derivan de los datos del estado de salud del cliente.</a:t>
          </a:r>
          <a:endParaRPr lang="es-ES" sz="1600" b="1" dirty="0">
            <a:solidFill>
              <a:schemeClr val="tx1"/>
            </a:solidFill>
          </a:endParaRPr>
        </a:p>
      </dgm:t>
    </dgm:pt>
    <dgm:pt modelId="{15884172-5F22-4E3F-8C95-07F563D1C1CB}" type="sibTrans" cxnId="{7AA93EA2-0E4F-489F-AFDC-3D80C4665427}">
      <dgm:prSet/>
      <dgm:spPr/>
      <dgm:t>
        <a:bodyPr/>
        <a:lstStyle/>
        <a:p>
          <a:endParaRPr lang="es-ES"/>
        </a:p>
      </dgm:t>
    </dgm:pt>
    <dgm:pt modelId="{08E17A94-D971-44F4-9551-D641D94498E9}" type="parTrans" cxnId="{7AA93EA2-0E4F-489F-AFDC-3D80C4665427}">
      <dgm:prSet/>
      <dgm:spPr/>
      <dgm:t>
        <a:bodyPr/>
        <a:lstStyle/>
        <a:p>
          <a:endParaRPr lang="es-ES"/>
        </a:p>
      </dgm:t>
    </dgm:pt>
    <dgm:pt modelId="{15A6B318-02D4-428D-BDC3-1F2B26729038}">
      <dgm:prSet phldrT="[Texto]" custT="1"/>
      <dgm:spPr/>
      <dgm:t>
        <a:bodyPr/>
        <a:lstStyle/>
        <a:p>
          <a:endParaRPr lang="es-ES" sz="1300" b="1" dirty="0">
            <a:solidFill>
              <a:schemeClr val="tx1"/>
            </a:solidFill>
          </a:endParaRPr>
        </a:p>
      </dgm:t>
    </dgm:pt>
    <dgm:pt modelId="{60DE9FA2-8893-4D67-9D3C-87BB9686E5A6}" type="parTrans" cxnId="{A2914262-6649-4B5D-A869-965DA92F6D61}">
      <dgm:prSet/>
      <dgm:spPr/>
      <dgm:t>
        <a:bodyPr/>
        <a:lstStyle/>
        <a:p>
          <a:endParaRPr lang="es-ES"/>
        </a:p>
      </dgm:t>
    </dgm:pt>
    <dgm:pt modelId="{C7760661-683D-43E1-ACC8-E3A0D4E918A4}" type="sibTrans" cxnId="{A2914262-6649-4B5D-A869-965DA92F6D61}">
      <dgm:prSet/>
      <dgm:spPr/>
      <dgm:t>
        <a:bodyPr/>
        <a:lstStyle/>
        <a:p>
          <a:endParaRPr lang="es-ES"/>
        </a:p>
      </dgm:t>
    </dgm:pt>
    <dgm:pt modelId="{A70FD9F1-ED67-4726-8E9F-EB899366CD81}">
      <dgm:prSet phldrT="[Texto]" custT="1"/>
      <dgm:spPr/>
      <dgm:t>
        <a:bodyPr/>
        <a:lstStyle/>
        <a:p>
          <a:endParaRPr lang="es-ES" sz="1300" b="1" dirty="0">
            <a:solidFill>
              <a:schemeClr val="tx1"/>
            </a:solidFill>
          </a:endParaRPr>
        </a:p>
      </dgm:t>
    </dgm:pt>
    <dgm:pt modelId="{F008DC09-EC7B-47BA-BF1B-8866551D2783}" type="parTrans" cxnId="{119061CC-C39C-4511-9A10-BF8FBB6002EC}">
      <dgm:prSet/>
      <dgm:spPr/>
      <dgm:t>
        <a:bodyPr/>
        <a:lstStyle/>
        <a:p>
          <a:endParaRPr lang="es-ES"/>
        </a:p>
      </dgm:t>
    </dgm:pt>
    <dgm:pt modelId="{EE806BBA-67D8-4A80-A80E-6E07C3716ABE}" type="sibTrans" cxnId="{119061CC-C39C-4511-9A10-BF8FBB6002EC}">
      <dgm:prSet/>
      <dgm:spPr/>
      <dgm:t>
        <a:bodyPr/>
        <a:lstStyle/>
        <a:p>
          <a:endParaRPr lang="es-ES"/>
        </a:p>
      </dgm:t>
    </dgm:pt>
    <dgm:pt modelId="{E137D14A-9156-41C6-9F30-9999944F801D}">
      <dgm:prSet phldrT="[Texto]" custT="1"/>
      <dgm:spPr/>
      <dgm:t>
        <a:bodyPr/>
        <a:lstStyle/>
        <a:p>
          <a:r>
            <a:rPr lang="es-ES" sz="1400" b="1" dirty="0" smtClean="0">
              <a:solidFill>
                <a:schemeClr val="tx1"/>
              </a:solidFill>
            </a:rPr>
            <a:t>El progreso o ausencia de progreso del paciente, su consecución del objetivos </a:t>
          </a:r>
          <a:r>
            <a:rPr lang="es-ES" sz="1400" b="1" smtClean="0">
              <a:solidFill>
                <a:schemeClr val="tx1"/>
              </a:solidFill>
            </a:rPr>
            <a:t>es  determina do </a:t>
          </a:r>
          <a:r>
            <a:rPr lang="es-ES" sz="1400" b="1" dirty="0" smtClean="0">
              <a:solidFill>
                <a:schemeClr val="tx1"/>
              </a:solidFill>
            </a:rPr>
            <a:t>por el paciente y el profesional de enfermería.</a:t>
          </a:r>
          <a:endParaRPr lang="es-ES" sz="1400" b="1" dirty="0">
            <a:solidFill>
              <a:schemeClr val="tx1"/>
            </a:solidFill>
          </a:endParaRPr>
        </a:p>
      </dgm:t>
    </dgm:pt>
    <dgm:pt modelId="{CA1ECFB7-D652-4DBD-B2CA-FC4E4A4F60E7}" type="parTrans" cxnId="{F153D52D-25EE-4BEB-9BCA-DFC3C888A335}">
      <dgm:prSet/>
      <dgm:spPr/>
      <dgm:t>
        <a:bodyPr/>
        <a:lstStyle/>
        <a:p>
          <a:endParaRPr lang="es-ES"/>
        </a:p>
      </dgm:t>
    </dgm:pt>
    <dgm:pt modelId="{ACA74ADE-F751-4731-A401-EF972B5D06E5}" type="sibTrans" cxnId="{F153D52D-25EE-4BEB-9BCA-DFC3C888A335}">
      <dgm:prSet/>
      <dgm:spPr/>
      <dgm:t>
        <a:bodyPr/>
        <a:lstStyle/>
        <a:p>
          <a:endParaRPr lang="es-ES"/>
        </a:p>
      </dgm:t>
    </dgm:pt>
    <dgm:pt modelId="{5D623E8D-E20A-4C37-8FFF-63F0E568107B}">
      <dgm:prSet phldrT="[Texto]" custT="1"/>
      <dgm:spPr/>
      <dgm:t>
        <a:bodyPr/>
        <a:lstStyle/>
        <a:p>
          <a:pPr algn="ctr"/>
          <a:r>
            <a:rPr lang="es-ES" sz="2000" b="1" dirty="0" smtClean="0">
              <a:solidFill>
                <a:srgbClr val="FF0000"/>
              </a:solidFill>
            </a:rPr>
            <a:t>EJECUCION</a:t>
          </a:r>
          <a:endParaRPr lang="es-ES" sz="2000" b="1" dirty="0">
            <a:solidFill>
              <a:srgbClr val="FF0000"/>
            </a:solidFill>
          </a:endParaRPr>
        </a:p>
      </dgm:t>
    </dgm:pt>
    <dgm:pt modelId="{BD119DCD-7E9F-4243-8A89-F8CC2790B19D}" type="parTrans" cxnId="{9C817DF2-3980-4616-B3AE-4A537D25E29A}">
      <dgm:prSet/>
      <dgm:spPr/>
      <dgm:t>
        <a:bodyPr/>
        <a:lstStyle/>
        <a:p>
          <a:endParaRPr lang="es-ES"/>
        </a:p>
      </dgm:t>
    </dgm:pt>
    <dgm:pt modelId="{D4BCAA22-23F7-4506-9478-5FE72B343B58}" type="sibTrans" cxnId="{9C817DF2-3980-4616-B3AE-4A537D25E29A}">
      <dgm:prSet/>
      <dgm:spPr/>
      <dgm:t>
        <a:bodyPr/>
        <a:lstStyle/>
        <a:p>
          <a:endParaRPr lang="es-ES"/>
        </a:p>
      </dgm:t>
    </dgm:pt>
    <dgm:pt modelId="{E14BC6C2-1269-45C7-9D11-A8F2B62C280E}">
      <dgm:prSet phldrT="[Texto]" custT="1"/>
      <dgm:spPr/>
      <dgm:t>
        <a:bodyPr/>
        <a:lstStyle/>
        <a:p>
          <a:r>
            <a:rPr lang="es-ES" sz="1200" b="1" dirty="0" smtClean="0">
              <a:solidFill>
                <a:schemeClr val="tx1"/>
              </a:solidFill>
            </a:rPr>
            <a:t>Las actuaciones de enfermería tienen en cuenta la participación del paciente y la promoción, el </a:t>
          </a:r>
          <a:r>
            <a:rPr lang="es-ES" sz="1200" b="1" dirty="0" err="1" smtClean="0">
              <a:solidFill>
                <a:schemeClr val="tx1"/>
              </a:solidFill>
            </a:rPr>
            <a:t>mantenimien</a:t>
          </a:r>
          <a:r>
            <a:rPr lang="es-ES" sz="1200" b="1" dirty="0" smtClean="0">
              <a:solidFill>
                <a:schemeClr val="tx1"/>
              </a:solidFill>
            </a:rPr>
            <a:t> </a:t>
          </a:r>
          <a:r>
            <a:rPr lang="es-ES" sz="1200" b="1" dirty="0" err="1" smtClean="0">
              <a:solidFill>
                <a:schemeClr val="tx1"/>
              </a:solidFill>
            </a:rPr>
            <a:t>to</a:t>
          </a:r>
          <a:r>
            <a:rPr lang="es-ES" sz="1200" b="1" dirty="0" smtClean="0">
              <a:solidFill>
                <a:schemeClr val="tx1"/>
              </a:solidFill>
            </a:rPr>
            <a:t> y la  recuperación de la salud</a:t>
          </a:r>
          <a:endParaRPr lang="es-ES" sz="1200" b="1" dirty="0">
            <a:solidFill>
              <a:schemeClr val="tx1"/>
            </a:solidFill>
          </a:endParaRPr>
        </a:p>
      </dgm:t>
    </dgm:pt>
    <dgm:pt modelId="{11C20ACB-8F95-4CB1-9024-073AF4F95E87}" type="parTrans" cxnId="{0891F479-A644-474D-B7EB-81AD52729E08}">
      <dgm:prSet/>
      <dgm:spPr/>
      <dgm:t>
        <a:bodyPr/>
        <a:lstStyle/>
        <a:p>
          <a:endParaRPr lang="es-ES"/>
        </a:p>
      </dgm:t>
    </dgm:pt>
    <dgm:pt modelId="{6CE599F1-9966-4C5F-9ABA-908D935B22B8}" type="sibTrans" cxnId="{0891F479-A644-474D-B7EB-81AD52729E08}">
      <dgm:prSet/>
      <dgm:spPr/>
      <dgm:t>
        <a:bodyPr/>
        <a:lstStyle/>
        <a:p>
          <a:endParaRPr lang="es-ES"/>
        </a:p>
      </dgm:t>
    </dgm:pt>
    <dgm:pt modelId="{56C5F30B-3A89-4DB0-94C7-FB81863DEE6F}">
      <dgm:prSet phldrT="[Texto]" custT="1"/>
      <dgm:spPr/>
      <dgm:t>
        <a:bodyPr/>
        <a:lstStyle/>
        <a:p>
          <a:pPr algn="ctr"/>
          <a:r>
            <a:rPr lang="es-ES" sz="2000" b="1" dirty="0" smtClean="0">
              <a:solidFill>
                <a:srgbClr val="FF0000"/>
              </a:solidFill>
            </a:rPr>
            <a:t>EVALUACION</a:t>
          </a:r>
          <a:endParaRPr lang="es-ES" sz="2000" b="1" dirty="0">
            <a:solidFill>
              <a:srgbClr val="FF0000"/>
            </a:solidFill>
          </a:endParaRPr>
        </a:p>
      </dgm:t>
    </dgm:pt>
    <dgm:pt modelId="{69494293-4F4A-464F-B32A-289A61AFB9CF}" type="parTrans" cxnId="{95E7B116-6EDB-4819-80BB-080B700301C2}">
      <dgm:prSet/>
      <dgm:spPr/>
      <dgm:t>
        <a:bodyPr/>
        <a:lstStyle/>
        <a:p>
          <a:endParaRPr lang="es-ES"/>
        </a:p>
      </dgm:t>
    </dgm:pt>
    <dgm:pt modelId="{F9549256-FF3E-405C-AD0B-D2D5460D3BFC}" type="sibTrans" cxnId="{95E7B116-6EDB-4819-80BB-080B700301C2}">
      <dgm:prSet/>
      <dgm:spPr/>
      <dgm:t>
        <a:bodyPr/>
        <a:lstStyle/>
        <a:p>
          <a:endParaRPr lang="es-ES"/>
        </a:p>
      </dgm:t>
    </dgm:pt>
    <dgm:pt modelId="{FB4FCC03-8B96-4FC6-80F1-388A5CF17112}">
      <dgm:prSet phldrT="[Texto]" custT="1"/>
      <dgm:spPr/>
      <dgm:t>
        <a:bodyPr/>
        <a:lstStyle/>
        <a:p>
          <a:r>
            <a:rPr lang="es-ES" sz="1200" b="1" dirty="0" smtClean="0">
              <a:solidFill>
                <a:schemeClr val="tx1"/>
              </a:solidFill>
            </a:rPr>
            <a:t>Las actuaciones de enfermería ayudan  al paciente  a aumentar sus capacidades de salud.</a:t>
          </a:r>
          <a:endParaRPr lang="es-ES" sz="1200" b="1" dirty="0">
            <a:solidFill>
              <a:schemeClr val="tx1"/>
            </a:solidFill>
          </a:endParaRPr>
        </a:p>
      </dgm:t>
    </dgm:pt>
    <dgm:pt modelId="{47C5E64C-E8F7-4725-ACCD-00E47A72B3E8}" type="parTrans" cxnId="{AEE17F60-E730-4CE2-8938-33B431A99F46}">
      <dgm:prSet/>
      <dgm:spPr/>
      <dgm:t>
        <a:bodyPr/>
        <a:lstStyle/>
        <a:p>
          <a:endParaRPr lang="es-ES"/>
        </a:p>
      </dgm:t>
    </dgm:pt>
    <dgm:pt modelId="{17AC413A-EEA8-4D7C-A90B-BECA9712786A}" type="sibTrans" cxnId="{AEE17F60-E730-4CE2-8938-33B431A99F46}">
      <dgm:prSet/>
      <dgm:spPr/>
      <dgm:t>
        <a:bodyPr/>
        <a:lstStyle/>
        <a:p>
          <a:endParaRPr lang="es-ES"/>
        </a:p>
      </dgm:t>
    </dgm:pt>
    <dgm:pt modelId="{DBD8553A-EBD7-4851-B6D3-6126DBCD7519}">
      <dgm:prSet phldrT="[Texto]" custT="1"/>
      <dgm:spPr/>
      <dgm:t>
        <a:bodyPr/>
        <a:lstStyle/>
        <a:p>
          <a:endParaRPr lang="es-ES" sz="1500" b="1" dirty="0">
            <a:solidFill>
              <a:schemeClr val="tx1"/>
            </a:solidFill>
          </a:endParaRPr>
        </a:p>
      </dgm:t>
    </dgm:pt>
    <dgm:pt modelId="{929F1E1D-2A2B-4213-9FA4-021D6BC56D59}" type="parTrans" cxnId="{42A59BA4-FA9A-4786-A53C-727D2B8D1CCF}">
      <dgm:prSet/>
      <dgm:spPr/>
      <dgm:t>
        <a:bodyPr/>
        <a:lstStyle/>
        <a:p>
          <a:endParaRPr lang="es-ES"/>
        </a:p>
      </dgm:t>
    </dgm:pt>
    <dgm:pt modelId="{FA855874-E8F8-44F0-A931-E543CF9B0992}" type="sibTrans" cxnId="{42A59BA4-FA9A-4786-A53C-727D2B8D1CCF}">
      <dgm:prSet/>
      <dgm:spPr/>
      <dgm:t>
        <a:bodyPr/>
        <a:lstStyle/>
        <a:p>
          <a:endParaRPr lang="es-ES"/>
        </a:p>
      </dgm:t>
    </dgm:pt>
    <dgm:pt modelId="{800AF4F6-CC66-4E7C-967B-F2CA3E5DE56D}" type="pres">
      <dgm:prSet presAssocID="{DBEA6D4E-6143-4D5D-B5FF-6ED124BEA9DC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9F784385-426B-4CA0-8BC8-55AD5FD18F88}" type="pres">
      <dgm:prSet presAssocID="{CCA3A74A-E33A-45ED-A873-7B5EE8F18A08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5E9C73F-9C5D-4699-8EE0-EB396FF7E650}" type="pres">
      <dgm:prSet presAssocID="{CCA3A74A-E33A-45ED-A873-7B5EE8F18A08}" presName="image" presStyleLbl="fgImgPlace1" presStyleIdx="0" presStyleCnt="5" custScaleX="98833" custScaleY="101814" custLinFactNeighborX="-7960" custLinFactNeighborY="-61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DEC8242A-0E94-4FAD-AC69-4A42D3515363}" type="pres">
      <dgm:prSet presAssocID="{CCA3A74A-E33A-45ED-A873-7B5EE8F18A08}" presName="childNode" presStyleLbl="node1" presStyleIdx="0" presStyleCnt="5" custScaleX="107471" custScaleY="111712" custLinFactNeighborX="7600" custLinFactNeighborY="149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278CF41-D8EF-4396-8DDB-1964E251A736}" type="pres">
      <dgm:prSet presAssocID="{CCA3A74A-E33A-45ED-A873-7B5EE8F18A08}" presName="parentNode" presStyleLbl="revTx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53F4E43-F09E-4A63-8A86-8B3B79B56DAC}" type="pres">
      <dgm:prSet presAssocID="{D8A48647-5A97-484C-9295-ADF01ABFC5F4}" presName="sibTrans" presStyleCnt="0"/>
      <dgm:spPr/>
      <dgm:t>
        <a:bodyPr/>
        <a:lstStyle/>
        <a:p>
          <a:endParaRPr lang="es-ES"/>
        </a:p>
      </dgm:t>
    </dgm:pt>
    <dgm:pt modelId="{FFC49A7C-95F7-4D89-890D-E1D0D7568B1C}" type="pres">
      <dgm:prSet presAssocID="{DDEA842F-C5EC-435F-A672-4F294C3ACD14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92F775E-8560-4B12-94D7-CF0DAFC445A5}" type="pres">
      <dgm:prSet presAssocID="{DDEA842F-C5EC-435F-A672-4F294C3ACD14}" presName="image" presStyleLbl="fgImgPlace1" presStyleIdx="1" presStyleCnt="5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B5B80615-CD47-4338-A0E0-C1284351B1AA}" type="pres">
      <dgm:prSet presAssocID="{DDEA842F-C5EC-435F-A672-4F294C3ACD14}" presName="childNode" presStyleLbl="node1" presStyleIdx="1" presStyleCnt="5" custScaleX="118937" custScaleY="113236" custLinFactNeighborX="11264" custLinFactNeighborY="358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1D561ED-3D35-48CF-9256-E6FCF4058762}" type="pres">
      <dgm:prSet presAssocID="{DDEA842F-C5EC-435F-A672-4F294C3ACD14}" presName="parentNode" presStyleLbl="revTx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849BB7-2985-49C9-8E4B-CA0ACFC9260E}" type="pres">
      <dgm:prSet presAssocID="{8CD85892-B999-47E7-8FA6-AE5DA1222DBA}" presName="sibTrans" presStyleCnt="0"/>
      <dgm:spPr/>
      <dgm:t>
        <a:bodyPr/>
        <a:lstStyle/>
        <a:p>
          <a:endParaRPr lang="es-ES"/>
        </a:p>
      </dgm:t>
    </dgm:pt>
    <dgm:pt modelId="{CC8AD636-6037-431F-B65D-007FB55BA8CA}" type="pres">
      <dgm:prSet presAssocID="{09FD3C02-DD7D-4ED9-94CB-592630EF2C8B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002A46-D23C-4850-8BDA-9B5687C0C77E}" type="pres">
      <dgm:prSet presAssocID="{09FD3C02-DD7D-4ED9-94CB-592630EF2C8B}" presName="image" presStyleLbl="fgImgPlace1" presStyleIdx="2" presStyleCnt="5" custLinFactNeighborX="-22988" custLinFactNeighborY="2808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AADFEA6E-9E99-4D9D-B39D-F4BE0ABE38B9}" type="pres">
      <dgm:prSet presAssocID="{09FD3C02-DD7D-4ED9-94CB-592630EF2C8B}" presName="childNode" presStyleLbl="node1" presStyleIdx="2" presStyleCnt="5" custScaleX="119423" custScaleY="113350" custLinFactNeighborX="15766" custLinFactNeighborY="264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6CF676D-0286-4E5A-B51E-77A4C66C8C4E}" type="pres">
      <dgm:prSet presAssocID="{09FD3C02-DD7D-4ED9-94CB-592630EF2C8B}" presName="parentNode" presStyleLbl="revTx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0F21F71-03E8-448B-ABC8-BC57CE455149}" type="pres">
      <dgm:prSet presAssocID="{EF479E2C-2F15-4DFC-9959-230BCB64EF34}" presName="sibTrans" presStyleCnt="0"/>
      <dgm:spPr/>
      <dgm:t>
        <a:bodyPr/>
        <a:lstStyle/>
        <a:p>
          <a:endParaRPr lang="es-ES"/>
        </a:p>
      </dgm:t>
    </dgm:pt>
    <dgm:pt modelId="{7BE4C077-2D82-4C95-9B7A-F872C735CE6B}" type="pres">
      <dgm:prSet presAssocID="{5D623E8D-E20A-4C37-8FFF-63F0E568107B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04EC0C4-66D2-4AF6-967F-B010655B63B4}" type="pres">
      <dgm:prSet presAssocID="{5D623E8D-E20A-4C37-8FFF-63F0E568107B}" presName="image" presStyleLbl="fgImgPlace1" presStyleIdx="3" presStyleCnt="5" custLinFactNeighborX="-38709" custLinFactNeighborY="-10049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4E3F3218-24F4-45ED-A348-9BD53B229FFD}" type="pres">
      <dgm:prSet presAssocID="{5D623E8D-E20A-4C37-8FFF-63F0E568107B}" presName="childNode" presStyleLbl="node1" presStyleIdx="3" presStyleCnt="5" custScaleX="117856" custScaleY="115212" custLinFactNeighborX="9624" custLinFactNeighborY="538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0ABB7C7-E672-4A9E-B8BA-FC0A1B79EF80}" type="pres">
      <dgm:prSet presAssocID="{5D623E8D-E20A-4C37-8FFF-63F0E568107B}" presName="parentNode" presStyleLbl="revTx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85735D1-FCF1-403C-A36E-E20725A661E5}" type="pres">
      <dgm:prSet presAssocID="{D4BCAA22-23F7-4506-9478-5FE72B343B58}" presName="sibTrans" presStyleCnt="0"/>
      <dgm:spPr/>
      <dgm:t>
        <a:bodyPr/>
        <a:lstStyle/>
        <a:p>
          <a:endParaRPr lang="es-ES"/>
        </a:p>
      </dgm:t>
    </dgm:pt>
    <dgm:pt modelId="{50344F3F-9FA5-478D-804C-237599D93774}" type="pres">
      <dgm:prSet presAssocID="{56C5F30B-3A89-4DB0-94C7-FB81863DEE6F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DA876D-8681-49B2-9099-B15026F524EB}" type="pres">
      <dgm:prSet presAssocID="{56C5F30B-3A89-4DB0-94C7-FB81863DEE6F}" presName="image" presStyleLbl="fgImgPlace1" presStyleIdx="4" presStyleCnt="5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FC431D52-8CDB-4723-9548-A1A0D67CEE89}" type="pres">
      <dgm:prSet presAssocID="{56C5F30B-3A89-4DB0-94C7-FB81863DEE6F}" presName="childNode" presStyleLbl="node1" presStyleIdx="4" presStyleCnt="5" custScaleX="121718" custScaleY="116207" custLinFactNeighborX="26208" custLinFactNeighborY="405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EB6C8DC-1CD8-40F6-B826-3A5A7017CE80}" type="pres">
      <dgm:prSet presAssocID="{56C5F30B-3A89-4DB0-94C7-FB81863DEE6F}" presName="parentNode" presStyleLbl="revTx" presStyleIdx="4" presStyleCnt="5" custScaleX="17750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FBA3FFF-B94E-4216-8F35-8C19DDFAEC52}" srcId="{09FD3C02-DD7D-4ED9-94CB-592630EF2C8B}" destId="{3BC0D784-A7F8-49A0-98F0-5B927D492C60}" srcOrd="0" destOrd="0" parTransId="{BC0BD31B-BFC6-4498-A8FE-FFC1F6531080}" sibTransId="{AF7F624F-7FFE-4190-AB5B-7122674F7D19}"/>
    <dgm:cxn modelId="{A2914262-6649-4B5D-A869-965DA92F6D61}" srcId="{56C5F30B-3A89-4DB0-94C7-FB81863DEE6F}" destId="{15A6B318-02D4-428D-BDC3-1F2B26729038}" srcOrd="3" destOrd="0" parTransId="{60DE9FA2-8893-4D67-9D3C-87BB9686E5A6}" sibTransId="{C7760661-683D-43E1-ACC8-E3A0D4E918A4}"/>
    <dgm:cxn modelId="{95E7B116-6EDB-4819-80BB-080B700301C2}" srcId="{DBEA6D4E-6143-4D5D-B5FF-6ED124BEA9DC}" destId="{56C5F30B-3A89-4DB0-94C7-FB81863DEE6F}" srcOrd="4" destOrd="0" parTransId="{69494293-4F4A-464F-B32A-289A61AFB9CF}" sibTransId="{F9549256-FF3E-405C-AD0B-D2D5460D3BFC}"/>
    <dgm:cxn modelId="{7804FF88-939D-42AC-A6D1-CFFAA21170B4}" type="presOf" srcId="{09FD3C02-DD7D-4ED9-94CB-592630EF2C8B}" destId="{36CF676D-0286-4E5A-B51E-77A4C66C8C4E}" srcOrd="0" destOrd="0" presId="urn:microsoft.com/office/officeart/2005/8/layout/hList2#2"/>
    <dgm:cxn modelId="{BD203530-318E-4485-A00D-2908E4C88ED7}" type="presOf" srcId="{E14BC6C2-1269-45C7-9D11-A8F2B62C280E}" destId="{4E3F3218-24F4-45ED-A348-9BD53B229FFD}" srcOrd="0" destOrd="0" presId="urn:microsoft.com/office/officeart/2005/8/layout/hList2#2"/>
    <dgm:cxn modelId="{AEE17F60-E730-4CE2-8938-33B431A99F46}" srcId="{5D623E8D-E20A-4C37-8FFF-63F0E568107B}" destId="{FB4FCC03-8B96-4FC6-80F1-388A5CF17112}" srcOrd="1" destOrd="0" parTransId="{47C5E64C-E8F7-4725-ACCD-00E47A72B3E8}" sibTransId="{17AC413A-EEA8-4D7C-A90B-BECA9712786A}"/>
    <dgm:cxn modelId="{B00F354E-D0A5-462E-A749-BC3152610DB3}" type="presOf" srcId="{5D623E8D-E20A-4C37-8FFF-63F0E568107B}" destId="{40ABB7C7-E672-4A9E-B8BA-FC0A1B79EF80}" srcOrd="0" destOrd="0" presId="urn:microsoft.com/office/officeart/2005/8/layout/hList2#2"/>
    <dgm:cxn modelId="{ECBF58ED-69DC-4ED3-9098-1B30D5756507}" type="presOf" srcId="{3BC0D784-A7F8-49A0-98F0-5B927D492C60}" destId="{AADFEA6E-9E99-4D9D-B39D-F4BE0ABE38B9}" srcOrd="0" destOrd="0" presId="urn:microsoft.com/office/officeart/2005/8/layout/hList2#2"/>
    <dgm:cxn modelId="{3AE8FCD4-595A-42D8-B8F5-2344747527F1}" srcId="{DBEA6D4E-6143-4D5D-B5FF-6ED124BEA9DC}" destId="{09FD3C02-DD7D-4ED9-94CB-592630EF2C8B}" srcOrd="2" destOrd="0" parTransId="{6C56BF4A-B6B9-4928-8014-08BAFCD62819}" sibTransId="{EF479E2C-2F15-4DFC-9959-230BCB64EF34}"/>
    <dgm:cxn modelId="{98650795-0DD1-452D-A2C4-A0815BA36114}" type="presOf" srcId="{A70FD9F1-ED67-4726-8E9F-EB899366CD81}" destId="{FC431D52-8CDB-4723-9548-A1A0D67CEE89}" srcOrd="0" destOrd="2" presId="urn:microsoft.com/office/officeart/2005/8/layout/hList2#2"/>
    <dgm:cxn modelId="{932D774D-360B-4A97-B405-821DE285A098}" srcId="{09FD3C02-DD7D-4ED9-94CB-592630EF2C8B}" destId="{78C70B44-5C38-4ED1-BF9C-CD1C818D3801}" srcOrd="1" destOrd="0" parTransId="{034D03F9-872A-48EA-AD71-F42DDBA0941A}" sibTransId="{1CFF16D1-8FEB-49F7-9C67-6138967442D1}"/>
    <dgm:cxn modelId="{F2E7BD0C-7154-4E12-BC12-403A758CFD56}" type="presOf" srcId="{FB4FCC03-8B96-4FC6-80F1-388A5CF17112}" destId="{4E3F3218-24F4-45ED-A348-9BD53B229FFD}" srcOrd="0" destOrd="1" presId="urn:microsoft.com/office/officeart/2005/8/layout/hList2#2"/>
    <dgm:cxn modelId="{31F5610B-8EEB-4E5A-9655-00CB75DFBDE7}" type="presOf" srcId="{E137D14A-9156-41C6-9F30-9999944F801D}" destId="{FC431D52-8CDB-4723-9548-A1A0D67CEE89}" srcOrd="0" destOrd="1" presId="urn:microsoft.com/office/officeart/2005/8/layout/hList2#2"/>
    <dgm:cxn modelId="{F153D52D-25EE-4BEB-9BCA-DFC3C888A335}" srcId="{56C5F30B-3A89-4DB0-94C7-FB81863DEE6F}" destId="{E137D14A-9156-41C6-9F30-9999944F801D}" srcOrd="1" destOrd="0" parTransId="{CA1ECFB7-D652-4DBD-B2CA-FC4E4A4F60E7}" sibTransId="{ACA74ADE-F751-4731-A401-EF972B5D06E5}"/>
    <dgm:cxn modelId="{0891F479-A644-474D-B7EB-81AD52729E08}" srcId="{5D623E8D-E20A-4C37-8FFF-63F0E568107B}" destId="{E14BC6C2-1269-45C7-9D11-A8F2B62C280E}" srcOrd="0" destOrd="0" parTransId="{11C20ACB-8F95-4CB1-9024-073AF4F95E87}" sibTransId="{6CE599F1-9966-4C5F-9ABA-908D935B22B8}"/>
    <dgm:cxn modelId="{40D0F8D1-8D25-4A36-AE7C-BE12F01407A8}" type="presOf" srcId="{62347B3F-8341-4B59-874A-84C7265DF978}" destId="{B5B80615-CD47-4338-A0E0-C1284351B1AA}" srcOrd="0" destOrd="0" presId="urn:microsoft.com/office/officeart/2005/8/layout/hList2#2"/>
    <dgm:cxn modelId="{D3E54C12-4D47-426C-A8E8-30838AB2E289}" srcId="{CCA3A74A-E33A-45ED-A873-7B5EE8F18A08}" destId="{FDFB3B94-55BD-49C9-9868-77D9FFB32CFD}" srcOrd="0" destOrd="0" parTransId="{0F3968F9-AF4F-49A7-AFA7-B2DF92DC9DA2}" sibTransId="{A9410D95-1AED-4B38-9122-CF6181C0C930}"/>
    <dgm:cxn modelId="{F7D31380-06D5-4226-9B49-0BC8812754F1}" srcId="{DBEA6D4E-6143-4D5D-B5FF-6ED124BEA9DC}" destId="{CCA3A74A-E33A-45ED-A873-7B5EE8F18A08}" srcOrd="0" destOrd="0" parTransId="{ED9C823D-C47F-4518-B318-6F410EAC8E77}" sibTransId="{D8A48647-5A97-484C-9295-ADF01ABFC5F4}"/>
    <dgm:cxn modelId="{7AA93EA2-0E4F-489F-AFDC-3D80C4665427}" srcId="{DDEA842F-C5EC-435F-A672-4F294C3ACD14}" destId="{62347B3F-8341-4B59-874A-84C7265DF978}" srcOrd="0" destOrd="0" parTransId="{08E17A94-D971-44F4-9551-D641D94498E9}" sibTransId="{15884172-5F22-4E3F-8C95-07F563D1C1CB}"/>
    <dgm:cxn modelId="{42A59BA4-FA9A-4786-A53C-727D2B8D1CCF}" srcId="{56C5F30B-3A89-4DB0-94C7-FB81863DEE6F}" destId="{DBD8553A-EBD7-4851-B6D3-6126DBCD7519}" srcOrd="0" destOrd="0" parTransId="{929F1E1D-2A2B-4213-9FA4-021D6BC56D59}" sibTransId="{FA855874-E8F8-44F0-A931-E543CF9B0992}"/>
    <dgm:cxn modelId="{AC3E7C05-AB29-4BD8-B2B3-C4DD2D19DE44}" srcId="{DBEA6D4E-6143-4D5D-B5FF-6ED124BEA9DC}" destId="{DDEA842F-C5EC-435F-A672-4F294C3ACD14}" srcOrd="1" destOrd="0" parTransId="{18769B07-BE76-4F0C-A4D2-4E1AF8F11BC5}" sibTransId="{8CD85892-B999-47E7-8FA6-AE5DA1222DBA}"/>
    <dgm:cxn modelId="{081324D5-EAB4-48B2-8846-55D7A6336E2D}" type="presOf" srcId="{CCA3A74A-E33A-45ED-A873-7B5EE8F18A08}" destId="{1278CF41-D8EF-4396-8DDB-1964E251A736}" srcOrd="0" destOrd="0" presId="urn:microsoft.com/office/officeart/2005/8/layout/hList2#2"/>
    <dgm:cxn modelId="{3E5C2C3D-2343-4019-8671-CBFE3BE74A25}" type="presOf" srcId="{DDEA842F-C5EC-435F-A672-4F294C3ACD14}" destId="{C1D561ED-3D35-48CF-9256-E6FCF4058762}" srcOrd="0" destOrd="0" presId="urn:microsoft.com/office/officeart/2005/8/layout/hList2#2"/>
    <dgm:cxn modelId="{2BF46F88-A72E-46CA-B40B-D5FB3D656EBB}" type="presOf" srcId="{FDFB3B94-55BD-49C9-9868-77D9FFB32CFD}" destId="{DEC8242A-0E94-4FAD-AC69-4A42D3515363}" srcOrd="0" destOrd="0" presId="urn:microsoft.com/office/officeart/2005/8/layout/hList2#2"/>
    <dgm:cxn modelId="{9C5A5804-4CA2-49F9-B1AF-EF330D91912A}" type="presOf" srcId="{DBEA6D4E-6143-4D5D-B5FF-6ED124BEA9DC}" destId="{800AF4F6-CC66-4E7C-967B-F2CA3E5DE56D}" srcOrd="0" destOrd="0" presId="urn:microsoft.com/office/officeart/2005/8/layout/hList2#2"/>
    <dgm:cxn modelId="{3EE22788-55E9-437B-91B8-1387429CA2D9}" type="presOf" srcId="{78C70B44-5C38-4ED1-BF9C-CD1C818D3801}" destId="{AADFEA6E-9E99-4D9D-B39D-F4BE0ABE38B9}" srcOrd="0" destOrd="1" presId="urn:microsoft.com/office/officeart/2005/8/layout/hList2#2"/>
    <dgm:cxn modelId="{BE914DC0-623D-4CAE-A867-07342FF569A4}" type="presOf" srcId="{56C5F30B-3A89-4DB0-94C7-FB81863DEE6F}" destId="{7EB6C8DC-1CD8-40F6-B826-3A5A7017CE80}" srcOrd="0" destOrd="0" presId="urn:microsoft.com/office/officeart/2005/8/layout/hList2#2"/>
    <dgm:cxn modelId="{119061CC-C39C-4511-9A10-BF8FBB6002EC}" srcId="{56C5F30B-3A89-4DB0-94C7-FB81863DEE6F}" destId="{A70FD9F1-ED67-4726-8E9F-EB899366CD81}" srcOrd="2" destOrd="0" parTransId="{F008DC09-EC7B-47BA-BF1B-8866551D2783}" sibTransId="{EE806BBA-67D8-4A80-A80E-6E07C3716ABE}"/>
    <dgm:cxn modelId="{74646476-C16C-4716-B82A-E87F3FADCE8B}" type="presOf" srcId="{15A6B318-02D4-428D-BDC3-1F2B26729038}" destId="{FC431D52-8CDB-4723-9548-A1A0D67CEE89}" srcOrd="0" destOrd="3" presId="urn:microsoft.com/office/officeart/2005/8/layout/hList2#2"/>
    <dgm:cxn modelId="{9C817DF2-3980-4616-B3AE-4A537D25E29A}" srcId="{DBEA6D4E-6143-4D5D-B5FF-6ED124BEA9DC}" destId="{5D623E8D-E20A-4C37-8FFF-63F0E568107B}" srcOrd="3" destOrd="0" parTransId="{BD119DCD-7E9F-4243-8A89-F8CC2790B19D}" sibTransId="{D4BCAA22-23F7-4506-9478-5FE72B343B58}"/>
    <dgm:cxn modelId="{83AA4D92-3F72-4725-B7E6-FA5C0586D621}" type="presOf" srcId="{DBD8553A-EBD7-4851-B6D3-6126DBCD7519}" destId="{FC431D52-8CDB-4723-9548-A1A0D67CEE89}" srcOrd="0" destOrd="0" presId="urn:microsoft.com/office/officeart/2005/8/layout/hList2#2"/>
    <dgm:cxn modelId="{B7A2537E-D28C-48F0-9F4F-BACB2794D452}" type="presParOf" srcId="{800AF4F6-CC66-4E7C-967B-F2CA3E5DE56D}" destId="{9F784385-426B-4CA0-8BC8-55AD5FD18F88}" srcOrd="0" destOrd="0" presId="urn:microsoft.com/office/officeart/2005/8/layout/hList2#2"/>
    <dgm:cxn modelId="{B636014D-03E2-4B82-BD78-ABF7D6AED493}" type="presParOf" srcId="{9F784385-426B-4CA0-8BC8-55AD5FD18F88}" destId="{D5E9C73F-9C5D-4699-8EE0-EB396FF7E650}" srcOrd="0" destOrd="0" presId="urn:microsoft.com/office/officeart/2005/8/layout/hList2#2"/>
    <dgm:cxn modelId="{8DA63645-700F-4BB2-B089-59024698208F}" type="presParOf" srcId="{9F784385-426B-4CA0-8BC8-55AD5FD18F88}" destId="{DEC8242A-0E94-4FAD-AC69-4A42D3515363}" srcOrd="1" destOrd="0" presId="urn:microsoft.com/office/officeart/2005/8/layout/hList2#2"/>
    <dgm:cxn modelId="{71CA8D2E-F052-476D-99F6-05069F542414}" type="presParOf" srcId="{9F784385-426B-4CA0-8BC8-55AD5FD18F88}" destId="{1278CF41-D8EF-4396-8DDB-1964E251A736}" srcOrd="2" destOrd="0" presId="urn:microsoft.com/office/officeart/2005/8/layout/hList2#2"/>
    <dgm:cxn modelId="{D10C9EEC-21AA-4357-B918-E24E89B4569F}" type="presParOf" srcId="{800AF4F6-CC66-4E7C-967B-F2CA3E5DE56D}" destId="{153F4E43-F09E-4A63-8A86-8B3B79B56DAC}" srcOrd="1" destOrd="0" presId="urn:microsoft.com/office/officeart/2005/8/layout/hList2#2"/>
    <dgm:cxn modelId="{A7E10719-6D00-494E-B9BE-A20BEB8017F7}" type="presParOf" srcId="{800AF4F6-CC66-4E7C-967B-F2CA3E5DE56D}" destId="{FFC49A7C-95F7-4D89-890D-E1D0D7568B1C}" srcOrd="2" destOrd="0" presId="urn:microsoft.com/office/officeart/2005/8/layout/hList2#2"/>
    <dgm:cxn modelId="{4FEF4140-E0BD-46BB-929A-7F0E053351EE}" type="presParOf" srcId="{FFC49A7C-95F7-4D89-890D-E1D0D7568B1C}" destId="{692F775E-8560-4B12-94D7-CF0DAFC445A5}" srcOrd="0" destOrd="0" presId="urn:microsoft.com/office/officeart/2005/8/layout/hList2#2"/>
    <dgm:cxn modelId="{2582FED6-0C5A-450C-B9C3-B305B9F1B3F5}" type="presParOf" srcId="{FFC49A7C-95F7-4D89-890D-E1D0D7568B1C}" destId="{B5B80615-CD47-4338-A0E0-C1284351B1AA}" srcOrd="1" destOrd="0" presId="urn:microsoft.com/office/officeart/2005/8/layout/hList2#2"/>
    <dgm:cxn modelId="{B8ACDDCE-167C-44EB-9104-3850BA1DFDD7}" type="presParOf" srcId="{FFC49A7C-95F7-4D89-890D-E1D0D7568B1C}" destId="{C1D561ED-3D35-48CF-9256-E6FCF4058762}" srcOrd="2" destOrd="0" presId="urn:microsoft.com/office/officeart/2005/8/layout/hList2#2"/>
    <dgm:cxn modelId="{E89F3869-2021-42BB-B034-AEA4513E88D7}" type="presParOf" srcId="{800AF4F6-CC66-4E7C-967B-F2CA3E5DE56D}" destId="{CF849BB7-2985-49C9-8E4B-CA0ACFC9260E}" srcOrd="3" destOrd="0" presId="urn:microsoft.com/office/officeart/2005/8/layout/hList2#2"/>
    <dgm:cxn modelId="{379C5230-60A7-4FD8-9F32-24EFBEF5D3CC}" type="presParOf" srcId="{800AF4F6-CC66-4E7C-967B-F2CA3E5DE56D}" destId="{CC8AD636-6037-431F-B65D-007FB55BA8CA}" srcOrd="4" destOrd="0" presId="urn:microsoft.com/office/officeart/2005/8/layout/hList2#2"/>
    <dgm:cxn modelId="{DDFF4E37-C6C7-4989-8377-1A5BD21CB841}" type="presParOf" srcId="{CC8AD636-6037-431F-B65D-007FB55BA8CA}" destId="{B1002A46-D23C-4850-8BDA-9B5687C0C77E}" srcOrd="0" destOrd="0" presId="urn:microsoft.com/office/officeart/2005/8/layout/hList2#2"/>
    <dgm:cxn modelId="{F05FA3AB-961A-4450-A7EE-B08DE036DE3D}" type="presParOf" srcId="{CC8AD636-6037-431F-B65D-007FB55BA8CA}" destId="{AADFEA6E-9E99-4D9D-B39D-F4BE0ABE38B9}" srcOrd="1" destOrd="0" presId="urn:microsoft.com/office/officeart/2005/8/layout/hList2#2"/>
    <dgm:cxn modelId="{FE2E33D1-F113-494C-8A1D-E5D156FBA869}" type="presParOf" srcId="{CC8AD636-6037-431F-B65D-007FB55BA8CA}" destId="{36CF676D-0286-4E5A-B51E-77A4C66C8C4E}" srcOrd="2" destOrd="0" presId="urn:microsoft.com/office/officeart/2005/8/layout/hList2#2"/>
    <dgm:cxn modelId="{38C2A7B6-A024-4775-AF54-820DB8522279}" type="presParOf" srcId="{800AF4F6-CC66-4E7C-967B-F2CA3E5DE56D}" destId="{90F21F71-03E8-448B-ABC8-BC57CE455149}" srcOrd="5" destOrd="0" presId="urn:microsoft.com/office/officeart/2005/8/layout/hList2#2"/>
    <dgm:cxn modelId="{308166B8-7B3D-4F00-9052-BEF4EF446A49}" type="presParOf" srcId="{800AF4F6-CC66-4E7C-967B-F2CA3E5DE56D}" destId="{7BE4C077-2D82-4C95-9B7A-F872C735CE6B}" srcOrd="6" destOrd="0" presId="urn:microsoft.com/office/officeart/2005/8/layout/hList2#2"/>
    <dgm:cxn modelId="{2740D4BA-B7AE-4ABE-A3E9-67701D541B24}" type="presParOf" srcId="{7BE4C077-2D82-4C95-9B7A-F872C735CE6B}" destId="{004EC0C4-66D2-4AF6-967F-B010655B63B4}" srcOrd="0" destOrd="0" presId="urn:microsoft.com/office/officeart/2005/8/layout/hList2#2"/>
    <dgm:cxn modelId="{21208B5F-630A-438F-83C7-7459BE3B930F}" type="presParOf" srcId="{7BE4C077-2D82-4C95-9B7A-F872C735CE6B}" destId="{4E3F3218-24F4-45ED-A348-9BD53B229FFD}" srcOrd="1" destOrd="0" presId="urn:microsoft.com/office/officeart/2005/8/layout/hList2#2"/>
    <dgm:cxn modelId="{2D86D461-E521-4B17-A135-33707EB431BC}" type="presParOf" srcId="{7BE4C077-2D82-4C95-9B7A-F872C735CE6B}" destId="{40ABB7C7-E672-4A9E-B8BA-FC0A1B79EF80}" srcOrd="2" destOrd="0" presId="urn:microsoft.com/office/officeart/2005/8/layout/hList2#2"/>
    <dgm:cxn modelId="{18CED198-FA23-45D0-A5B3-721A3526C2CF}" type="presParOf" srcId="{800AF4F6-CC66-4E7C-967B-F2CA3E5DE56D}" destId="{E85735D1-FCF1-403C-A36E-E20725A661E5}" srcOrd="7" destOrd="0" presId="urn:microsoft.com/office/officeart/2005/8/layout/hList2#2"/>
    <dgm:cxn modelId="{31846D76-B17D-4075-8BA5-E777E91BEF18}" type="presParOf" srcId="{800AF4F6-CC66-4E7C-967B-F2CA3E5DE56D}" destId="{50344F3F-9FA5-478D-804C-237599D93774}" srcOrd="8" destOrd="0" presId="urn:microsoft.com/office/officeart/2005/8/layout/hList2#2"/>
    <dgm:cxn modelId="{EDFC2362-11E7-4C5D-8704-675C0D05632A}" type="presParOf" srcId="{50344F3F-9FA5-478D-804C-237599D93774}" destId="{CFDA876D-8681-49B2-9099-B15026F524EB}" srcOrd="0" destOrd="0" presId="urn:microsoft.com/office/officeart/2005/8/layout/hList2#2"/>
    <dgm:cxn modelId="{A32F7FE2-78C7-4B6A-805C-B749C5656549}" type="presParOf" srcId="{50344F3F-9FA5-478D-804C-237599D93774}" destId="{FC431D52-8CDB-4723-9548-A1A0D67CEE89}" srcOrd="1" destOrd="0" presId="urn:microsoft.com/office/officeart/2005/8/layout/hList2#2"/>
    <dgm:cxn modelId="{4F31C561-F51A-426B-81F0-526BFBC6C4F8}" type="presParOf" srcId="{50344F3F-9FA5-478D-804C-237599D93774}" destId="{7EB6C8DC-1CD8-40F6-B826-3A5A7017CE80}" srcOrd="2" destOrd="0" presId="urn:microsoft.com/office/officeart/2005/8/layout/h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8CF41-D8EF-4396-8DDB-1964E251A736}">
      <dsp:nvSpPr>
        <dsp:cNvPr id="0" name=""/>
        <dsp:cNvSpPr/>
      </dsp:nvSpPr>
      <dsp:spPr>
        <a:xfrm rot="16200000">
          <a:off x="-1507644" y="2064249"/>
          <a:ext cx="3368052" cy="23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06483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 smtClean="0">
              <a:solidFill>
                <a:srgbClr val="FF0000"/>
              </a:solidFill>
            </a:rPr>
            <a:t>VALORACION  </a:t>
          </a:r>
          <a:endParaRPr lang="es-ES" sz="1600" b="1" kern="1200" dirty="0">
            <a:solidFill>
              <a:srgbClr val="FF0000"/>
            </a:solidFill>
          </a:endParaRPr>
        </a:p>
      </dsp:txBody>
      <dsp:txXfrm>
        <a:off x="-1507644" y="2064249"/>
        <a:ext cx="3368052" cy="234122"/>
      </dsp:txXfrm>
    </dsp:sp>
    <dsp:sp modelId="{DEC8242A-0E94-4FAD-AC69-4A42D3515363}">
      <dsp:nvSpPr>
        <dsp:cNvPr id="0" name=""/>
        <dsp:cNvSpPr/>
      </dsp:nvSpPr>
      <dsp:spPr>
        <a:xfrm>
          <a:off x="338510" y="350437"/>
          <a:ext cx="1253303" cy="37625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206483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b="1" kern="1200" dirty="0" smtClean="0">
              <a:solidFill>
                <a:schemeClr val="tx1"/>
              </a:solidFill>
            </a:rPr>
            <a:t>La recogida de informa </a:t>
          </a:r>
          <a:r>
            <a:rPr lang="es-ES" sz="1300" b="1" kern="1200" dirty="0" err="1" smtClean="0">
              <a:solidFill>
                <a:schemeClr val="tx1"/>
              </a:solidFill>
            </a:rPr>
            <a:t>ción</a:t>
          </a:r>
          <a:r>
            <a:rPr lang="es-ES" sz="1300" b="1" kern="1200" dirty="0" smtClean="0">
              <a:solidFill>
                <a:schemeClr val="tx1"/>
              </a:solidFill>
            </a:rPr>
            <a:t> acerca del estado de salud del paciente es un proceso sistemático y continuo; los datos son accesibles,  comunica dos  y registrados</a:t>
          </a:r>
          <a:r>
            <a:rPr lang="es-ES" sz="1300" b="1" kern="1200" dirty="0" smtClean="0"/>
            <a:t>. </a:t>
          </a:r>
          <a:endParaRPr lang="es-ES" sz="1300" b="1" kern="1200" dirty="0"/>
        </a:p>
      </dsp:txBody>
      <dsp:txXfrm>
        <a:off x="338510" y="350437"/>
        <a:ext cx="1253303" cy="3762518"/>
      </dsp:txXfrm>
    </dsp:sp>
    <dsp:sp modelId="{D5E9C73F-9C5D-4699-8EE0-EB396FF7E650}">
      <dsp:nvSpPr>
        <dsp:cNvPr id="0" name=""/>
        <dsp:cNvSpPr/>
      </dsp:nvSpPr>
      <dsp:spPr>
        <a:xfrm>
          <a:off x="24780" y="181130"/>
          <a:ext cx="462780" cy="476738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561ED-3D35-48CF-9256-E6FCF4058762}">
      <dsp:nvSpPr>
        <dsp:cNvPr id="0" name=""/>
        <dsp:cNvSpPr/>
      </dsp:nvSpPr>
      <dsp:spPr>
        <a:xfrm rot="16200000">
          <a:off x="241433" y="2060002"/>
          <a:ext cx="3368052" cy="23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06483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 smtClean="0">
              <a:solidFill>
                <a:srgbClr val="FF0000"/>
              </a:solidFill>
            </a:rPr>
            <a:t>DIAGNOSTICO</a:t>
          </a:r>
          <a:endParaRPr lang="es-ES" sz="1600" b="1" kern="1200" dirty="0">
            <a:solidFill>
              <a:srgbClr val="FF0000"/>
            </a:solidFill>
          </a:endParaRPr>
        </a:p>
      </dsp:txBody>
      <dsp:txXfrm>
        <a:off x="241433" y="2060002"/>
        <a:ext cx="3368052" cy="234122"/>
      </dsp:txXfrm>
    </dsp:sp>
    <dsp:sp modelId="{B5B80615-CD47-4338-A0E0-C1284351B1AA}">
      <dsp:nvSpPr>
        <dsp:cNvPr id="0" name=""/>
        <dsp:cNvSpPr/>
      </dsp:nvSpPr>
      <dsp:spPr>
        <a:xfrm>
          <a:off x="2063460" y="390749"/>
          <a:ext cx="1387017" cy="38138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206483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b="1" kern="1200" dirty="0" smtClean="0">
              <a:solidFill>
                <a:schemeClr val="tx1"/>
              </a:solidFill>
            </a:rPr>
            <a:t>Los diagnósticos de enferme ría derivan de los datos del estado de salud del cliente.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2063460" y="390749"/>
        <a:ext cx="1387017" cy="3813847"/>
      </dsp:txXfrm>
    </dsp:sp>
    <dsp:sp modelId="{692F775E-8560-4B12-94D7-CF0DAFC445A5}">
      <dsp:nvSpPr>
        <dsp:cNvPr id="0" name=""/>
        <dsp:cNvSpPr/>
      </dsp:nvSpPr>
      <dsp:spPr>
        <a:xfrm>
          <a:off x="1808398" y="183995"/>
          <a:ext cx="468244" cy="468244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F676D-0286-4E5A-B51E-77A4C66C8C4E}">
      <dsp:nvSpPr>
        <dsp:cNvPr id="0" name=""/>
        <dsp:cNvSpPr/>
      </dsp:nvSpPr>
      <dsp:spPr>
        <a:xfrm rot="16200000">
          <a:off x="2057369" y="2060002"/>
          <a:ext cx="3368052" cy="23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06483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 smtClean="0">
              <a:solidFill>
                <a:srgbClr val="FF0000"/>
              </a:solidFill>
            </a:rPr>
            <a:t>PLANIFICACION </a:t>
          </a:r>
          <a:endParaRPr lang="es-ES" sz="1600" b="1" kern="1200" dirty="0">
            <a:solidFill>
              <a:srgbClr val="FF0000"/>
            </a:solidFill>
          </a:endParaRPr>
        </a:p>
      </dsp:txBody>
      <dsp:txXfrm>
        <a:off x="2057369" y="2060002"/>
        <a:ext cx="3368052" cy="234122"/>
      </dsp:txXfrm>
    </dsp:sp>
    <dsp:sp modelId="{AADFEA6E-9E99-4D9D-B39D-F4BE0ABE38B9}">
      <dsp:nvSpPr>
        <dsp:cNvPr id="0" name=""/>
        <dsp:cNvSpPr/>
      </dsp:nvSpPr>
      <dsp:spPr>
        <a:xfrm>
          <a:off x="3929062" y="357203"/>
          <a:ext cx="1392685" cy="38176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206483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b="1" kern="1200" dirty="0" smtClean="0">
              <a:solidFill>
                <a:schemeClr val="tx1"/>
              </a:solidFill>
            </a:rPr>
            <a:t>El plan de cuidados de enfermería  incluyen objetivos que se derivan de los diagnósticos de enfermería.</a:t>
          </a:r>
          <a:endParaRPr lang="es-ES" sz="1100" b="1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b="1" kern="1200" dirty="0" smtClean="0">
              <a:solidFill>
                <a:schemeClr val="tx1"/>
              </a:solidFill>
            </a:rPr>
            <a:t>El plan de cuidados de enfermería incluye los enfoques o modelos de enfermería  prescritos para alcanzar los objetivos  derivados de los diagnósticos de enfermería</a:t>
          </a:r>
          <a:r>
            <a:rPr lang="es-ES" sz="1300" b="1" kern="1200" dirty="0" smtClean="0"/>
            <a:t>.</a:t>
          </a:r>
          <a:endParaRPr lang="es-ES" sz="1300" b="1" kern="1200" dirty="0"/>
        </a:p>
      </dsp:txBody>
      <dsp:txXfrm>
        <a:off x="3929062" y="357203"/>
        <a:ext cx="1392685" cy="3817687"/>
      </dsp:txXfrm>
    </dsp:sp>
    <dsp:sp modelId="{B1002A46-D23C-4850-8BDA-9B5687C0C77E}">
      <dsp:nvSpPr>
        <dsp:cNvPr id="0" name=""/>
        <dsp:cNvSpPr/>
      </dsp:nvSpPr>
      <dsp:spPr>
        <a:xfrm>
          <a:off x="3516694" y="197144"/>
          <a:ext cx="468244" cy="468244"/>
        </a:xfrm>
        <a:prstGeom prst="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BB7C7-E672-4A9E-B8BA-FC0A1B79EF80}">
      <dsp:nvSpPr>
        <dsp:cNvPr id="0" name=""/>
        <dsp:cNvSpPr/>
      </dsp:nvSpPr>
      <dsp:spPr>
        <a:xfrm rot="16200000">
          <a:off x="3876138" y="2060002"/>
          <a:ext cx="3368052" cy="234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06483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>
              <a:solidFill>
                <a:srgbClr val="FF0000"/>
              </a:solidFill>
            </a:rPr>
            <a:t>EJECUCION</a:t>
          </a:r>
          <a:endParaRPr lang="es-ES" sz="2000" b="1" kern="1200" dirty="0">
            <a:solidFill>
              <a:srgbClr val="FF0000"/>
            </a:solidFill>
          </a:endParaRPr>
        </a:p>
      </dsp:txBody>
      <dsp:txXfrm>
        <a:off x="3876138" y="2060002"/>
        <a:ext cx="3368052" cy="234122"/>
      </dsp:txXfrm>
    </dsp:sp>
    <dsp:sp modelId="{4E3F3218-24F4-45ED-A348-9BD53B229FFD}">
      <dsp:nvSpPr>
        <dsp:cNvPr id="0" name=""/>
        <dsp:cNvSpPr/>
      </dsp:nvSpPr>
      <dsp:spPr>
        <a:xfrm>
          <a:off x="5685342" y="418367"/>
          <a:ext cx="1374411" cy="3880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06483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200" b="1" kern="1200" dirty="0" smtClean="0">
              <a:solidFill>
                <a:schemeClr val="tx1"/>
              </a:solidFill>
            </a:rPr>
            <a:t>Las actuaciones de enfermería tienen en cuenta la participación del paciente y la promoción, el </a:t>
          </a:r>
          <a:r>
            <a:rPr lang="es-ES" sz="1200" b="1" kern="1200" dirty="0" err="1" smtClean="0">
              <a:solidFill>
                <a:schemeClr val="tx1"/>
              </a:solidFill>
            </a:rPr>
            <a:t>mantenimien</a:t>
          </a:r>
          <a:r>
            <a:rPr lang="es-ES" sz="1200" b="1" kern="1200" dirty="0" smtClean="0">
              <a:solidFill>
                <a:schemeClr val="tx1"/>
              </a:solidFill>
            </a:rPr>
            <a:t> </a:t>
          </a:r>
          <a:r>
            <a:rPr lang="es-ES" sz="1200" b="1" kern="1200" dirty="0" err="1" smtClean="0">
              <a:solidFill>
                <a:schemeClr val="tx1"/>
              </a:solidFill>
            </a:rPr>
            <a:t>to</a:t>
          </a:r>
          <a:r>
            <a:rPr lang="es-ES" sz="1200" b="1" kern="1200" dirty="0" smtClean="0">
              <a:solidFill>
                <a:schemeClr val="tx1"/>
              </a:solidFill>
            </a:rPr>
            <a:t> y la  recuperación de la salud</a:t>
          </a:r>
          <a:endParaRPr lang="es-ES" sz="1200" b="1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200" b="1" kern="1200" dirty="0" smtClean="0">
              <a:solidFill>
                <a:schemeClr val="tx1"/>
              </a:solidFill>
            </a:rPr>
            <a:t>Las actuaciones de enfermería ayudan  al paciente  a aumentar sus capacidades de salud.</a:t>
          </a:r>
          <a:endParaRPr lang="es-ES" sz="1200" b="1" kern="1200" dirty="0">
            <a:solidFill>
              <a:schemeClr val="tx1"/>
            </a:solidFill>
          </a:endParaRPr>
        </a:p>
      </dsp:txBody>
      <dsp:txXfrm>
        <a:off x="5685342" y="418367"/>
        <a:ext cx="1374411" cy="3880400"/>
      </dsp:txXfrm>
    </dsp:sp>
    <dsp:sp modelId="{004EC0C4-66D2-4AF6-967F-B010655B63B4}">
      <dsp:nvSpPr>
        <dsp:cNvPr id="0" name=""/>
        <dsp:cNvSpPr/>
      </dsp:nvSpPr>
      <dsp:spPr>
        <a:xfrm>
          <a:off x="5261850" y="136941"/>
          <a:ext cx="468244" cy="468244"/>
        </a:xfrm>
        <a:prstGeom prst="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6C8DC-1CD8-40F6-B826-3A5A7017CE80}">
      <dsp:nvSpPr>
        <dsp:cNvPr id="0" name=""/>
        <dsp:cNvSpPr/>
      </dsp:nvSpPr>
      <dsp:spPr>
        <a:xfrm rot="16200000">
          <a:off x="5776496" y="1969276"/>
          <a:ext cx="3368052" cy="415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06483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 smtClean="0">
              <a:solidFill>
                <a:srgbClr val="FF0000"/>
              </a:solidFill>
            </a:rPr>
            <a:t>EVALUACION</a:t>
          </a:r>
          <a:endParaRPr lang="es-ES" sz="2000" b="1" kern="1200" dirty="0">
            <a:solidFill>
              <a:srgbClr val="FF0000"/>
            </a:solidFill>
          </a:endParaRPr>
        </a:p>
      </dsp:txBody>
      <dsp:txXfrm>
        <a:off x="5776496" y="1969276"/>
        <a:ext cx="3368052" cy="415574"/>
      </dsp:txXfrm>
    </dsp:sp>
    <dsp:sp modelId="{FC431D52-8CDB-4723-9548-A1A0D67CEE89}">
      <dsp:nvSpPr>
        <dsp:cNvPr id="0" name=""/>
        <dsp:cNvSpPr/>
      </dsp:nvSpPr>
      <dsp:spPr>
        <a:xfrm>
          <a:off x="7510269" y="356749"/>
          <a:ext cx="1419448" cy="39139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206483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ES" sz="1500" b="1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b="1" kern="1200" dirty="0" smtClean="0">
              <a:solidFill>
                <a:schemeClr val="tx1"/>
              </a:solidFill>
            </a:rPr>
            <a:t>El progreso o ausencia de progreso del paciente, su consecución del objetivos </a:t>
          </a:r>
          <a:r>
            <a:rPr lang="es-ES" sz="1400" b="1" kern="1200" smtClean="0">
              <a:solidFill>
                <a:schemeClr val="tx1"/>
              </a:solidFill>
            </a:rPr>
            <a:t>es  determina do </a:t>
          </a:r>
          <a:r>
            <a:rPr lang="es-ES" sz="1400" b="1" kern="1200" dirty="0" smtClean="0">
              <a:solidFill>
                <a:schemeClr val="tx1"/>
              </a:solidFill>
            </a:rPr>
            <a:t>por el paciente y el profesional de enfermería.</a:t>
          </a:r>
          <a:endParaRPr lang="es-ES" sz="1400" b="1" kern="1200" dirty="0">
            <a:solidFill>
              <a:schemeClr val="tx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ES" sz="1300" b="1" kern="1200" dirty="0">
            <a:solidFill>
              <a:schemeClr val="tx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ES" sz="1300" b="1" kern="1200" dirty="0">
            <a:solidFill>
              <a:schemeClr val="tx1"/>
            </a:solidFill>
          </a:endParaRPr>
        </a:p>
      </dsp:txBody>
      <dsp:txXfrm>
        <a:off x="7510269" y="356749"/>
        <a:ext cx="1419448" cy="3913912"/>
      </dsp:txXfrm>
    </dsp:sp>
    <dsp:sp modelId="{CFDA876D-8681-49B2-9099-B15026F524EB}">
      <dsp:nvSpPr>
        <dsp:cNvPr id="0" name=""/>
        <dsp:cNvSpPr/>
      </dsp:nvSpPr>
      <dsp:spPr>
        <a:xfrm>
          <a:off x="7343461" y="183995"/>
          <a:ext cx="468244" cy="468244"/>
        </a:xfrm>
        <a:prstGeom prst="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#2">
  <dgm:title val=""/>
  <dgm:desc val=""/>
  <dgm:catLst>
    <dgm:cat type="list" pri="6000"/>
    <dgm:cat type="relationship" pri="1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A8DE5-0283-4C77-8630-97C704E6A476}" type="datetimeFigureOut">
              <a:rPr lang="es-BO" smtClean="0"/>
              <a:t>05/07/2013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123FE-E442-4784-BCB2-B9D8AF58E5A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69901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645C6CA-67C1-41F3-87F4-5C835D1A9471}" type="datetimeFigureOut">
              <a:rPr lang="es-ES" smtClean="0"/>
              <a:pPr/>
              <a:t>05/07/2013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022151-E09A-4308-93B8-0B5048C30DB1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3400" y="285728"/>
            <a:ext cx="7851648" cy="2914672"/>
          </a:xfrm>
        </p:spPr>
        <p:txBody>
          <a:bodyPr>
            <a:normAutofit fontScale="90000"/>
          </a:bodyPr>
          <a:lstStyle/>
          <a:p>
            <a:pPr algn="ctr"/>
            <a:r>
              <a:rPr lang="es-ES" sz="9600" dirty="0" smtClean="0"/>
              <a:t>ETAPAS DEL </a:t>
            </a:r>
            <a:br>
              <a:rPr lang="es-ES" sz="9600" dirty="0" smtClean="0"/>
            </a:br>
            <a:r>
              <a:rPr lang="es-ES" sz="9600" dirty="0" smtClean="0"/>
              <a:t>PAE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INTEGRANTES:       ARMINDA VARGAS</a:t>
            </a:r>
          </a:p>
          <a:p>
            <a:r>
              <a:rPr lang="es-ES" dirty="0" smtClean="0"/>
              <a:t>LILIAN  ZAPATA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smtClean="0">
                <a:solidFill>
                  <a:srgbClr val="7030A0"/>
                </a:solidFill>
              </a:rPr>
              <a:t>CONCEPTO DE PAE:</a:t>
            </a:r>
            <a:endParaRPr lang="es-ES" b="1" dirty="0">
              <a:solidFill>
                <a:srgbClr val="7030A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BO" sz="3600" i="1" dirty="0" smtClean="0"/>
              <a:t>El Proceso de Atención de Enfermería (P.A.E.) es la aplicación del método científico a la práctica asistencial de la enfermería. Este método permite a las enfermeras prestar cuidados de una forma racional, lógica y sistemática.</a:t>
            </a:r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OBJETIVOS DEL PAE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s-BO" dirty="0"/>
              <a:t>Servir de instrumento de trabajo para el personal de enfermería</a:t>
            </a:r>
            <a:r>
              <a:rPr lang="es-BO" dirty="0" smtClean="0"/>
              <a:t>.</a:t>
            </a:r>
            <a:endParaRPr lang="es-BO" dirty="0"/>
          </a:p>
          <a:p>
            <a:pPr lvl="0" algn="just"/>
            <a:r>
              <a:rPr lang="es-BO" dirty="0"/>
              <a:t>Favorecer que los cuidados de enfermería se realicen de manera dinámica, deliberada, consciente, ordenada y sistematizada.</a:t>
            </a:r>
          </a:p>
          <a:p>
            <a:pPr lvl="0" algn="just"/>
            <a:r>
              <a:rPr lang="es-BO" dirty="0" smtClean="0"/>
              <a:t>Traza   </a:t>
            </a:r>
            <a:r>
              <a:rPr lang="es-BO" dirty="0"/>
              <a:t>objetivos </a:t>
            </a:r>
            <a:r>
              <a:rPr lang="es-BO" dirty="0" smtClean="0"/>
              <a:t>  y </a:t>
            </a:r>
            <a:r>
              <a:rPr lang="es-BO" dirty="0"/>
              <a:t>actividades evaluables.</a:t>
            </a:r>
          </a:p>
          <a:p>
            <a:pPr lvl="0" algn="just"/>
            <a:r>
              <a:rPr lang="es-BO" dirty="0" smtClean="0"/>
              <a:t>Mantener  </a:t>
            </a:r>
            <a:r>
              <a:rPr lang="es-BO" dirty="0"/>
              <a:t>una investigación constante sobre los cuidados.</a:t>
            </a:r>
          </a:p>
          <a:p>
            <a:pPr lvl="0" algn="just"/>
            <a:r>
              <a:rPr lang="es-BO" dirty="0"/>
              <a:t>Desarrollar una base de conocimientos propia, para conseguir una autonomía para la enfermería y un reconocimiento social</a:t>
            </a:r>
            <a:r>
              <a:rPr lang="es-BO" dirty="0" smtClean="0"/>
              <a:t>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47980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smtClean="0">
                <a:solidFill>
                  <a:srgbClr val="7030A0"/>
                </a:solidFill>
              </a:rPr>
              <a:t>CARACTERISTICAS DEL PAE:</a:t>
            </a:r>
            <a:endParaRPr lang="es-ES" b="1" dirty="0">
              <a:solidFill>
                <a:srgbClr val="7030A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s-BO" dirty="0" smtClean="0"/>
              <a:t>Tiene validez universal.</a:t>
            </a:r>
            <a:endParaRPr lang="es-ES" dirty="0" smtClean="0"/>
          </a:p>
          <a:p>
            <a:pPr lvl="0" algn="just"/>
            <a:r>
              <a:rPr lang="es-BO" dirty="0" smtClean="0"/>
              <a:t>Utiliza una terminología comprensible para todos los profesionales.</a:t>
            </a:r>
            <a:endParaRPr lang="es-ES" dirty="0" smtClean="0"/>
          </a:p>
          <a:p>
            <a:pPr lvl="0" algn="just"/>
            <a:r>
              <a:rPr lang="es-BO" dirty="0" smtClean="0"/>
              <a:t>Está centrado en el paciente marcando una relación directa entre éste y el profesional.</a:t>
            </a:r>
            <a:endParaRPr lang="es-ES" dirty="0" smtClean="0"/>
          </a:p>
          <a:p>
            <a:pPr lvl="0" algn="just"/>
            <a:r>
              <a:rPr lang="es-BO" dirty="0" smtClean="0"/>
              <a:t>Está orientado y planeado hacia la búsqueda de soluciones y con una meta clara.</a:t>
            </a:r>
            <a:endParaRPr lang="es-ES" dirty="0" smtClean="0"/>
          </a:p>
          <a:p>
            <a:pPr algn="just"/>
            <a:r>
              <a:rPr lang="es-BO" dirty="0" smtClean="0"/>
              <a:t>Consta de cinco etapas cíclicas.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968099397"/>
              </p:ext>
            </p:extLst>
          </p:nvPr>
        </p:nvGraphicFramePr>
        <p:xfrm>
          <a:off x="0" y="1071546"/>
          <a:ext cx="8929718" cy="4318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2 Abrir llave"/>
          <p:cNvSpPr/>
          <p:nvPr/>
        </p:nvSpPr>
        <p:spPr>
          <a:xfrm rot="5400000">
            <a:off x="4393405" y="-3107577"/>
            <a:ext cx="500066" cy="8572560"/>
          </a:xfrm>
          <a:prstGeom prst="leftBrac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714348" y="357166"/>
            <a:ext cx="807249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>
                <a:solidFill>
                  <a:srgbClr val="C00000"/>
                </a:solidFill>
              </a:rPr>
              <a:t>EL PROCESO DE ENFERMERIA</a:t>
            </a:r>
            <a:endParaRPr lang="es-ES" sz="3200" b="1" dirty="0">
              <a:solidFill>
                <a:srgbClr val="C00000"/>
              </a:solidFill>
            </a:endParaRPr>
          </a:p>
        </p:txBody>
      </p:sp>
      <p:sp>
        <p:nvSpPr>
          <p:cNvPr id="5" name="4 Abrir llave"/>
          <p:cNvSpPr/>
          <p:nvPr/>
        </p:nvSpPr>
        <p:spPr>
          <a:xfrm rot="16200000">
            <a:off x="4286216" y="1000109"/>
            <a:ext cx="928695" cy="8786874"/>
          </a:xfrm>
          <a:prstGeom prst="leftBrace">
            <a:avLst>
              <a:gd name="adj1" fmla="val 8333"/>
              <a:gd name="adj2" fmla="val 50000"/>
            </a:avLst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Rectángulo"/>
          <p:cNvSpPr/>
          <p:nvPr/>
        </p:nvSpPr>
        <p:spPr>
          <a:xfrm>
            <a:off x="214282" y="5643578"/>
            <a:ext cx="4857784" cy="100010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 smtClean="0">
                <a:solidFill>
                  <a:srgbClr val="FFFF00"/>
                </a:solidFill>
              </a:rPr>
              <a:t>El progreso o ausencia de progreso del paciente en la consecución del objetivo orienta la nueva valoración, reorganización  de prioridades, fijación  de nuevos objetivos y revisión  del plan de cuidados de enfermería.</a:t>
            </a:r>
            <a:endParaRPr lang="es-ES" sz="1400" b="1" dirty="0">
              <a:solidFill>
                <a:srgbClr val="FFFF00"/>
              </a:solidFill>
            </a:endParaRPr>
          </a:p>
        </p:txBody>
      </p:sp>
      <p:sp>
        <p:nvSpPr>
          <p:cNvPr id="7" name="6 Flecha derecha"/>
          <p:cNvSpPr/>
          <p:nvPr/>
        </p:nvSpPr>
        <p:spPr>
          <a:xfrm>
            <a:off x="5143504" y="5857892"/>
            <a:ext cx="571504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Rectángulo"/>
          <p:cNvSpPr/>
          <p:nvPr/>
        </p:nvSpPr>
        <p:spPr>
          <a:xfrm>
            <a:off x="5929322" y="5643578"/>
            <a:ext cx="2928958" cy="92869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srgbClr val="D82899"/>
                </a:solidFill>
              </a:rPr>
              <a:t>NORMA DE PRÁCTICA DE ENFERMERÍA</a:t>
            </a:r>
            <a:endParaRPr lang="es-ES" b="1" dirty="0">
              <a:solidFill>
                <a:srgbClr val="D828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2" grpId="1">
        <p:bldAsOne/>
      </p:bldGraphic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324492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16" name="15 Rectángulo"/>
          <p:cNvSpPr/>
          <p:nvPr/>
        </p:nvSpPr>
        <p:spPr>
          <a:xfrm>
            <a:off x="797729" y="2967335"/>
            <a:ext cx="811132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GRACIAS…….</a:t>
            </a:r>
            <a:endParaRPr lang="es-ES" sz="96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Personalizado 1">
      <a:dk1>
        <a:sysClr val="windowText" lastClr="000000"/>
      </a:dk1>
      <a:lt1>
        <a:srgbClr val="F4F4F4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Presentación1</Template>
  <TotalTime>148</TotalTime>
  <Words>373</Words>
  <Application>Microsoft Office PowerPoint</Application>
  <PresentationFormat>Presentación en pantalla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Flujo</vt:lpstr>
      <vt:lpstr>ETAPAS DEL  PAE</vt:lpstr>
      <vt:lpstr>CONCEPTO DE PAE:</vt:lpstr>
      <vt:lpstr>OBJETIVOS DEL PAE</vt:lpstr>
      <vt:lpstr>CARACTERISTICAS DEL PAE:</vt:lpstr>
      <vt:lpstr>Presentación de PowerPoint</vt:lpstr>
      <vt:lpstr>Presentación de PowerPoint</vt:lpstr>
    </vt:vector>
  </TitlesOfParts>
  <Company>C.T.M. SISTEMAS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ETAPAS DEL PAE</dc:title>
  <dc:creator>Pc</dc:creator>
  <cp:lastModifiedBy>LILI</cp:lastModifiedBy>
  <cp:revision>24</cp:revision>
  <cp:lastPrinted>2013-07-05T14:35:31Z</cp:lastPrinted>
  <dcterms:created xsi:type="dcterms:W3CDTF">2013-07-04T04:55:07Z</dcterms:created>
  <dcterms:modified xsi:type="dcterms:W3CDTF">2013-07-05T14:48:39Z</dcterms:modified>
</cp:coreProperties>
</file>