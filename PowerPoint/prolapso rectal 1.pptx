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83" r:id="rId4"/>
    <p:sldId id="284" r:id="rId5"/>
    <p:sldId id="285" r:id="rId6"/>
    <p:sldId id="286" r:id="rId7"/>
    <p:sldId id="278" r:id="rId8"/>
    <p:sldId id="279" r:id="rId9"/>
    <p:sldId id="280" r:id="rId10"/>
    <p:sldId id="287" r:id="rId11"/>
    <p:sldId id="27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5/30/2014</a:t>
            </a:fld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2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 eaLnBrk="1" latinLnBrk="0" hangingPunct="1"/>
            <a:fld id="{BC5217A8-0E06-4059-AC45-433E2E67A85D}" type="slidenum">
              <a:rPr kumimoji="0" lang="en-US" smtClean="0"/>
              <a:pPr algn="r" eaLnBrk="1" latinLnBrk="0" hangingPunct="1"/>
              <a:t>‹Nº›</a:t>
            </a:fld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NOMBRES: 	ESTHER FERNANDEZ</a:t>
            </a:r>
            <a:br>
              <a:rPr lang="es-MX" dirty="0" smtClean="0"/>
            </a:br>
            <a:r>
              <a:rPr lang="es-MX" dirty="0"/>
              <a:t>	</a:t>
            </a:r>
            <a:r>
              <a:rPr lang="es-MX" dirty="0" smtClean="0"/>
              <a:t>		MARIA LUISA POZO</a:t>
            </a:r>
            <a:endParaRPr lang="es-MX" dirty="0"/>
          </a:p>
        </p:txBody>
      </p:sp>
      <p:sp>
        <p:nvSpPr>
          <p:cNvPr id="4" name="AutoShape 2" descr="procidencia_aguda_rectal/prolapso_recto_anal"/>
          <p:cNvSpPr>
            <a:spLocks noChangeAspect="1" noChangeArrowheads="1"/>
          </p:cNvSpPr>
          <p:nvPr/>
        </p:nvSpPr>
        <p:spPr bwMode="auto">
          <a:xfrm>
            <a:off x="63500" y="-136525"/>
            <a:ext cx="4105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4" descr="procidencia_aguda_rectal/prolapso_recto_anal"/>
          <p:cNvSpPr>
            <a:spLocks noChangeAspect="1" noChangeArrowheads="1"/>
          </p:cNvSpPr>
          <p:nvPr/>
        </p:nvSpPr>
        <p:spPr bwMode="auto">
          <a:xfrm>
            <a:off x="215900" y="15875"/>
            <a:ext cx="4105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6" name="AutoShape 6" descr="procidencia_aguda_rectal/prolapso_recto_anal"/>
          <p:cNvSpPr>
            <a:spLocks noChangeAspect="1" noChangeArrowheads="1"/>
          </p:cNvSpPr>
          <p:nvPr/>
        </p:nvSpPr>
        <p:spPr bwMode="auto">
          <a:xfrm>
            <a:off x="368300" y="168275"/>
            <a:ext cx="4105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7" name="AutoShape 8" descr="procidencia_aguda_rectal/prolapso_recto_anal"/>
          <p:cNvSpPr>
            <a:spLocks noChangeAspect="1" noChangeArrowheads="1"/>
          </p:cNvSpPr>
          <p:nvPr/>
        </p:nvSpPr>
        <p:spPr bwMode="auto">
          <a:xfrm>
            <a:off x="520700" y="320675"/>
            <a:ext cx="4105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9" name="8 Rectángulo"/>
          <p:cNvSpPr/>
          <p:nvPr/>
        </p:nvSpPr>
        <p:spPr>
          <a:xfrm>
            <a:off x="1477340" y="901700"/>
            <a:ext cx="6189323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96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PROLAPSO </a:t>
            </a:r>
          </a:p>
          <a:p>
            <a:pPr algn="ctr"/>
            <a:r>
              <a:rPr lang="es-ES" sz="96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RECTAL</a:t>
            </a:r>
            <a:endParaRPr lang="es-ES" sz="9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995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Protocolo de enfermería en pacientes con prolapso rectal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 smtClean="0"/>
              <a:t>DEFINICION:</a:t>
            </a:r>
          </a:p>
          <a:p>
            <a:r>
              <a:rPr lang="es-MX" dirty="0" smtClean="0"/>
              <a:t>Es </a:t>
            </a:r>
            <a:r>
              <a:rPr lang="es-MX" dirty="0"/>
              <a:t>la salida o exteriorización del recto hacia a través del ano, exponiendo toda la mucosa rectal al medio ambiente.</a:t>
            </a:r>
          </a:p>
          <a:p>
            <a:r>
              <a:rPr lang="es-MX" dirty="0"/>
              <a:t>El prolapso es evidente a simple vista y fácil de diagnosticar, pero conlleva serias complicaciones funcionales que disminuyen en grado considerable la calidad de vida de los pacientes.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09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Clasificación de Prolapso </a:t>
            </a:r>
            <a:r>
              <a:rPr lang="es-MX" b="1" dirty="0" smtClean="0"/>
              <a:t>Rectal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b="1" dirty="0" smtClean="0"/>
              <a:t>A</a:t>
            </a:r>
            <a:r>
              <a:rPr lang="es-MX" b="1" dirty="0"/>
              <a:t>. Prolapso Rectal Incompleto:</a:t>
            </a:r>
            <a:r>
              <a:rPr lang="es-MX" dirty="0"/>
              <a:t> Solo involucra mucosa rectal sin las otras capas de la pared del recto.</a:t>
            </a:r>
          </a:p>
          <a:p>
            <a:r>
              <a:rPr lang="es-MX" b="1" dirty="0"/>
              <a:t>B. Prolapso Rectal Completo:</a:t>
            </a:r>
            <a:r>
              <a:rPr lang="es-MX" dirty="0"/>
              <a:t> Involucra todas las capas de la pared rectal.</a:t>
            </a:r>
          </a:p>
          <a:p>
            <a:r>
              <a:rPr lang="es-MX" b="1" dirty="0"/>
              <a:t>B.I. Prolapso Oculto o Intususcepción</a:t>
            </a:r>
            <a:endParaRPr lang="es-MX" dirty="0"/>
          </a:p>
          <a:p>
            <a:r>
              <a:rPr lang="es-MX" b="1" dirty="0"/>
              <a:t>B.II. Protrusión del Recto a través del ano al pujar</a:t>
            </a:r>
            <a:endParaRPr lang="es-MX" dirty="0"/>
          </a:p>
          <a:p>
            <a:r>
              <a:rPr lang="es-MX" b="1" dirty="0"/>
              <a:t>B.III. Prolapso Rectal Externo Visible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9458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b="1" dirty="0">
                <a:solidFill>
                  <a:prstClr val="black"/>
                </a:solidFill>
              </a:rPr>
              <a:t>Manifestaciones </a:t>
            </a:r>
            <a:r>
              <a:rPr lang="es-MX" b="1" dirty="0" smtClean="0">
                <a:solidFill>
                  <a:prstClr val="black"/>
                </a:solidFill>
              </a:rPr>
              <a:t>Clínicas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 smtClean="0">
                <a:solidFill>
                  <a:prstClr val="black"/>
                </a:solidFill>
              </a:rPr>
              <a:t>El </a:t>
            </a:r>
            <a:r>
              <a:rPr lang="es-MX" dirty="0">
                <a:solidFill>
                  <a:prstClr val="black"/>
                </a:solidFill>
              </a:rPr>
              <a:t>prolapso produce la </a:t>
            </a:r>
            <a:r>
              <a:rPr lang="es-MX" dirty="0">
                <a:solidFill>
                  <a:srgbClr val="FF0000"/>
                </a:solidFill>
              </a:rPr>
              <a:t>sensación de una masa que sobresale </a:t>
            </a:r>
            <a:r>
              <a:rPr lang="es-MX" dirty="0">
                <a:solidFill>
                  <a:prstClr val="black"/>
                </a:solidFill>
              </a:rPr>
              <a:t>a través del recto durante la defecación, </a:t>
            </a:r>
            <a:r>
              <a:rPr lang="es-MX" dirty="0" smtClean="0">
                <a:solidFill>
                  <a:prstClr val="black"/>
                </a:solidFill>
              </a:rPr>
              <a:t>al </a:t>
            </a:r>
            <a:r>
              <a:rPr lang="es-MX" dirty="0">
                <a:solidFill>
                  <a:prstClr val="black"/>
                </a:solidFill>
              </a:rPr>
              <a:t>toser, estornudar e incluso subir las escaleras.</a:t>
            </a:r>
          </a:p>
          <a:p>
            <a:r>
              <a:rPr lang="es-MX" dirty="0">
                <a:solidFill>
                  <a:prstClr val="black"/>
                </a:solidFill>
              </a:rPr>
              <a:t>Al estar la mucosa expuesta al medio ambiente, esta presenta </a:t>
            </a:r>
            <a:r>
              <a:rPr lang="es-MX" dirty="0">
                <a:solidFill>
                  <a:srgbClr val="FF0000"/>
                </a:solidFill>
              </a:rPr>
              <a:t>ulceraciones </a:t>
            </a:r>
            <a:r>
              <a:rPr lang="es-MX" dirty="0">
                <a:solidFill>
                  <a:prstClr val="black"/>
                </a:solidFill>
              </a:rPr>
              <a:t>con lo que produce sangrado, inflamación y secreción de moco.</a:t>
            </a:r>
          </a:p>
          <a:p>
            <a:r>
              <a:rPr lang="es-MX" dirty="0">
                <a:solidFill>
                  <a:prstClr val="black"/>
                </a:solidFill>
              </a:rPr>
              <a:t>La piel alrededor del prolapso se macera, reseca y provoca </a:t>
            </a:r>
            <a:r>
              <a:rPr lang="es-MX" b="1" dirty="0">
                <a:solidFill>
                  <a:srgbClr val="FF0000"/>
                </a:solidFill>
              </a:rPr>
              <a:t>prurito anal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>
                <a:solidFill>
                  <a:prstClr val="black"/>
                </a:solidFill>
              </a:rPr>
              <a:t>o comezón intensa. Existe </a:t>
            </a:r>
            <a:r>
              <a:rPr lang="es-MX" b="1" dirty="0">
                <a:solidFill>
                  <a:srgbClr val="FF0000"/>
                </a:solidFill>
              </a:rPr>
              <a:t>sensación de evacuación incompleta</a:t>
            </a:r>
            <a:r>
              <a:rPr lang="es-MX" dirty="0">
                <a:solidFill>
                  <a:prstClr val="black"/>
                </a:solidFill>
              </a:rPr>
              <a:t>, esfuerzo al defecar y </a:t>
            </a:r>
            <a:r>
              <a:rPr lang="es-MX" b="1" dirty="0">
                <a:solidFill>
                  <a:srgbClr val="FF0000"/>
                </a:solidFill>
              </a:rPr>
              <a:t>tenesmo</a:t>
            </a:r>
            <a:r>
              <a:rPr lang="es-MX" dirty="0">
                <a:solidFill>
                  <a:prstClr val="black"/>
                </a:solidFill>
              </a:rPr>
              <a:t>. La mayoría de los pacientes presenta incontinencia fecal y en un menor porcentaje estreñimiento.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4239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633192"/>
              </p:ext>
            </p:extLst>
          </p:nvPr>
        </p:nvGraphicFramePr>
        <p:xfrm>
          <a:off x="0" y="-1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42900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342900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62" y="-16941"/>
            <a:ext cx="4594588" cy="3445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826" y="-27384"/>
            <a:ext cx="4613686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4566826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826" y="3429000"/>
            <a:ext cx="457717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149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885854"/>
              </p:ext>
            </p:extLst>
          </p:nvPr>
        </p:nvGraphicFramePr>
        <p:xfrm>
          <a:off x="0" y="-1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228600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AutoShape 2" descr="http://www.cirugiahsalvador.cl/upfiles/presentaciones/149/483d8baf71569_Diapositiva27.JPG"/>
          <p:cNvSpPr>
            <a:spLocks noChangeAspect="1" noChangeArrowheads="1"/>
          </p:cNvSpPr>
          <p:nvPr/>
        </p:nvSpPr>
        <p:spPr bwMode="auto">
          <a:xfrm>
            <a:off x="63500" y="-136525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99992" cy="271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0"/>
            <a:ext cx="4637504" cy="271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9458"/>
            <a:ext cx="4788023" cy="23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15765"/>
            <a:ext cx="4419442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006975"/>
            <a:ext cx="4788022" cy="2193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001607"/>
            <a:ext cx="4349472" cy="273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232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objetivos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97118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ES" dirty="0" smtClean="0"/>
              <a:t>El </a:t>
            </a:r>
            <a:r>
              <a:rPr lang="es-ES" dirty="0"/>
              <a:t>paciente mantendrá </a:t>
            </a:r>
            <a:r>
              <a:rPr lang="es-ES" dirty="0" smtClean="0"/>
              <a:t>el patrón de eliminación, </a:t>
            </a:r>
            <a:r>
              <a:rPr lang="es-ES" dirty="0"/>
              <a:t>no </a:t>
            </a:r>
            <a:r>
              <a:rPr lang="es-ES" dirty="0" smtClean="0"/>
              <a:t>sufriendo lesiones graves.</a:t>
            </a:r>
            <a:endParaRPr lang="es-ES" dirty="0"/>
          </a:p>
          <a:p>
            <a:pPr lvl="0"/>
            <a:r>
              <a:rPr lang="es-ES" dirty="0"/>
              <a:t>El paciente </a:t>
            </a:r>
            <a:r>
              <a:rPr lang="es-ES" dirty="0" smtClean="0"/>
              <a:t>conservará </a:t>
            </a:r>
            <a:r>
              <a:rPr lang="es-ES" dirty="0"/>
              <a:t>su </a:t>
            </a:r>
            <a:r>
              <a:rPr lang="es-ES" dirty="0" smtClean="0"/>
              <a:t>higiene e integridad cutánea.  </a:t>
            </a:r>
            <a:endParaRPr lang="es-ES" dirty="0"/>
          </a:p>
          <a:p>
            <a:pPr lvl="0"/>
            <a:r>
              <a:rPr lang="es-ES" dirty="0"/>
              <a:t>El paciente no presentará dolor o el dolor será tolerable.</a:t>
            </a:r>
          </a:p>
          <a:p>
            <a:pPr lvl="0"/>
            <a:r>
              <a:rPr lang="es-ES" dirty="0"/>
              <a:t>El paciente </a:t>
            </a:r>
            <a:r>
              <a:rPr lang="es-ES" dirty="0" smtClean="0"/>
              <a:t>no presentara infecciones.</a:t>
            </a:r>
          </a:p>
          <a:p>
            <a:pPr lvl="0"/>
            <a:r>
              <a:rPr lang="es-ES" dirty="0" smtClean="0"/>
              <a:t>Al paciente durante su tratamiento controlaremos: el prolapso, restituiremos la continencia, prevendremos la constipación y repararemos de patologías concomitantes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335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18864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s-BO" dirty="0"/>
              <a:t>VALORACION DE ENFERMERIA POR LOS  PATRONES FUNCIONALES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1520" y="1196752"/>
            <a:ext cx="8686800" cy="5661248"/>
          </a:xfrm>
        </p:spPr>
        <p:txBody>
          <a:bodyPr>
            <a:noAutofit/>
          </a:bodyPr>
          <a:lstStyle/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1. Respiración: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2. Alimentación / Hidratación: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3. Eliminación: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 Valorar la posibilidad de incontinencia fecal </a:t>
            </a:r>
            <a:r>
              <a:rPr lang="es-MX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provocada 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por la lesión anal. Valorar la posibilidad de estreñimiento, provocado por la molestia del paso de heces.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4. Movilidad / Postura: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5. Dormir / Descansar: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6. Vestirse / </a:t>
            </a:r>
            <a:r>
              <a:rPr lang="es-MX" sz="1600" b="1" dirty="0" smtClean="0">
                <a:latin typeface="Arial" pitchFamily="34" charset="0"/>
                <a:cs typeface="Arial" pitchFamily="34" charset="0"/>
              </a:rPr>
              <a:t>Desvestirse: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7. Temperatura corporal: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8. Higiene / Integridad piel y mucosas: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 Valorar el tamaño de la lesión anal, </a:t>
            </a:r>
            <a:r>
              <a:rPr lang="es-MX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así 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como la presencia de edema </a:t>
            </a:r>
            <a:r>
              <a:rPr lang="es-MX" sz="16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perilesional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fistulización, </a:t>
            </a:r>
            <a:r>
              <a:rPr lang="es-MX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secreción 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sanguinolenta, etc.</a:t>
            </a:r>
          </a:p>
          <a:p>
            <a:pPr lvl="0"/>
            <a:r>
              <a:rPr lang="es-MX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9. Evitar peligros:</a:t>
            </a:r>
            <a:r>
              <a:rPr lang="es-MX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 Valorar los signos de infección relacionados con la lesión anal. Valorar el dolor referido por el paciente, junto con la intolerancia de determinados alimentos que aumentan el dolor.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10. Comunicación / Relaciones sociales: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11. Valores / Creencias: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12. Autorrealización: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13. Entretenimiento: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alteraciones</a:t>
            </a:r>
          </a:p>
          <a:p>
            <a:pPr lvl="0"/>
            <a:r>
              <a:rPr lang="es-MX" sz="1600" b="1" dirty="0">
                <a:latin typeface="Arial" pitchFamily="34" charset="0"/>
                <a:cs typeface="Arial" pitchFamily="34" charset="0"/>
              </a:rPr>
              <a:t>14. Aprendizaje: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 Sin 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alteraciones</a:t>
            </a:r>
            <a:endParaRPr lang="es-MX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73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dirty="0"/>
              <a:t>ORGANIZACIÓN DEL SISTEMA DE CUIDADO PRIORIZANDO      </a:t>
            </a:r>
            <a:r>
              <a:rPr lang="es-BO" dirty="0" smtClean="0"/>
              <a:t>DIAGNOSTICOS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s-MX" dirty="0"/>
          </a:p>
          <a:p>
            <a:pPr lvl="0"/>
            <a:r>
              <a:rPr lang="es-MX" sz="3600" dirty="0" smtClean="0">
                <a:solidFill>
                  <a:schemeClr val="tx1"/>
                </a:solidFill>
              </a:rPr>
              <a:t>Deterioro </a:t>
            </a:r>
            <a:r>
              <a:rPr lang="es-MX" sz="3600" dirty="0">
                <a:solidFill>
                  <a:schemeClr val="tx1"/>
                </a:solidFill>
              </a:rPr>
              <a:t>de la integridad tisular </a:t>
            </a:r>
            <a:r>
              <a:rPr lang="es-MX" sz="3600" dirty="0" smtClean="0">
                <a:solidFill>
                  <a:schemeClr val="tx1"/>
                </a:solidFill>
              </a:rPr>
              <a:t>relacionado con factores nutricionales y la </a:t>
            </a:r>
            <a:r>
              <a:rPr lang="es-MX" sz="3600" dirty="0">
                <a:solidFill>
                  <a:schemeClr val="tx1"/>
                </a:solidFill>
              </a:rPr>
              <a:t>alteración de la </a:t>
            </a:r>
            <a:r>
              <a:rPr lang="es-MX" sz="3600" dirty="0" smtClean="0">
                <a:solidFill>
                  <a:schemeClr val="tx1"/>
                </a:solidFill>
              </a:rPr>
              <a:t>circulación.</a:t>
            </a:r>
            <a:endParaRPr lang="es-MX" sz="3600" dirty="0">
              <a:solidFill>
                <a:schemeClr val="tx1"/>
              </a:solidFill>
            </a:endParaRPr>
          </a:p>
          <a:p>
            <a:pPr lvl="0"/>
            <a:r>
              <a:rPr lang="es-MX" sz="3600" dirty="0" smtClean="0">
                <a:solidFill>
                  <a:schemeClr val="tx1"/>
                </a:solidFill>
              </a:rPr>
              <a:t>Riesgo </a:t>
            </a:r>
            <a:r>
              <a:rPr lang="es-MX" sz="3600" dirty="0">
                <a:solidFill>
                  <a:schemeClr val="tx1"/>
                </a:solidFill>
              </a:rPr>
              <a:t>de </a:t>
            </a:r>
            <a:r>
              <a:rPr lang="es-MX" sz="3600" dirty="0" smtClean="0">
                <a:solidFill>
                  <a:schemeClr val="tx1"/>
                </a:solidFill>
              </a:rPr>
              <a:t>infección relacionado con las evacuaciones en moronas y por </a:t>
            </a:r>
            <a:r>
              <a:rPr lang="es-MX" sz="3600" dirty="0">
                <a:solidFill>
                  <a:schemeClr val="tx1"/>
                </a:solidFill>
              </a:rPr>
              <a:t>Defensas primarias inadecuadas (herida)</a:t>
            </a:r>
          </a:p>
          <a:p>
            <a:pPr lvl="0"/>
            <a:r>
              <a:rPr lang="es-MX" sz="3600" dirty="0" smtClean="0">
                <a:solidFill>
                  <a:schemeClr val="tx1"/>
                </a:solidFill>
              </a:rPr>
              <a:t>Dolor </a:t>
            </a:r>
            <a:r>
              <a:rPr lang="es-MX" sz="3600" dirty="0">
                <a:solidFill>
                  <a:schemeClr val="tx1"/>
                </a:solidFill>
              </a:rPr>
              <a:t>agudo </a:t>
            </a:r>
            <a:r>
              <a:rPr lang="es-MX" sz="3600" dirty="0" smtClean="0">
                <a:solidFill>
                  <a:schemeClr val="tx1"/>
                </a:solidFill>
              </a:rPr>
              <a:t>relacionado con </a:t>
            </a:r>
            <a:r>
              <a:rPr lang="es-MX" sz="3600" dirty="0">
                <a:solidFill>
                  <a:schemeClr val="tx1"/>
                </a:solidFill>
              </a:rPr>
              <a:t>agente lesivo</a:t>
            </a:r>
          </a:p>
          <a:p>
            <a:pPr lvl="0"/>
            <a:r>
              <a:rPr lang="es-MX" sz="3600" dirty="0" smtClean="0">
                <a:solidFill>
                  <a:schemeClr val="tx1"/>
                </a:solidFill>
              </a:rPr>
              <a:t>Incontinencia </a:t>
            </a:r>
            <a:r>
              <a:rPr lang="es-MX" sz="3600" dirty="0">
                <a:solidFill>
                  <a:schemeClr val="tx1"/>
                </a:solidFill>
              </a:rPr>
              <a:t>fecal </a:t>
            </a:r>
            <a:r>
              <a:rPr lang="es-MX" sz="3600" dirty="0" smtClean="0">
                <a:solidFill>
                  <a:schemeClr val="tx1"/>
                </a:solidFill>
              </a:rPr>
              <a:t>relacionado con las </a:t>
            </a:r>
            <a:r>
              <a:rPr lang="es-MX" sz="3600" dirty="0">
                <a:solidFill>
                  <a:schemeClr val="tx1"/>
                </a:solidFill>
              </a:rPr>
              <a:t>lesiones </a:t>
            </a:r>
            <a:r>
              <a:rPr lang="es-MX" sz="3600" dirty="0" smtClean="0">
                <a:solidFill>
                  <a:schemeClr val="tx1"/>
                </a:solidFill>
              </a:rPr>
              <a:t>rectales.</a:t>
            </a:r>
            <a:endParaRPr lang="es-MX" sz="3600" dirty="0">
              <a:solidFill>
                <a:schemeClr val="tx1"/>
              </a:solidFill>
            </a:endParaRPr>
          </a:p>
          <a:p>
            <a:pPr lvl="0"/>
            <a:r>
              <a:rPr lang="es-MX" sz="3600" dirty="0" smtClean="0">
                <a:solidFill>
                  <a:schemeClr val="tx1"/>
                </a:solidFill>
              </a:rPr>
              <a:t>Riesgo de estreñimiento relacionado con los malos hábitos alimentarios.</a:t>
            </a:r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115880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dirty="0"/>
              <a:t>RESULTADOS E INTERVENCIONES DE ENFERMERIA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7504" y="1556792"/>
            <a:ext cx="3619128" cy="47244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s-MX" dirty="0"/>
              <a:t>1103 - Curación de la herida: por segunda intención</a:t>
            </a:r>
          </a:p>
          <a:p>
            <a:pPr lvl="0"/>
            <a:r>
              <a:rPr lang="es-MX" dirty="0"/>
              <a:t>0702 - Estado inmune</a:t>
            </a:r>
          </a:p>
          <a:p>
            <a:pPr lvl="0"/>
            <a:r>
              <a:rPr lang="es-MX" dirty="0"/>
              <a:t>2102 - Nivel de dolor</a:t>
            </a:r>
          </a:p>
          <a:p>
            <a:pPr lvl="0"/>
            <a:r>
              <a:rPr lang="es-MX" dirty="0"/>
              <a:t>0500 - Continencia intestinal</a:t>
            </a:r>
          </a:p>
          <a:p>
            <a:pPr lvl="0"/>
            <a:r>
              <a:rPr lang="es-MX" dirty="0"/>
              <a:t>0501 - Eliminación </a:t>
            </a:r>
            <a:r>
              <a:rPr lang="es-MX" dirty="0" smtClean="0"/>
              <a:t>intestinal</a:t>
            </a:r>
            <a:endParaRPr lang="es-MX" dirty="0"/>
          </a:p>
          <a:p>
            <a:pPr lvl="0"/>
            <a:r>
              <a:rPr lang="es-MX" dirty="0"/>
              <a:t>002102 - Nivel del dolor</a:t>
            </a:r>
          </a:p>
          <a:p>
            <a:pPr lvl="0"/>
            <a:r>
              <a:rPr lang="es-MX" dirty="0"/>
              <a:t>2101 - Dolor: efectos nocivos</a:t>
            </a:r>
          </a:p>
          <a:p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s-MX" dirty="0"/>
              <a:t>1750 - Cuidados perineales</a:t>
            </a:r>
          </a:p>
          <a:p>
            <a:pPr lvl="0"/>
            <a:r>
              <a:rPr lang="es-MX" dirty="0"/>
              <a:t>3660 - Cuidados de las heridas</a:t>
            </a:r>
          </a:p>
          <a:p>
            <a:pPr lvl="0"/>
            <a:r>
              <a:rPr lang="es-MX" dirty="0"/>
              <a:t>6550 - Protección contra las infecciones</a:t>
            </a:r>
          </a:p>
          <a:p>
            <a:pPr lvl="0"/>
            <a:r>
              <a:rPr lang="es-MX" dirty="0"/>
              <a:t>001400 - Manejo del dolor</a:t>
            </a:r>
          </a:p>
          <a:p>
            <a:pPr lvl="0"/>
            <a:r>
              <a:rPr lang="es-MX" dirty="0"/>
              <a:t>0410 - Cuidados de incontinencia intestinal</a:t>
            </a:r>
          </a:p>
          <a:p>
            <a:pPr lvl="0"/>
            <a:r>
              <a:rPr lang="es-MX" dirty="0"/>
              <a:t>0450 - Manejo del </a:t>
            </a:r>
            <a:r>
              <a:rPr lang="es-MX" dirty="0" smtClean="0"/>
              <a:t>estreñimiento  o </a:t>
            </a:r>
            <a:r>
              <a:rPr lang="es-MX" dirty="0" err="1" smtClean="0"/>
              <a:t>impactación</a:t>
            </a:r>
            <a:endParaRPr lang="es-MX" dirty="0"/>
          </a:p>
          <a:p>
            <a:pPr lvl="0"/>
            <a:r>
              <a:rPr lang="es-MX" dirty="0"/>
              <a:t>001400 - Manejo del dolor</a:t>
            </a:r>
          </a:p>
          <a:p>
            <a:pPr lvl="0"/>
            <a:r>
              <a:rPr lang="es-MX" dirty="0"/>
              <a:t>2210 - Administración de analgésicos</a:t>
            </a:r>
          </a:p>
          <a:p>
            <a:pPr lvl="0"/>
            <a:r>
              <a:rPr lang="es-MX" dirty="0"/>
              <a:t>1800 - Ayuda al autocuidado</a:t>
            </a:r>
          </a:p>
          <a:p>
            <a:pPr lvl="0"/>
            <a:r>
              <a:rPr lang="es-MX" dirty="0"/>
              <a:t>2390 - Prescribir </a:t>
            </a:r>
            <a:r>
              <a:rPr lang="es-MX" dirty="0" smtClean="0"/>
              <a:t>medicación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9243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979712" y="2420888"/>
            <a:ext cx="479471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9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GRACIAS</a:t>
            </a:r>
            <a:endParaRPr lang="es-ES" sz="9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8957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135</TotalTime>
  <Words>460</Words>
  <Application>Microsoft Office PowerPoint</Application>
  <PresentationFormat>Presentación en pantalla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Viajes</vt:lpstr>
      <vt:lpstr>NOMBRES:  ESTHER FERNANDEZ    MARIA LUISA POZO</vt:lpstr>
      <vt:lpstr>Protocolo de enfermería en pacientes con prolapso rectal </vt:lpstr>
      <vt:lpstr>Clasificación de Prolapso Rectal</vt:lpstr>
      <vt:lpstr>Manifestaciones Clínicas</vt:lpstr>
      <vt:lpstr>Presentación de PowerPoint</vt:lpstr>
      <vt:lpstr>Presentación de PowerPoint</vt:lpstr>
      <vt:lpstr>objetivos</vt:lpstr>
      <vt:lpstr>VALORACION DE ENFERMERIA POR LOS  PATRONES FUNCIONALES </vt:lpstr>
      <vt:lpstr>ORGANIZACIÓN DEL SISTEMA DE CUIDADO PRIORIZANDO      DIAGNOSTICOS</vt:lpstr>
      <vt:lpstr>RESULTADOS E INTERVENCIONES DE ENFERMERIA</vt:lpstr>
      <vt:lpstr>Presentación de PowerPoint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Esther</dc:creator>
  <cp:lastModifiedBy>Esther</cp:lastModifiedBy>
  <cp:revision>13</cp:revision>
  <dcterms:created xsi:type="dcterms:W3CDTF">2014-05-28T21:59:37Z</dcterms:created>
  <dcterms:modified xsi:type="dcterms:W3CDTF">2014-05-31T01:31:50Z</dcterms:modified>
</cp:coreProperties>
</file>