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831C8-2F5D-4B79-BF16-1F3AC24E8E6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CE40F-4134-4DB3-9FBE-38D97E2F43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836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  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9CE40F-4134-4DB3-9FBE-38D97E2F439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332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2E332BA-20A2-4F8A-B202-A7095499568D}" type="datetimeFigureOut">
              <a:rPr lang="es-ES" smtClean="0"/>
              <a:t>19/09/2013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D52D7C8A-1D19-464B-B1EE-22343B23DDE5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/>
            </a:r>
            <a:br>
              <a:rPr lang="es-ES" dirty="0" smtClean="0"/>
            </a:br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539552" y="332656"/>
            <a:ext cx="7848872" cy="7200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PATRON DE VALORES Y CREENCIAS</a:t>
            </a:r>
            <a:endParaRPr lang="es-ES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506907" y="1268760"/>
            <a:ext cx="8064896" cy="923330"/>
          </a:xfrm>
          <a:prstGeom prst="rect">
            <a:avLst/>
          </a:prstGeom>
          <a:solidFill>
            <a:schemeClr val="bg1"/>
          </a:solidFill>
          <a:ln w="76200">
            <a:solidFill>
              <a:srgbClr val="D6009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religión que </a:t>
            </a:r>
            <a:r>
              <a:rPr lang="es-ES_tradn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practica es </a:t>
            </a:r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católica, iba de vez en cuando a la iglesia de Sacaba. A los 20 años cambio de religión se volvió evangélico +/- 1 año, después por problemas familiares se volvió católico, y refiere que toda su familia profesa esta religión.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528789" y="2420888"/>
            <a:ext cx="8070901" cy="1200329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Menciona que la visión de la patología que presenta actualmente tiene que ver con la religión que profesa, que es un castigo de Dios, por no cumplir sus mandamientos.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 prácticas religiosas se ven interferidas por su hospitalización a causa de la patología que presenta. 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596575" y="3917567"/>
            <a:ext cx="8064895" cy="1323439"/>
          </a:xfrm>
          <a:prstGeom prst="rect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_tradn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Cuando vienen sus familiares rezan para que pueda recuperarse prontamente. Los fin de semanas vienen unas monjitas le hablan de la biblia y oran. Durante la semana también viene un grupo de evangélicos predicando la palabra de Dios.</a:t>
            </a:r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560839" y="5589240"/>
            <a:ext cx="8064894" cy="923330"/>
          </a:xfrm>
          <a:prstGeom prst="rect">
            <a:avLst/>
          </a:prstGeom>
          <a:ln w="762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_tradn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visión cultural  religiosa y cósmica le permite aceptar a sus familiares la situación en la que se encuentra su familiar, pero no al paciente ya que manifiesta que es un castigo de Dios, todo lo que le sucedió.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48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043608" y="332655"/>
            <a:ext cx="696056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s-ES_tradnl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DIAGNÓSTICOS DE ENFERMERÍA</a:t>
            </a:r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009939" y="1700808"/>
            <a:ext cx="6984776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 algn="just">
              <a:buBlip>
                <a:blip r:embed="rId2"/>
              </a:buBlip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Alteración de sus prácticas religiosas relacionada a limitación de movimiento, secundaria a la patología actual que cursa</a:t>
            </a: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998285" y="3422071"/>
            <a:ext cx="6984775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 algn="just">
              <a:buBlip>
                <a:blip r:embed="rId2"/>
              </a:buBlip>
            </a:pPr>
            <a:r>
              <a:rPr lang="es-ES_tradnl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Alteración de la visión religiosa relacionada a empeoramiento del estado del paciente</a:t>
            </a:r>
            <a:r>
              <a:rPr lang="es-ES_tradnl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998284" y="4615860"/>
            <a:ext cx="6984776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Blip>
                <a:blip r:embed="rId2"/>
              </a:buBlip>
            </a:pPr>
            <a:r>
              <a:rPr lang="es-ES_tradnl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Potencial de desaliento religioso relacionado a la disminución de las prácticas religiosas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835696" y="260648"/>
            <a:ext cx="5328592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s-E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POST_OPERATORIO</a:t>
            </a:r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403648" y="1916832"/>
            <a:ext cx="7344816" cy="1200329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período que transcurre entre el final de una operación y la completa recuperación del paciente, o la recuperación parcial del </a:t>
            </a: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mismo. </a:t>
            </a: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404426" y="1079635"/>
            <a:ext cx="2430492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es-E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CONCEPTO</a:t>
            </a:r>
            <a:endParaRPr lang="es-E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539552" y="4509120"/>
            <a:ext cx="6192688" cy="1938992"/>
          </a:xfrm>
          <a:prstGeom prst="rect">
            <a:avLst/>
          </a:prstGeom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período en que se producen procesos que tienden a devolver la salud al organismo después que este sufre una agresión, es la respuesta del organismo y sus manifestaciones, signos y síntomas.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5184782" y="3731642"/>
            <a:ext cx="3587765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just"/>
            <a:r>
              <a:rPr lang="es-E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CONVALESCENCIA</a:t>
            </a:r>
            <a:endParaRPr lang="es-E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8 Flecha curvada hacia la derecha"/>
          <p:cNvSpPr/>
          <p:nvPr/>
        </p:nvSpPr>
        <p:spPr>
          <a:xfrm rot="20047855">
            <a:off x="539552" y="1916832"/>
            <a:ext cx="504056" cy="1152128"/>
          </a:xfrm>
          <a:prstGeom prst="curv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9 Flecha curvada hacia la izquierda"/>
          <p:cNvSpPr/>
          <p:nvPr/>
        </p:nvSpPr>
        <p:spPr>
          <a:xfrm rot="2183491">
            <a:off x="7338103" y="4503904"/>
            <a:ext cx="497319" cy="1173156"/>
          </a:xfrm>
          <a:prstGeom prst="curved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068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475656" y="332656"/>
            <a:ext cx="6605463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s-E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 EN CUANTO AL TIEMPO</a:t>
            </a:r>
            <a:endParaRPr lang="es-E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3203848" y="2849279"/>
            <a:ext cx="2376264" cy="57606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INMEDIATO</a:t>
            </a:r>
            <a:endParaRPr lang="es-E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899592" y="1340768"/>
            <a:ext cx="2304256" cy="1080120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E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s-E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ignos vitales, presión arterial, pulso, respiración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5615136" y="1387414"/>
            <a:ext cx="2664296" cy="1033473"/>
          </a:xfrm>
          <a:prstGeom prst="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Valorar la permeabilidad de las vías aéreas 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5580112" y="4437112"/>
            <a:ext cx="2699320" cy="937628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s-E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emorragia tanto interna y externa 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899592" y="4563750"/>
            <a:ext cx="2520280" cy="810990"/>
          </a:xfrm>
          <a:prstGeom prst="rect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s-E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espuesta diurética </a:t>
            </a:r>
            <a:endParaRPr lang="es-E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10 Flecha curvada hacia arriba"/>
          <p:cNvSpPr/>
          <p:nvPr/>
        </p:nvSpPr>
        <p:spPr>
          <a:xfrm rot="20089846">
            <a:off x="5839679" y="2705263"/>
            <a:ext cx="1080120" cy="288032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2" name="11 Flecha curvada hacia arriba"/>
          <p:cNvSpPr/>
          <p:nvPr/>
        </p:nvSpPr>
        <p:spPr>
          <a:xfrm rot="1630984" flipH="1">
            <a:off x="1924487" y="2708368"/>
            <a:ext cx="1073370" cy="332976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12 Flecha curvada hacia abajo"/>
          <p:cNvSpPr/>
          <p:nvPr/>
        </p:nvSpPr>
        <p:spPr>
          <a:xfrm rot="7551676" flipV="1">
            <a:off x="2220135" y="3797761"/>
            <a:ext cx="1044116" cy="290116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4" name="13 Flecha curvada hacia abajo"/>
          <p:cNvSpPr/>
          <p:nvPr/>
        </p:nvSpPr>
        <p:spPr>
          <a:xfrm rot="2529654">
            <a:off x="5889825" y="3890895"/>
            <a:ext cx="1044116" cy="288032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874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755576" y="990323"/>
            <a:ext cx="1905202" cy="5232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s-BO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MEDIATO</a:t>
            </a:r>
            <a:endParaRPr lang="es-E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6156176" y="722471"/>
            <a:ext cx="2592288" cy="2123658"/>
          </a:xfrm>
          <a:prstGeom prst="rect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s-BO" sz="2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Diuresis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s-BO" sz="2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Fiebre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s-BO" sz="2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Alteraciones hidroelectrolíticas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s-BO" sz="2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Inicio de la función </a:t>
            </a:r>
            <a:r>
              <a:rPr lang="es-BO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intestinal.</a:t>
            </a:r>
            <a:endParaRPr lang="es-E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4150421" y="4077072"/>
            <a:ext cx="4572000" cy="1938992"/>
          </a:xfrm>
          <a:prstGeom prst="rect">
            <a:avLst/>
          </a:prstGeom>
          <a:ln w="76200">
            <a:solidFill>
              <a:srgbClr val="D6009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Evolución de la </a:t>
            </a:r>
            <a:r>
              <a:rPr lang="es-E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cicatrización</a:t>
            </a:r>
            <a:endParaRPr lang="es-E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duración está determinada por la clase de operación y por </a:t>
            </a:r>
            <a:r>
              <a:rPr lang="es-E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 complicaciones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8 Elipse"/>
          <p:cNvSpPr/>
          <p:nvPr/>
        </p:nvSpPr>
        <p:spPr>
          <a:xfrm>
            <a:off x="2987824" y="722471"/>
            <a:ext cx="2428947" cy="10589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de los </a:t>
            </a:r>
            <a:r>
              <a:rPr lang="es-BO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desequilibrios</a:t>
            </a:r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10 Flecha doblada hacia arriba"/>
          <p:cNvSpPr/>
          <p:nvPr/>
        </p:nvSpPr>
        <p:spPr>
          <a:xfrm rot="5400000">
            <a:off x="4984723" y="1793080"/>
            <a:ext cx="864096" cy="792088"/>
          </a:xfrm>
          <a:prstGeom prst="bent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Rectángulo"/>
          <p:cNvSpPr/>
          <p:nvPr/>
        </p:nvSpPr>
        <p:spPr>
          <a:xfrm>
            <a:off x="911035" y="4437112"/>
            <a:ext cx="1594283" cy="5232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TARDÍO</a:t>
            </a:r>
            <a:endParaRPr lang="es-E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13 Flecha derecha"/>
          <p:cNvSpPr/>
          <p:nvPr/>
        </p:nvSpPr>
        <p:spPr>
          <a:xfrm>
            <a:off x="2994007" y="4343644"/>
            <a:ext cx="792088" cy="67449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4742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74</TotalTime>
  <Words>365</Words>
  <Application>Microsoft Office PowerPoint</Application>
  <PresentationFormat>Presentación en pantalla (4:3)</PresentationFormat>
  <Paragraphs>33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Austin</vt:lpstr>
      <vt:lpstr> 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HP</dc:creator>
  <cp:lastModifiedBy>HP</cp:lastModifiedBy>
  <cp:revision>16</cp:revision>
  <dcterms:created xsi:type="dcterms:W3CDTF">2013-09-18T10:36:52Z</dcterms:created>
  <dcterms:modified xsi:type="dcterms:W3CDTF">2013-09-19T21:10:27Z</dcterms:modified>
</cp:coreProperties>
</file>