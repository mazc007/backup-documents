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96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Lilian</dc:creator>
  <dcterms:created xsi:type="dcterms:W3CDTF">2011-03-06T23:48:46Z</dcterms:created>
</cp:coreProperties>
</file>