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3" r:id="rId6"/>
    <p:sldId id="261" r:id="rId7"/>
    <p:sldId id="265" r:id="rId8"/>
    <p:sldId id="266" r:id="rId9"/>
    <p:sldId id="269" r:id="rId10"/>
    <p:sldId id="267" r:id="rId11"/>
    <p:sldId id="264" r:id="rId12"/>
    <p:sldId id="268" r:id="rId13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3" autoAdjust="0"/>
    <p:restoredTop sz="94660"/>
  </p:normalViewPr>
  <p:slideViewPr>
    <p:cSldViewPr>
      <p:cViewPr varScale="1">
        <p:scale>
          <a:sx n="69" d="100"/>
          <a:sy n="69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0EDAE1-55A5-4C6A-8E01-3E51C19ADB53}" type="doc">
      <dgm:prSet loTypeId="urn:microsoft.com/office/officeart/2005/8/layout/bProcess4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s-BO"/>
        </a:p>
      </dgm:t>
    </dgm:pt>
    <dgm:pt modelId="{772537DE-9A31-41FA-A639-D530D892D73E}">
      <dgm:prSet phldrT="[Texto]" custT="1"/>
      <dgm:spPr/>
      <dgm:t>
        <a:bodyPr/>
        <a:lstStyle/>
        <a:p>
          <a:r>
            <a:rPr lang="es-BO" sz="1600" dirty="0" smtClean="0"/>
            <a:t>Diferente visión de la calidad entre instituciones</a:t>
          </a:r>
          <a:endParaRPr lang="es-BO" sz="1600" dirty="0"/>
        </a:p>
      </dgm:t>
    </dgm:pt>
    <dgm:pt modelId="{C50A49D5-84A5-4050-8DF5-90C34623B6A4}" type="parTrans" cxnId="{E74A5B14-4059-480F-A419-489BAD825F1B}">
      <dgm:prSet/>
      <dgm:spPr/>
      <dgm:t>
        <a:bodyPr/>
        <a:lstStyle/>
        <a:p>
          <a:endParaRPr lang="es-BO"/>
        </a:p>
      </dgm:t>
    </dgm:pt>
    <dgm:pt modelId="{5B1A284A-51AF-4D98-9E9B-A7C5A54A2974}" type="sibTrans" cxnId="{E74A5B14-4059-480F-A419-489BAD825F1B}">
      <dgm:prSet/>
      <dgm:spPr/>
      <dgm:t>
        <a:bodyPr/>
        <a:lstStyle/>
        <a:p>
          <a:endParaRPr lang="es-BO"/>
        </a:p>
      </dgm:t>
    </dgm:pt>
    <dgm:pt modelId="{4D6A9A1F-9CDB-416D-85E9-245FA45D37A5}">
      <dgm:prSet phldrT="[Texto]" custT="1"/>
      <dgm:spPr/>
      <dgm:t>
        <a:bodyPr/>
        <a:lstStyle/>
        <a:p>
          <a:r>
            <a:rPr lang="es-BO" sz="1600" dirty="0" smtClean="0"/>
            <a:t>Variabilidad de la práctica profesional</a:t>
          </a:r>
          <a:endParaRPr lang="es-BO" sz="1600" dirty="0"/>
        </a:p>
      </dgm:t>
    </dgm:pt>
    <dgm:pt modelId="{1D640BD5-C026-4272-9258-C6B4F53022F2}" type="parTrans" cxnId="{5B8E5991-D65E-4299-94BA-5FCDF28C61A7}">
      <dgm:prSet/>
      <dgm:spPr/>
      <dgm:t>
        <a:bodyPr/>
        <a:lstStyle/>
        <a:p>
          <a:endParaRPr lang="es-BO"/>
        </a:p>
      </dgm:t>
    </dgm:pt>
    <dgm:pt modelId="{7A67BDAD-1BEA-4540-806B-46EC381D59A2}" type="sibTrans" cxnId="{5B8E5991-D65E-4299-94BA-5FCDF28C61A7}">
      <dgm:prSet/>
      <dgm:spPr/>
      <dgm:t>
        <a:bodyPr/>
        <a:lstStyle/>
        <a:p>
          <a:endParaRPr lang="es-BO"/>
        </a:p>
      </dgm:t>
    </dgm:pt>
    <dgm:pt modelId="{BF764F5B-58E1-4E60-9D19-30F218DFF2EA}">
      <dgm:prSet phldrT="[Texto]" custT="1"/>
      <dgm:spPr/>
      <dgm:t>
        <a:bodyPr/>
        <a:lstStyle/>
        <a:p>
          <a:r>
            <a:rPr lang="es-BO" sz="1600" dirty="0" smtClean="0"/>
            <a:t>Liderazgo y compromiso deferentes con la calidad</a:t>
          </a:r>
          <a:endParaRPr lang="es-BO" sz="1600" dirty="0"/>
        </a:p>
      </dgm:t>
    </dgm:pt>
    <dgm:pt modelId="{CD6AA79F-73C7-47BE-AF6E-62B3877A19C1}" type="parTrans" cxnId="{909924DB-D3A3-482D-9A88-8B0924A9E07B}">
      <dgm:prSet/>
      <dgm:spPr/>
      <dgm:t>
        <a:bodyPr/>
        <a:lstStyle/>
        <a:p>
          <a:endParaRPr lang="es-BO"/>
        </a:p>
      </dgm:t>
    </dgm:pt>
    <dgm:pt modelId="{7DF29CA9-5958-4F9F-9BFF-915641BAD2C0}" type="sibTrans" cxnId="{909924DB-D3A3-482D-9A88-8B0924A9E07B}">
      <dgm:prSet/>
      <dgm:spPr/>
      <dgm:t>
        <a:bodyPr/>
        <a:lstStyle/>
        <a:p>
          <a:endParaRPr lang="es-BO"/>
        </a:p>
      </dgm:t>
    </dgm:pt>
    <dgm:pt modelId="{B55117ED-0B86-449F-B2F5-9725C1B89672}">
      <dgm:prSet phldrT="[Texto]" custT="1"/>
      <dgm:spPr/>
      <dgm:t>
        <a:bodyPr/>
        <a:lstStyle/>
        <a:p>
          <a:r>
            <a:rPr lang="es-BO" sz="1600" dirty="0" smtClean="0"/>
            <a:t>Déficit de formación en calidad del nivel gerencial</a:t>
          </a:r>
          <a:endParaRPr lang="es-BO" sz="1600" dirty="0"/>
        </a:p>
      </dgm:t>
    </dgm:pt>
    <dgm:pt modelId="{EED23CB6-0680-4413-B4C4-11DC4524FD4A}" type="parTrans" cxnId="{F71E382E-0412-49B3-9D8B-C525BAABE029}">
      <dgm:prSet/>
      <dgm:spPr/>
      <dgm:t>
        <a:bodyPr/>
        <a:lstStyle/>
        <a:p>
          <a:endParaRPr lang="es-BO"/>
        </a:p>
      </dgm:t>
    </dgm:pt>
    <dgm:pt modelId="{F48A9B22-515B-4337-9930-5521E2A37B30}" type="sibTrans" cxnId="{F71E382E-0412-49B3-9D8B-C525BAABE029}">
      <dgm:prSet/>
      <dgm:spPr/>
      <dgm:t>
        <a:bodyPr/>
        <a:lstStyle/>
        <a:p>
          <a:endParaRPr lang="es-BO"/>
        </a:p>
      </dgm:t>
    </dgm:pt>
    <dgm:pt modelId="{8A33D44D-DA45-46CC-914C-EB61AB194491}">
      <dgm:prSet phldrT="[Texto]" custT="1"/>
      <dgm:spPr/>
      <dgm:t>
        <a:bodyPr/>
        <a:lstStyle/>
        <a:p>
          <a:r>
            <a:rPr lang="es-BO" sz="1600" dirty="0" smtClean="0"/>
            <a:t>Procesos poco definidos y estándares de calidad insuficientes</a:t>
          </a:r>
          <a:endParaRPr lang="es-BO" sz="1600" dirty="0"/>
        </a:p>
      </dgm:t>
    </dgm:pt>
    <dgm:pt modelId="{D8701230-8B17-46F9-A81A-03DB37D58723}" type="parTrans" cxnId="{56DC321E-C367-4928-A1CA-5ED19C8E7A93}">
      <dgm:prSet/>
      <dgm:spPr/>
      <dgm:t>
        <a:bodyPr/>
        <a:lstStyle/>
        <a:p>
          <a:endParaRPr lang="es-BO"/>
        </a:p>
      </dgm:t>
    </dgm:pt>
    <dgm:pt modelId="{0BF5819A-0565-4CC8-A1A1-CFB662A9485C}" type="sibTrans" cxnId="{56DC321E-C367-4928-A1CA-5ED19C8E7A93}">
      <dgm:prSet/>
      <dgm:spPr/>
      <dgm:t>
        <a:bodyPr/>
        <a:lstStyle/>
        <a:p>
          <a:endParaRPr lang="es-BO"/>
        </a:p>
      </dgm:t>
    </dgm:pt>
    <dgm:pt modelId="{F42CEC60-4D52-44B3-B5F8-213F5F637CA3}">
      <dgm:prSet phldrT="[Texto]" custT="1"/>
      <dgm:spPr/>
      <dgm:t>
        <a:bodyPr/>
        <a:lstStyle/>
        <a:p>
          <a:r>
            <a:rPr lang="es-BO" sz="1600" dirty="0" smtClean="0"/>
            <a:t>Diversidad de enfoques de la calidad</a:t>
          </a:r>
          <a:endParaRPr lang="es-BO" sz="1600" dirty="0"/>
        </a:p>
      </dgm:t>
    </dgm:pt>
    <dgm:pt modelId="{F23A5268-331C-4F13-A3A5-A49190E30FBA}" type="parTrans" cxnId="{4BF79AB1-4B91-4CB2-9349-7AF8303AFAA6}">
      <dgm:prSet/>
      <dgm:spPr/>
      <dgm:t>
        <a:bodyPr/>
        <a:lstStyle/>
        <a:p>
          <a:endParaRPr lang="es-BO"/>
        </a:p>
      </dgm:t>
    </dgm:pt>
    <dgm:pt modelId="{EACCEB30-DD1C-4ABA-BF2C-D3538BB26DD1}" type="sibTrans" cxnId="{4BF79AB1-4B91-4CB2-9349-7AF8303AFAA6}">
      <dgm:prSet/>
      <dgm:spPr/>
      <dgm:t>
        <a:bodyPr/>
        <a:lstStyle/>
        <a:p>
          <a:endParaRPr lang="es-BO"/>
        </a:p>
      </dgm:t>
    </dgm:pt>
    <dgm:pt modelId="{B8AB23F6-A22A-43AB-89A7-4DB382134628}">
      <dgm:prSet phldrT="[Texto]" custT="1"/>
      <dgm:spPr/>
      <dgm:t>
        <a:bodyPr/>
        <a:lstStyle/>
        <a:p>
          <a:r>
            <a:rPr lang="es-BO" sz="1600" dirty="0" smtClean="0"/>
            <a:t>Diversidad de modelos de gestión de calidad</a:t>
          </a:r>
          <a:endParaRPr lang="es-BO" sz="1600" dirty="0"/>
        </a:p>
      </dgm:t>
    </dgm:pt>
    <dgm:pt modelId="{79F6B727-7C9F-4BE4-A3C7-C3E456F3E376}" type="parTrans" cxnId="{6AA695BC-F1AB-443E-B411-BA7FB259894C}">
      <dgm:prSet/>
      <dgm:spPr/>
      <dgm:t>
        <a:bodyPr/>
        <a:lstStyle/>
        <a:p>
          <a:endParaRPr lang="es-BO"/>
        </a:p>
      </dgm:t>
    </dgm:pt>
    <dgm:pt modelId="{2800D28D-3722-4D91-AAE3-5809912CA7F5}" type="sibTrans" cxnId="{6AA695BC-F1AB-443E-B411-BA7FB259894C}">
      <dgm:prSet/>
      <dgm:spPr/>
      <dgm:t>
        <a:bodyPr/>
        <a:lstStyle/>
        <a:p>
          <a:endParaRPr lang="es-BO"/>
        </a:p>
      </dgm:t>
    </dgm:pt>
    <dgm:pt modelId="{5EDAB841-13DB-43A0-90B3-27E6E1B00761}">
      <dgm:prSet phldrT="[Texto]" custT="1"/>
      <dgm:spPr/>
      <dgm:t>
        <a:bodyPr/>
        <a:lstStyle/>
        <a:p>
          <a:r>
            <a:rPr lang="es-BO" sz="1600" dirty="0" err="1" smtClean="0"/>
            <a:t>Formacion</a:t>
          </a:r>
          <a:r>
            <a:rPr lang="es-BO" sz="1600" dirty="0" smtClean="0"/>
            <a:t> heterogenia del personal en calidad</a:t>
          </a:r>
          <a:endParaRPr lang="es-BO" sz="1600" dirty="0"/>
        </a:p>
      </dgm:t>
    </dgm:pt>
    <dgm:pt modelId="{595760F8-67B3-4651-996A-E1EAC8930471}" type="parTrans" cxnId="{33587850-E234-471D-BBA1-3B5C8C0B855F}">
      <dgm:prSet/>
      <dgm:spPr/>
      <dgm:t>
        <a:bodyPr/>
        <a:lstStyle/>
        <a:p>
          <a:endParaRPr lang="es-BO"/>
        </a:p>
      </dgm:t>
    </dgm:pt>
    <dgm:pt modelId="{48968632-4D5E-4EB1-BE29-547C5D8AB6E3}" type="sibTrans" cxnId="{33587850-E234-471D-BBA1-3B5C8C0B855F}">
      <dgm:prSet/>
      <dgm:spPr/>
      <dgm:t>
        <a:bodyPr/>
        <a:lstStyle/>
        <a:p>
          <a:endParaRPr lang="es-BO"/>
        </a:p>
      </dgm:t>
    </dgm:pt>
    <dgm:pt modelId="{D7B6ADB4-3917-4BDE-B3FA-EBE6BCF45820}">
      <dgm:prSet phldrT="[Texto]" custT="1"/>
      <dgm:spPr/>
      <dgm:t>
        <a:bodyPr/>
        <a:lstStyle/>
        <a:p>
          <a:r>
            <a:rPr lang="es-BO" sz="1600" dirty="0" smtClean="0"/>
            <a:t>Falta de programas de </a:t>
          </a:r>
          <a:r>
            <a:rPr lang="es-BO" sz="1600" dirty="0" err="1" smtClean="0"/>
            <a:t>formacion</a:t>
          </a:r>
          <a:r>
            <a:rPr lang="es-BO" sz="1600" dirty="0" smtClean="0"/>
            <a:t> </a:t>
          </a:r>
          <a:endParaRPr lang="es-BO" sz="1600" dirty="0"/>
        </a:p>
      </dgm:t>
    </dgm:pt>
    <dgm:pt modelId="{4A9B8A47-D6BE-4128-84F1-5E748848D34D}" type="parTrans" cxnId="{037C8DF3-8525-481C-B39B-B7ED51FD878E}">
      <dgm:prSet/>
      <dgm:spPr/>
      <dgm:t>
        <a:bodyPr/>
        <a:lstStyle/>
        <a:p>
          <a:endParaRPr lang="es-BO"/>
        </a:p>
      </dgm:t>
    </dgm:pt>
    <dgm:pt modelId="{D908844B-F005-41EF-985C-F3DA6A7AFFB8}" type="sibTrans" cxnId="{037C8DF3-8525-481C-B39B-B7ED51FD878E}">
      <dgm:prSet/>
      <dgm:spPr/>
      <dgm:t>
        <a:bodyPr/>
        <a:lstStyle/>
        <a:p>
          <a:endParaRPr lang="es-BO"/>
        </a:p>
      </dgm:t>
    </dgm:pt>
    <dgm:pt modelId="{9DB60D17-1427-4501-9BAC-260C3B7F8661}" type="pres">
      <dgm:prSet presAssocID="{130EDAE1-55A5-4C6A-8E01-3E51C19ADB53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s-ES"/>
        </a:p>
      </dgm:t>
    </dgm:pt>
    <dgm:pt modelId="{52F29E1D-1DBB-4F2F-91F7-34E742149661}" type="pres">
      <dgm:prSet presAssocID="{772537DE-9A31-41FA-A639-D530D892D73E}" presName="compNode" presStyleCnt="0"/>
      <dgm:spPr/>
    </dgm:pt>
    <dgm:pt modelId="{A188F261-BCA8-42C5-8FF7-FC1671A66556}" type="pres">
      <dgm:prSet presAssocID="{772537DE-9A31-41FA-A639-D530D892D73E}" presName="dummyConnPt" presStyleCnt="0"/>
      <dgm:spPr/>
    </dgm:pt>
    <dgm:pt modelId="{66E6EEBC-BB2A-49C2-A16D-C49F32E4353F}" type="pres">
      <dgm:prSet presAssocID="{772537DE-9A31-41FA-A639-D530D892D73E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628BD228-C31C-4BEF-BACE-D848E195D4AD}" type="pres">
      <dgm:prSet presAssocID="{5B1A284A-51AF-4D98-9E9B-A7C5A54A2974}" presName="sibTrans" presStyleLbl="bgSibTrans2D1" presStyleIdx="0" presStyleCnt="8"/>
      <dgm:spPr/>
      <dgm:t>
        <a:bodyPr/>
        <a:lstStyle/>
        <a:p>
          <a:endParaRPr lang="es-ES"/>
        </a:p>
      </dgm:t>
    </dgm:pt>
    <dgm:pt modelId="{601F7638-DAAD-4BA9-8745-5186635B1CC8}" type="pres">
      <dgm:prSet presAssocID="{4D6A9A1F-9CDB-416D-85E9-245FA45D37A5}" presName="compNode" presStyleCnt="0"/>
      <dgm:spPr/>
    </dgm:pt>
    <dgm:pt modelId="{F3024CA2-44E1-47F6-ADA3-973B30072DD3}" type="pres">
      <dgm:prSet presAssocID="{4D6A9A1F-9CDB-416D-85E9-245FA45D37A5}" presName="dummyConnPt" presStyleCnt="0"/>
      <dgm:spPr/>
    </dgm:pt>
    <dgm:pt modelId="{845DF9FF-8DD4-417B-AB46-EE3DB41A51B0}" type="pres">
      <dgm:prSet presAssocID="{4D6A9A1F-9CDB-416D-85E9-245FA45D37A5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83643C43-91C2-45C0-A56D-B1A9CAA51386}" type="pres">
      <dgm:prSet presAssocID="{7A67BDAD-1BEA-4540-806B-46EC381D59A2}" presName="sibTrans" presStyleLbl="bgSibTrans2D1" presStyleIdx="1" presStyleCnt="8"/>
      <dgm:spPr/>
      <dgm:t>
        <a:bodyPr/>
        <a:lstStyle/>
        <a:p>
          <a:endParaRPr lang="es-ES"/>
        </a:p>
      </dgm:t>
    </dgm:pt>
    <dgm:pt modelId="{7FD4E90F-639A-4247-A42D-D00CB8CF0F1C}" type="pres">
      <dgm:prSet presAssocID="{BF764F5B-58E1-4E60-9D19-30F218DFF2EA}" presName="compNode" presStyleCnt="0"/>
      <dgm:spPr/>
    </dgm:pt>
    <dgm:pt modelId="{969C9616-7895-45B5-A774-AA347672E299}" type="pres">
      <dgm:prSet presAssocID="{BF764F5B-58E1-4E60-9D19-30F218DFF2EA}" presName="dummyConnPt" presStyleCnt="0"/>
      <dgm:spPr/>
    </dgm:pt>
    <dgm:pt modelId="{1B23D7DA-59D3-41C6-B718-A30E2F6850E0}" type="pres">
      <dgm:prSet presAssocID="{BF764F5B-58E1-4E60-9D19-30F218DFF2EA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36CD596-7525-43CC-B2FD-76931A4F53EB}" type="pres">
      <dgm:prSet presAssocID="{7DF29CA9-5958-4F9F-9BFF-915641BAD2C0}" presName="sibTrans" presStyleLbl="bgSibTrans2D1" presStyleIdx="2" presStyleCnt="8"/>
      <dgm:spPr/>
      <dgm:t>
        <a:bodyPr/>
        <a:lstStyle/>
        <a:p>
          <a:endParaRPr lang="es-ES"/>
        </a:p>
      </dgm:t>
    </dgm:pt>
    <dgm:pt modelId="{CA33AD05-A0B8-41F7-AAFE-344C3EC02759}" type="pres">
      <dgm:prSet presAssocID="{B55117ED-0B86-449F-B2F5-9725C1B89672}" presName="compNode" presStyleCnt="0"/>
      <dgm:spPr/>
    </dgm:pt>
    <dgm:pt modelId="{EA7C0AA4-F80C-4051-BBDD-867AB23C491C}" type="pres">
      <dgm:prSet presAssocID="{B55117ED-0B86-449F-B2F5-9725C1B89672}" presName="dummyConnPt" presStyleCnt="0"/>
      <dgm:spPr/>
    </dgm:pt>
    <dgm:pt modelId="{86D0FD6B-A425-4190-9A4D-2981D34F81BD}" type="pres">
      <dgm:prSet presAssocID="{B55117ED-0B86-449F-B2F5-9725C1B89672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46A25B4-5E78-4542-9E8A-012ED5465BA7}" type="pres">
      <dgm:prSet presAssocID="{F48A9B22-515B-4337-9930-5521E2A37B30}" presName="sibTrans" presStyleLbl="bgSibTrans2D1" presStyleIdx="3" presStyleCnt="8"/>
      <dgm:spPr/>
      <dgm:t>
        <a:bodyPr/>
        <a:lstStyle/>
        <a:p>
          <a:endParaRPr lang="es-ES"/>
        </a:p>
      </dgm:t>
    </dgm:pt>
    <dgm:pt modelId="{26ED0155-1547-4D26-AE8B-D842C8EDECBE}" type="pres">
      <dgm:prSet presAssocID="{8A33D44D-DA45-46CC-914C-EB61AB194491}" presName="compNode" presStyleCnt="0"/>
      <dgm:spPr/>
    </dgm:pt>
    <dgm:pt modelId="{32C082F3-2B9E-4FF5-9276-51DF45339061}" type="pres">
      <dgm:prSet presAssocID="{8A33D44D-DA45-46CC-914C-EB61AB194491}" presName="dummyConnPt" presStyleCnt="0"/>
      <dgm:spPr/>
    </dgm:pt>
    <dgm:pt modelId="{A8D2705C-BFF6-4ABE-AC9B-BC500DD1DD69}" type="pres">
      <dgm:prSet presAssocID="{8A33D44D-DA45-46CC-914C-EB61AB194491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58FB39A-A2B3-4CB7-A75D-C42A2F3BDCC0}" type="pres">
      <dgm:prSet presAssocID="{0BF5819A-0565-4CC8-A1A1-CFB662A9485C}" presName="sibTrans" presStyleLbl="bgSibTrans2D1" presStyleIdx="4" presStyleCnt="8"/>
      <dgm:spPr/>
      <dgm:t>
        <a:bodyPr/>
        <a:lstStyle/>
        <a:p>
          <a:endParaRPr lang="es-ES"/>
        </a:p>
      </dgm:t>
    </dgm:pt>
    <dgm:pt modelId="{9CD8EB83-05C1-4436-8FBE-B48FFF954E8F}" type="pres">
      <dgm:prSet presAssocID="{F42CEC60-4D52-44B3-B5F8-213F5F637CA3}" presName="compNode" presStyleCnt="0"/>
      <dgm:spPr/>
    </dgm:pt>
    <dgm:pt modelId="{277ECBE6-70B0-493C-8DE9-A90BD9C11691}" type="pres">
      <dgm:prSet presAssocID="{F42CEC60-4D52-44B3-B5F8-213F5F637CA3}" presName="dummyConnPt" presStyleCnt="0"/>
      <dgm:spPr/>
    </dgm:pt>
    <dgm:pt modelId="{7DD098EC-4F53-4B41-A1DA-B6E727E2BA9E}" type="pres">
      <dgm:prSet presAssocID="{F42CEC60-4D52-44B3-B5F8-213F5F637CA3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7606432D-D644-4A19-B278-380A19CC5EEE}" type="pres">
      <dgm:prSet presAssocID="{EACCEB30-DD1C-4ABA-BF2C-D3538BB26DD1}" presName="sibTrans" presStyleLbl="bgSibTrans2D1" presStyleIdx="5" presStyleCnt="8"/>
      <dgm:spPr/>
      <dgm:t>
        <a:bodyPr/>
        <a:lstStyle/>
        <a:p>
          <a:endParaRPr lang="es-ES"/>
        </a:p>
      </dgm:t>
    </dgm:pt>
    <dgm:pt modelId="{25558F2B-7D68-4CEB-9669-DC95CCADAA34}" type="pres">
      <dgm:prSet presAssocID="{B8AB23F6-A22A-43AB-89A7-4DB382134628}" presName="compNode" presStyleCnt="0"/>
      <dgm:spPr/>
    </dgm:pt>
    <dgm:pt modelId="{3F1C9E0A-0B33-4E39-B33F-8A5F171E96BD}" type="pres">
      <dgm:prSet presAssocID="{B8AB23F6-A22A-43AB-89A7-4DB382134628}" presName="dummyConnPt" presStyleCnt="0"/>
      <dgm:spPr/>
    </dgm:pt>
    <dgm:pt modelId="{E83B0585-7467-47B9-BB94-25F183BF8A87}" type="pres">
      <dgm:prSet presAssocID="{B8AB23F6-A22A-43AB-89A7-4DB382134628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  <dgm:pt modelId="{0A4B585C-33BE-4926-A00D-19C93F79F070}" type="pres">
      <dgm:prSet presAssocID="{2800D28D-3722-4D91-AAE3-5809912CA7F5}" presName="sibTrans" presStyleLbl="bgSibTrans2D1" presStyleIdx="6" presStyleCnt="8"/>
      <dgm:spPr/>
      <dgm:t>
        <a:bodyPr/>
        <a:lstStyle/>
        <a:p>
          <a:endParaRPr lang="es-ES"/>
        </a:p>
      </dgm:t>
    </dgm:pt>
    <dgm:pt modelId="{1A784C58-3138-4CA1-8C19-886A6EA668BE}" type="pres">
      <dgm:prSet presAssocID="{5EDAB841-13DB-43A0-90B3-27E6E1B00761}" presName="compNode" presStyleCnt="0"/>
      <dgm:spPr/>
    </dgm:pt>
    <dgm:pt modelId="{12497938-C1BE-4904-93C7-1D536B558A8D}" type="pres">
      <dgm:prSet presAssocID="{5EDAB841-13DB-43A0-90B3-27E6E1B00761}" presName="dummyConnPt" presStyleCnt="0"/>
      <dgm:spPr/>
    </dgm:pt>
    <dgm:pt modelId="{3B51EE8B-D157-4E29-8646-DBCC8F01E7CF}" type="pres">
      <dgm:prSet presAssocID="{5EDAB841-13DB-43A0-90B3-27E6E1B00761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FA29F71-BE9D-45CF-AF01-3F465722C0B8}" type="pres">
      <dgm:prSet presAssocID="{48968632-4D5E-4EB1-BE29-547C5D8AB6E3}" presName="sibTrans" presStyleLbl="bgSibTrans2D1" presStyleIdx="7" presStyleCnt="8"/>
      <dgm:spPr/>
      <dgm:t>
        <a:bodyPr/>
        <a:lstStyle/>
        <a:p>
          <a:endParaRPr lang="es-ES"/>
        </a:p>
      </dgm:t>
    </dgm:pt>
    <dgm:pt modelId="{596ADD70-805D-4254-8BE2-B80B0C5EECAC}" type="pres">
      <dgm:prSet presAssocID="{D7B6ADB4-3917-4BDE-B3FA-EBE6BCF45820}" presName="compNode" presStyleCnt="0"/>
      <dgm:spPr/>
    </dgm:pt>
    <dgm:pt modelId="{8564B969-155E-49CC-971A-DD85448AB98A}" type="pres">
      <dgm:prSet presAssocID="{D7B6ADB4-3917-4BDE-B3FA-EBE6BCF45820}" presName="dummyConnPt" presStyleCnt="0"/>
      <dgm:spPr/>
    </dgm:pt>
    <dgm:pt modelId="{54733977-2BA7-4F65-B2B1-23FBD33CF569}" type="pres">
      <dgm:prSet presAssocID="{D7B6ADB4-3917-4BDE-B3FA-EBE6BCF45820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s-BO"/>
        </a:p>
      </dgm:t>
    </dgm:pt>
  </dgm:ptLst>
  <dgm:cxnLst>
    <dgm:cxn modelId="{51D34DEC-07A7-4469-B9C0-03FBA219C31C}" type="presOf" srcId="{F48A9B22-515B-4337-9930-5521E2A37B30}" destId="{246A25B4-5E78-4542-9E8A-012ED5465BA7}" srcOrd="0" destOrd="0" presId="urn:microsoft.com/office/officeart/2005/8/layout/bProcess4"/>
    <dgm:cxn modelId="{0D1CB52C-5634-4AE7-B20D-D9C3F694A328}" type="presOf" srcId="{4D6A9A1F-9CDB-416D-85E9-245FA45D37A5}" destId="{845DF9FF-8DD4-417B-AB46-EE3DB41A51B0}" srcOrd="0" destOrd="0" presId="urn:microsoft.com/office/officeart/2005/8/layout/bProcess4"/>
    <dgm:cxn modelId="{0930675E-AD39-48FE-AC87-2AF58EF5F220}" type="presOf" srcId="{130EDAE1-55A5-4C6A-8E01-3E51C19ADB53}" destId="{9DB60D17-1427-4501-9BAC-260C3B7F8661}" srcOrd="0" destOrd="0" presId="urn:microsoft.com/office/officeart/2005/8/layout/bProcess4"/>
    <dgm:cxn modelId="{3C9373E6-E005-4307-9A58-C806D7C90B7A}" type="presOf" srcId="{7A67BDAD-1BEA-4540-806B-46EC381D59A2}" destId="{83643C43-91C2-45C0-A56D-B1A9CAA51386}" srcOrd="0" destOrd="0" presId="urn:microsoft.com/office/officeart/2005/8/layout/bProcess4"/>
    <dgm:cxn modelId="{57737826-5D2C-4539-8FE9-79735FA6AF8D}" type="presOf" srcId="{5B1A284A-51AF-4D98-9E9B-A7C5A54A2974}" destId="{628BD228-C31C-4BEF-BACE-D848E195D4AD}" srcOrd="0" destOrd="0" presId="urn:microsoft.com/office/officeart/2005/8/layout/bProcess4"/>
    <dgm:cxn modelId="{33587850-E234-471D-BBA1-3B5C8C0B855F}" srcId="{130EDAE1-55A5-4C6A-8E01-3E51C19ADB53}" destId="{5EDAB841-13DB-43A0-90B3-27E6E1B00761}" srcOrd="7" destOrd="0" parTransId="{595760F8-67B3-4651-996A-E1EAC8930471}" sibTransId="{48968632-4D5E-4EB1-BE29-547C5D8AB6E3}"/>
    <dgm:cxn modelId="{E74A5B14-4059-480F-A419-489BAD825F1B}" srcId="{130EDAE1-55A5-4C6A-8E01-3E51C19ADB53}" destId="{772537DE-9A31-41FA-A639-D530D892D73E}" srcOrd="0" destOrd="0" parTransId="{C50A49D5-84A5-4050-8DF5-90C34623B6A4}" sibTransId="{5B1A284A-51AF-4D98-9E9B-A7C5A54A2974}"/>
    <dgm:cxn modelId="{56DC321E-C367-4928-A1CA-5ED19C8E7A93}" srcId="{130EDAE1-55A5-4C6A-8E01-3E51C19ADB53}" destId="{8A33D44D-DA45-46CC-914C-EB61AB194491}" srcOrd="4" destOrd="0" parTransId="{D8701230-8B17-46F9-A81A-03DB37D58723}" sibTransId="{0BF5819A-0565-4CC8-A1A1-CFB662A9485C}"/>
    <dgm:cxn modelId="{5B8E5991-D65E-4299-94BA-5FCDF28C61A7}" srcId="{130EDAE1-55A5-4C6A-8E01-3E51C19ADB53}" destId="{4D6A9A1F-9CDB-416D-85E9-245FA45D37A5}" srcOrd="1" destOrd="0" parTransId="{1D640BD5-C026-4272-9258-C6B4F53022F2}" sibTransId="{7A67BDAD-1BEA-4540-806B-46EC381D59A2}"/>
    <dgm:cxn modelId="{0CF0D7E1-4E17-49B2-AA65-5E3F7B05FB07}" type="presOf" srcId="{F42CEC60-4D52-44B3-B5F8-213F5F637CA3}" destId="{7DD098EC-4F53-4B41-A1DA-B6E727E2BA9E}" srcOrd="0" destOrd="0" presId="urn:microsoft.com/office/officeart/2005/8/layout/bProcess4"/>
    <dgm:cxn modelId="{1BB6A885-610F-4575-BE9A-125A02F96320}" type="presOf" srcId="{2800D28D-3722-4D91-AAE3-5809912CA7F5}" destId="{0A4B585C-33BE-4926-A00D-19C93F79F070}" srcOrd="0" destOrd="0" presId="urn:microsoft.com/office/officeart/2005/8/layout/bProcess4"/>
    <dgm:cxn modelId="{59C433B2-F2C4-410A-A3B8-B753BA5704EC}" type="presOf" srcId="{772537DE-9A31-41FA-A639-D530D892D73E}" destId="{66E6EEBC-BB2A-49C2-A16D-C49F32E4353F}" srcOrd="0" destOrd="0" presId="urn:microsoft.com/office/officeart/2005/8/layout/bProcess4"/>
    <dgm:cxn modelId="{960A9BB6-46A3-4351-8418-68475E704D28}" type="presOf" srcId="{7DF29CA9-5958-4F9F-9BFF-915641BAD2C0}" destId="{C36CD596-7525-43CC-B2FD-76931A4F53EB}" srcOrd="0" destOrd="0" presId="urn:microsoft.com/office/officeart/2005/8/layout/bProcess4"/>
    <dgm:cxn modelId="{4D512342-E421-44E3-AA6A-EE01A02D5414}" type="presOf" srcId="{B8AB23F6-A22A-43AB-89A7-4DB382134628}" destId="{E83B0585-7467-47B9-BB94-25F183BF8A87}" srcOrd="0" destOrd="0" presId="urn:microsoft.com/office/officeart/2005/8/layout/bProcess4"/>
    <dgm:cxn modelId="{EF4B0A8E-DA24-4A9E-82F5-3164ECB63AD6}" type="presOf" srcId="{8A33D44D-DA45-46CC-914C-EB61AB194491}" destId="{A8D2705C-BFF6-4ABE-AC9B-BC500DD1DD69}" srcOrd="0" destOrd="0" presId="urn:microsoft.com/office/officeart/2005/8/layout/bProcess4"/>
    <dgm:cxn modelId="{4BF79AB1-4B91-4CB2-9349-7AF8303AFAA6}" srcId="{130EDAE1-55A5-4C6A-8E01-3E51C19ADB53}" destId="{F42CEC60-4D52-44B3-B5F8-213F5F637CA3}" srcOrd="5" destOrd="0" parTransId="{F23A5268-331C-4F13-A3A5-A49190E30FBA}" sibTransId="{EACCEB30-DD1C-4ABA-BF2C-D3538BB26DD1}"/>
    <dgm:cxn modelId="{6AA695BC-F1AB-443E-B411-BA7FB259894C}" srcId="{130EDAE1-55A5-4C6A-8E01-3E51C19ADB53}" destId="{B8AB23F6-A22A-43AB-89A7-4DB382134628}" srcOrd="6" destOrd="0" parTransId="{79F6B727-7C9F-4BE4-A3C7-C3E456F3E376}" sibTransId="{2800D28D-3722-4D91-AAE3-5809912CA7F5}"/>
    <dgm:cxn modelId="{037C8DF3-8525-481C-B39B-B7ED51FD878E}" srcId="{130EDAE1-55A5-4C6A-8E01-3E51C19ADB53}" destId="{D7B6ADB4-3917-4BDE-B3FA-EBE6BCF45820}" srcOrd="8" destOrd="0" parTransId="{4A9B8A47-D6BE-4128-84F1-5E748848D34D}" sibTransId="{D908844B-F005-41EF-985C-F3DA6A7AFFB8}"/>
    <dgm:cxn modelId="{BAD192EE-80DC-4BA4-B628-97AD061467A1}" type="presOf" srcId="{D7B6ADB4-3917-4BDE-B3FA-EBE6BCF45820}" destId="{54733977-2BA7-4F65-B2B1-23FBD33CF569}" srcOrd="0" destOrd="0" presId="urn:microsoft.com/office/officeart/2005/8/layout/bProcess4"/>
    <dgm:cxn modelId="{F71E382E-0412-49B3-9D8B-C525BAABE029}" srcId="{130EDAE1-55A5-4C6A-8E01-3E51C19ADB53}" destId="{B55117ED-0B86-449F-B2F5-9725C1B89672}" srcOrd="3" destOrd="0" parTransId="{EED23CB6-0680-4413-B4C4-11DC4524FD4A}" sibTransId="{F48A9B22-515B-4337-9930-5521E2A37B30}"/>
    <dgm:cxn modelId="{6B5514FC-6D30-4E4A-B60E-CF89D9324001}" type="presOf" srcId="{EACCEB30-DD1C-4ABA-BF2C-D3538BB26DD1}" destId="{7606432D-D644-4A19-B278-380A19CC5EEE}" srcOrd="0" destOrd="0" presId="urn:microsoft.com/office/officeart/2005/8/layout/bProcess4"/>
    <dgm:cxn modelId="{C84AB4E2-F084-4EBE-A206-2D9A0D5A1E44}" type="presOf" srcId="{5EDAB841-13DB-43A0-90B3-27E6E1B00761}" destId="{3B51EE8B-D157-4E29-8646-DBCC8F01E7CF}" srcOrd="0" destOrd="0" presId="urn:microsoft.com/office/officeart/2005/8/layout/bProcess4"/>
    <dgm:cxn modelId="{9A7A1CCA-7F10-4AA6-A2E5-6EE1698776B4}" type="presOf" srcId="{BF764F5B-58E1-4E60-9D19-30F218DFF2EA}" destId="{1B23D7DA-59D3-41C6-B718-A30E2F6850E0}" srcOrd="0" destOrd="0" presId="urn:microsoft.com/office/officeart/2005/8/layout/bProcess4"/>
    <dgm:cxn modelId="{F5B1D97B-6B4C-4034-8352-0DA2FD82A9B7}" type="presOf" srcId="{48968632-4D5E-4EB1-BE29-547C5D8AB6E3}" destId="{DFA29F71-BE9D-45CF-AF01-3F465722C0B8}" srcOrd="0" destOrd="0" presId="urn:microsoft.com/office/officeart/2005/8/layout/bProcess4"/>
    <dgm:cxn modelId="{04DAD516-E0D0-4AE9-A1E3-6A9E94C68E46}" type="presOf" srcId="{0BF5819A-0565-4CC8-A1A1-CFB662A9485C}" destId="{D58FB39A-A2B3-4CB7-A75D-C42A2F3BDCC0}" srcOrd="0" destOrd="0" presId="urn:microsoft.com/office/officeart/2005/8/layout/bProcess4"/>
    <dgm:cxn modelId="{80B2A420-3611-462F-AA3D-4724C9BF15D2}" type="presOf" srcId="{B55117ED-0B86-449F-B2F5-9725C1B89672}" destId="{86D0FD6B-A425-4190-9A4D-2981D34F81BD}" srcOrd="0" destOrd="0" presId="urn:microsoft.com/office/officeart/2005/8/layout/bProcess4"/>
    <dgm:cxn modelId="{909924DB-D3A3-482D-9A88-8B0924A9E07B}" srcId="{130EDAE1-55A5-4C6A-8E01-3E51C19ADB53}" destId="{BF764F5B-58E1-4E60-9D19-30F218DFF2EA}" srcOrd="2" destOrd="0" parTransId="{CD6AA79F-73C7-47BE-AF6E-62B3877A19C1}" sibTransId="{7DF29CA9-5958-4F9F-9BFF-915641BAD2C0}"/>
    <dgm:cxn modelId="{617DC19D-7CC3-41B8-813E-989820AE5949}" type="presParOf" srcId="{9DB60D17-1427-4501-9BAC-260C3B7F8661}" destId="{52F29E1D-1DBB-4F2F-91F7-34E742149661}" srcOrd="0" destOrd="0" presId="urn:microsoft.com/office/officeart/2005/8/layout/bProcess4"/>
    <dgm:cxn modelId="{BE53236B-7D4F-4404-AB9A-98BF03F98122}" type="presParOf" srcId="{52F29E1D-1DBB-4F2F-91F7-34E742149661}" destId="{A188F261-BCA8-42C5-8FF7-FC1671A66556}" srcOrd="0" destOrd="0" presId="urn:microsoft.com/office/officeart/2005/8/layout/bProcess4"/>
    <dgm:cxn modelId="{67D05BC4-BBCD-4F7E-89C8-DBFBD63D1EC1}" type="presParOf" srcId="{52F29E1D-1DBB-4F2F-91F7-34E742149661}" destId="{66E6EEBC-BB2A-49C2-A16D-C49F32E4353F}" srcOrd="1" destOrd="0" presId="urn:microsoft.com/office/officeart/2005/8/layout/bProcess4"/>
    <dgm:cxn modelId="{8E16E681-07DA-416F-AED8-98FA624E8CAE}" type="presParOf" srcId="{9DB60D17-1427-4501-9BAC-260C3B7F8661}" destId="{628BD228-C31C-4BEF-BACE-D848E195D4AD}" srcOrd="1" destOrd="0" presId="urn:microsoft.com/office/officeart/2005/8/layout/bProcess4"/>
    <dgm:cxn modelId="{02EB64B8-34BE-4AAD-886C-75C5D77E9AE9}" type="presParOf" srcId="{9DB60D17-1427-4501-9BAC-260C3B7F8661}" destId="{601F7638-DAAD-4BA9-8745-5186635B1CC8}" srcOrd="2" destOrd="0" presId="urn:microsoft.com/office/officeart/2005/8/layout/bProcess4"/>
    <dgm:cxn modelId="{8F8E4CAB-675A-4AF8-BD02-30C9B03FE5AA}" type="presParOf" srcId="{601F7638-DAAD-4BA9-8745-5186635B1CC8}" destId="{F3024CA2-44E1-47F6-ADA3-973B30072DD3}" srcOrd="0" destOrd="0" presId="urn:microsoft.com/office/officeart/2005/8/layout/bProcess4"/>
    <dgm:cxn modelId="{B4390F48-7A22-4E91-A690-5D605EB6868A}" type="presParOf" srcId="{601F7638-DAAD-4BA9-8745-5186635B1CC8}" destId="{845DF9FF-8DD4-417B-AB46-EE3DB41A51B0}" srcOrd="1" destOrd="0" presId="urn:microsoft.com/office/officeart/2005/8/layout/bProcess4"/>
    <dgm:cxn modelId="{CD80890F-AD86-4E55-BCEC-50E5365EAF0C}" type="presParOf" srcId="{9DB60D17-1427-4501-9BAC-260C3B7F8661}" destId="{83643C43-91C2-45C0-A56D-B1A9CAA51386}" srcOrd="3" destOrd="0" presId="urn:microsoft.com/office/officeart/2005/8/layout/bProcess4"/>
    <dgm:cxn modelId="{30139C1E-A541-4EA4-B53C-5FFE38CED1A8}" type="presParOf" srcId="{9DB60D17-1427-4501-9BAC-260C3B7F8661}" destId="{7FD4E90F-639A-4247-A42D-D00CB8CF0F1C}" srcOrd="4" destOrd="0" presId="urn:microsoft.com/office/officeart/2005/8/layout/bProcess4"/>
    <dgm:cxn modelId="{BA80BCB3-1E4A-4082-94E8-44F5501911C4}" type="presParOf" srcId="{7FD4E90F-639A-4247-A42D-D00CB8CF0F1C}" destId="{969C9616-7895-45B5-A774-AA347672E299}" srcOrd="0" destOrd="0" presId="urn:microsoft.com/office/officeart/2005/8/layout/bProcess4"/>
    <dgm:cxn modelId="{30DC00F0-84FE-4000-89C4-A9314A27B6DC}" type="presParOf" srcId="{7FD4E90F-639A-4247-A42D-D00CB8CF0F1C}" destId="{1B23D7DA-59D3-41C6-B718-A30E2F6850E0}" srcOrd="1" destOrd="0" presId="urn:microsoft.com/office/officeart/2005/8/layout/bProcess4"/>
    <dgm:cxn modelId="{7F76030B-E334-406E-81DB-57AE552E99AA}" type="presParOf" srcId="{9DB60D17-1427-4501-9BAC-260C3B7F8661}" destId="{C36CD596-7525-43CC-B2FD-76931A4F53EB}" srcOrd="5" destOrd="0" presId="urn:microsoft.com/office/officeart/2005/8/layout/bProcess4"/>
    <dgm:cxn modelId="{D04389DA-9B7E-40F4-B753-63D20B3A3CE5}" type="presParOf" srcId="{9DB60D17-1427-4501-9BAC-260C3B7F8661}" destId="{CA33AD05-A0B8-41F7-AAFE-344C3EC02759}" srcOrd="6" destOrd="0" presId="urn:microsoft.com/office/officeart/2005/8/layout/bProcess4"/>
    <dgm:cxn modelId="{9FE754E3-5FD0-474F-9B84-1EEE7AA98D01}" type="presParOf" srcId="{CA33AD05-A0B8-41F7-AAFE-344C3EC02759}" destId="{EA7C0AA4-F80C-4051-BBDD-867AB23C491C}" srcOrd="0" destOrd="0" presId="urn:microsoft.com/office/officeart/2005/8/layout/bProcess4"/>
    <dgm:cxn modelId="{CD67B866-CBF6-4865-B5E3-B6E9266218DC}" type="presParOf" srcId="{CA33AD05-A0B8-41F7-AAFE-344C3EC02759}" destId="{86D0FD6B-A425-4190-9A4D-2981D34F81BD}" srcOrd="1" destOrd="0" presId="urn:microsoft.com/office/officeart/2005/8/layout/bProcess4"/>
    <dgm:cxn modelId="{11815493-5FBD-443F-BF10-17AD3C6BCA97}" type="presParOf" srcId="{9DB60D17-1427-4501-9BAC-260C3B7F8661}" destId="{246A25B4-5E78-4542-9E8A-012ED5465BA7}" srcOrd="7" destOrd="0" presId="urn:microsoft.com/office/officeart/2005/8/layout/bProcess4"/>
    <dgm:cxn modelId="{A12C3544-C9CC-438C-9630-15941D2B421C}" type="presParOf" srcId="{9DB60D17-1427-4501-9BAC-260C3B7F8661}" destId="{26ED0155-1547-4D26-AE8B-D842C8EDECBE}" srcOrd="8" destOrd="0" presId="urn:microsoft.com/office/officeart/2005/8/layout/bProcess4"/>
    <dgm:cxn modelId="{E9302FB7-0011-413B-94FE-4E823A2C74D5}" type="presParOf" srcId="{26ED0155-1547-4D26-AE8B-D842C8EDECBE}" destId="{32C082F3-2B9E-4FF5-9276-51DF45339061}" srcOrd="0" destOrd="0" presId="urn:microsoft.com/office/officeart/2005/8/layout/bProcess4"/>
    <dgm:cxn modelId="{599CA310-6535-4F96-92CC-4E8391C57338}" type="presParOf" srcId="{26ED0155-1547-4D26-AE8B-D842C8EDECBE}" destId="{A8D2705C-BFF6-4ABE-AC9B-BC500DD1DD69}" srcOrd="1" destOrd="0" presId="urn:microsoft.com/office/officeart/2005/8/layout/bProcess4"/>
    <dgm:cxn modelId="{05F5E112-1F66-49B0-BE88-D16F57DB384C}" type="presParOf" srcId="{9DB60D17-1427-4501-9BAC-260C3B7F8661}" destId="{D58FB39A-A2B3-4CB7-A75D-C42A2F3BDCC0}" srcOrd="9" destOrd="0" presId="urn:microsoft.com/office/officeart/2005/8/layout/bProcess4"/>
    <dgm:cxn modelId="{F04152B6-D7A0-497D-9244-0A1BF8F55CA8}" type="presParOf" srcId="{9DB60D17-1427-4501-9BAC-260C3B7F8661}" destId="{9CD8EB83-05C1-4436-8FBE-B48FFF954E8F}" srcOrd="10" destOrd="0" presId="urn:microsoft.com/office/officeart/2005/8/layout/bProcess4"/>
    <dgm:cxn modelId="{9B84AFFF-E665-4A5E-82D0-42402A37440C}" type="presParOf" srcId="{9CD8EB83-05C1-4436-8FBE-B48FFF954E8F}" destId="{277ECBE6-70B0-493C-8DE9-A90BD9C11691}" srcOrd="0" destOrd="0" presId="urn:microsoft.com/office/officeart/2005/8/layout/bProcess4"/>
    <dgm:cxn modelId="{00DCEA7C-CCAA-4C8F-91DE-D7865829444B}" type="presParOf" srcId="{9CD8EB83-05C1-4436-8FBE-B48FFF954E8F}" destId="{7DD098EC-4F53-4B41-A1DA-B6E727E2BA9E}" srcOrd="1" destOrd="0" presId="urn:microsoft.com/office/officeart/2005/8/layout/bProcess4"/>
    <dgm:cxn modelId="{133DB544-B697-4E4D-BFAA-E097FA431D69}" type="presParOf" srcId="{9DB60D17-1427-4501-9BAC-260C3B7F8661}" destId="{7606432D-D644-4A19-B278-380A19CC5EEE}" srcOrd="11" destOrd="0" presId="urn:microsoft.com/office/officeart/2005/8/layout/bProcess4"/>
    <dgm:cxn modelId="{0DC4D077-6986-4681-B3DA-C70FDA26138E}" type="presParOf" srcId="{9DB60D17-1427-4501-9BAC-260C3B7F8661}" destId="{25558F2B-7D68-4CEB-9669-DC95CCADAA34}" srcOrd="12" destOrd="0" presId="urn:microsoft.com/office/officeart/2005/8/layout/bProcess4"/>
    <dgm:cxn modelId="{64928373-DBDF-4861-8EA4-7F790E657A0E}" type="presParOf" srcId="{25558F2B-7D68-4CEB-9669-DC95CCADAA34}" destId="{3F1C9E0A-0B33-4E39-B33F-8A5F171E96BD}" srcOrd="0" destOrd="0" presId="urn:microsoft.com/office/officeart/2005/8/layout/bProcess4"/>
    <dgm:cxn modelId="{031991F6-2464-4C8D-97F9-7A0533A73F0D}" type="presParOf" srcId="{25558F2B-7D68-4CEB-9669-DC95CCADAA34}" destId="{E83B0585-7467-47B9-BB94-25F183BF8A87}" srcOrd="1" destOrd="0" presId="urn:microsoft.com/office/officeart/2005/8/layout/bProcess4"/>
    <dgm:cxn modelId="{CCE8824F-47F6-407A-AC8B-5CF322A677A9}" type="presParOf" srcId="{9DB60D17-1427-4501-9BAC-260C3B7F8661}" destId="{0A4B585C-33BE-4926-A00D-19C93F79F070}" srcOrd="13" destOrd="0" presId="urn:microsoft.com/office/officeart/2005/8/layout/bProcess4"/>
    <dgm:cxn modelId="{28D40003-9B73-414D-8D2F-1F20C83F2447}" type="presParOf" srcId="{9DB60D17-1427-4501-9BAC-260C3B7F8661}" destId="{1A784C58-3138-4CA1-8C19-886A6EA668BE}" srcOrd="14" destOrd="0" presId="urn:microsoft.com/office/officeart/2005/8/layout/bProcess4"/>
    <dgm:cxn modelId="{CA122615-E16E-4BCE-88DA-12D9420636BC}" type="presParOf" srcId="{1A784C58-3138-4CA1-8C19-886A6EA668BE}" destId="{12497938-C1BE-4904-93C7-1D536B558A8D}" srcOrd="0" destOrd="0" presId="urn:microsoft.com/office/officeart/2005/8/layout/bProcess4"/>
    <dgm:cxn modelId="{ABD37973-E12A-4750-BA73-1A6EBB6FDF9F}" type="presParOf" srcId="{1A784C58-3138-4CA1-8C19-886A6EA668BE}" destId="{3B51EE8B-D157-4E29-8646-DBCC8F01E7CF}" srcOrd="1" destOrd="0" presId="urn:microsoft.com/office/officeart/2005/8/layout/bProcess4"/>
    <dgm:cxn modelId="{264726E3-9792-4328-BCFA-87C326AB84E6}" type="presParOf" srcId="{9DB60D17-1427-4501-9BAC-260C3B7F8661}" destId="{DFA29F71-BE9D-45CF-AF01-3F465722C0B8}" srcOrd="15" destOrd="0" presId="urn:microsoft.com/office/officeart/2005/8/layout/bProcess4"/>
    <dgm:cxn modelId="{14D97DA6-F36E-41FF-82A3-051586A25C0F}" type="presParOf" srcId="{9DB60D17-1427-4501-9BAC-260C3B7F8661}" destId="{596ADD70-805D-4254-8BE2-B80B0C5EECAC}" srcOrd="16" destOrd="0" presId="urn:microsoft.com/office/officeart/2005/8/layout/bProcess4"/>
    <dgm:cxn modelId="{00ED7A70-FCC7-40F1-AF89-B20AE24F226C}" type="presParOf" srcId="{596ADD70-805D-4254-8BE2-B80B0C5EECAC}" destId="{8564B969-155E-49CC-971A-DD85448AB98A}" srcOrd="0" destOrd="0" presId="urn:microsoft.com/office/officeart/2005/8/layout/bProcess4"/>
    <dgm:cxn modelId="{F25AF146-30DE-4718-BD64-CB140CE3D31F}" type="presParOf" srcId="{596ADD70-805D-4254-8BE2-B80B0C5EECAC}" destId="{54733977-2BA7-4F65-B2B1-23FBD33CF56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82EF1F-7791-4F0C-9FEF-EBF213258267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BO"/>
        </a:p>
      </dgm:t>
    </dgm:pt>
    <dgm:pt modelId="{A4A6A8F9-8098-4530-BAD5-9EA8EEE6CCF9}">
      <dgm:prSet phldrT="[Texto]" custT="1"/>
      <dgm:spPr/>
      <dgm:t>
        <a:bodyPr/>
        <a:lstStyle/>
        <a:p>
          <a:r>
            <a:rPr lang="es-BO" sz="1600" dirty="0" smtClean="0"/>
            <a:t>VISION SIMILAR A DE LA CALIDAD ENTRE INSTITUCIONES</a:t>
          </a:r>
          <a:endParaRPr lang="es-BO" sz="1600" dirty="0"/>
        </a:p>
      </dgm:t>
    </dgm:pt>
    <dgm:pt modelId="{EE55A726-D9A9-4350-BB79-D09B12BCFD4D}" type="parTrans" cxnId="{1B0F5D48-23D7-4F60-B14C-FDC15B723629}">
      <dgm:prSet/>
      <dgm:spPr/>
      <dgm:t>
        <a:bodyPr/>
        <a:lstStyle/>
        <a:p>
          <a:endParaRPr lang="es-BO"/>
        </a:p>
      </dgm:t>
    </dgm:pt>
    <dgm:pt modelId="{2E0FAEE2-3E0E-412D-B7CC-E6B81F9E76DF}" type="sibTrans" cxnId="{1B0F5D48-23D7-4F60-B14C-FDC15B723629}">
      <dgm:prSet/>
      <dgm:spPr/>
      <dgm:t>
        <a:bodyPr/>
        <a:lstStyle/>
        <a:p>
          <a:endParaRPr lang="es-BO"/>
        </a:p>
      </dgm:t>
    </dgm:pt>
    <dgm:pt modelId="{F12A173E-0199-4E87-A04D-CCC41482EE75}">
      <dgm:prSet phldrT="[Texto]" custT="1"/>
      <dgm:spPr/>
      <dgm:t>
        <a:bodyPr/>
        <a:lstStyle/>
        <a:p>
          <a:r>
            <a:rPr lang="es-BO" sz="1600" dirty="0" smtClean="0"/>
            <a:t>MENOR VARIABILIDAD DE LA PRACTICA PROFESIONAL</a:t>
          </a:r>
          <a:endParaRPr lang="es-BO" sz="1600" dirty="0"/>
        </a:p>
      </dgm:t>
    </dgm:pt>
    <dgm:pt modelId="{445D9B3C-6ECA-42D0-87AC-16BBADF71862}" type="parTrans" cxnId="{B06D1C8B-1502-4238-B6E0-92BB4A60805D}">
      <dgm:prSet/>
      <dgm:spPr/>
      <dgm:t>
        <a:bodyPr/>
        <a:lstStyle/>
        <a:p>
          <a:endParaRPr lang="es-BO"/>
        </a:p>
      </dgm:t>
    </dgm:pt>
    <dgm:pt modelId="{2E51AD65-6F5D-4D5C-8BA6-5AF0816366BB}" type="sibTrans" cxnId="{B06D1C8B-1502-4238-B6E0-92BB4A60805D}">
      <dgm:prSet/>
      <dgm:spPr/>
      <dgm:t>
        <a:bodyPr/>
        <a:lstStyle/>
        <a:p>
          <a:endParaRPr lang="es-BO"/>
        </a:p>
      </dgm:t>
    </dgm:pt>
    <dgm:pt modelId="{51C503CB-41E0-4A95-9436-DFC79A307307}">
      <dgm:prSet phldrT="[Texto]" custT="1"/>
      <dgm:spPr/>
      <dgm:t>
        <a:bodyPr/>
        <a:lstStyle/>
        <a:p>
          <a:r>
            <a:rPr lang="es-BO" sz="1600" dirty="0" smtClean="0"/>
            <a:t>DESARROLLO DE LA CULTURA DE CALIDAD Y SEGURIDAD DEL PACIENTE</a:t>
          </a:r>
          <a:endParaRPr lang="es-BO" sz="1600" dirty="0"/>
        </a:p>
      </dgm:t>
    </dgm:pt>
    <dgm:pt modelId="{66FBEA3C-B3B4-4B57-93E9-CFFAFBE45EA7}" type="parTrans" cxnId="{FCD5F8EE-2E5A-41D4-BF1E-CDB3E29C77A0}">
      <dgm:prSet/>
      <dgm:spPr/>
      <dgm:t>
        <a:bodyPr/>
        <a:lstStyle/>
        <a:p>
          <a:endParaRPr lang="es-BO"/>
        </a:p>
      </dgm:t>
    </dgm:pt>
    <dgm:pt modelId="{57BAC889-B563-476D-AFD0-E341654F899F}" type="sibTrans" cxnId="{FCD5F8EE-2E5A-41D4-BF1E-CDB3E29C77A0}">
      <dgm:prSet/>
      <dgm:spPr/>
      <dgm:t>
        <a:bodyPr/>
        <a:lstStyle/>
        <a:p>
          <a:endParaRPr lang="es-BO"/>
        </a:p>
      </dgm:t>
    </dgm:pt>
    <dgm:pt modelId="{88744914-5D38-40A1-BF51-1406A1549CDD}">
      <dgm:prSet phldrT="[Texto]" custT="1"/>
      <dgm:spPr/>
      <dgm:t>
        <a:bodyPr/>
        <a:lstStyle/>
        <a:p>
          <a:r>
            <a:rPr lang="es-BO" sz="1600" dirty="0" smtClean="0"/>
            <a:t>SUFICIENTE FORMACION EN CALIDAD DEL NIVEL GERENCIAL</a:t>
          </a:r>
          <a:endParaRPr lang="es-BO" sz="1600" dirty="0"/>
        </a:p>
      </dgm:t>
    </dgm:pt>
    <dgm:pt modelId="{5E88F710-2F6E-4FEF-B850-280F27C01D19}" type="parTrans" cxnId="{49304772-54F8-40C5-BC1C-D76C6C4E1AEF}">
      <dgm:prSet/>
      <dgm:spPr/>
      <dgm:t>
        <a:bodyPr/>
        <a:lstStyle/>
        <a:p>
          <a:endParaRPr lang="es-BO"/>
        </a:p>
      </dgm:t>
    </dgm:pt>
    <dgm:pt modelId="{3E94B4F3-9725-4ABF-9329-FEC0EC6EB8D0}" type="sibTrans" cxnId="{49304772-54F8-40C5-BC1C-D76C6C4E1AEF}">
      <dgm:prSet/>
      <dgm:spPr/>
      <dgm:t>
        <a:bodyPr/>
        <a:lstStyle/>
        <a:p>
          <a:endParaRPr lang="es-BO"/>
        </a:p>
      </dgm:t>
    </dgm:pt>
    <dgm:pt modelId="{2EAE01D1-FD28-440B-81CB-9DB2C111E5C2}">
      <dgm:prSet phldrT="[Texto]" custT="1"/>
      <dgm:spPr/>
      <dgm:t>
        <a:bodyPr/>
        <a:lstStyle/>
        <a:p>
          <a:r>
            <a:rPr lang="es-BO" sz="1600" dirty="0" smtClean="0"/>
            <a:t>LIDERAZGO Y COMPROMISO SIMILAR DE CALIDAD</a:t>
          </a:r>
          <a:endParaRPr lang="es-BO" sz="1600" dirty="0"/>
        </a:p>
      </dgm:t>
    </dgm:pt>
    <dgm:pt modelId="{E12BCE35-CA25-4640-B7EE-D7068CFDB8E3}" type="parTrans" cxnId="{CBD56DF8-278F-485C-991B-E6D9E3D342EC}">
      <dgm:prSet/>
      <dgm:spPr/>
      <dgm:t>
        <a:bodyPr/>
        <a:lstStyle/>
        <a:p>
          <a:endParaRPr lang="es-BO"/>
        </a:p>
      </dgm:t>
    </dgm:pt>
    <dgm:pt modelId="{00AED8E7-10F7-4C12-9F28-24E5AA78695A}" type="sibTrans" cxnId="{CBD56DF8-278F-485C-991B-E6D9E3D342EC}">
      <dgm:prSet/>
      <dgm:spPr/>
      <dgm:t>
        <a:bodyPr/>
        <a:lstStyle/>
        <a:p>
          <a:endParaRPr lang="es-BO"/>
        </a:p>
      </dgm:t>
    </dgm:pt>
    <dgm:pt modelId="{D7EB70B8-E7CE-49FD-BD67-1CEA2416B1E5}">
      <dgm:prSet phldrT="[Texto]" custT="1"/>
      <dgm:spPr/>
      <dgm:t>
        <a:bodyPr/>
        <a:lstStyle/>
        <a:p>
          <a:r>
            <a:rPr lang="es-BO" sz="1600" dirty="0" smtClean="0"/>
            <a:t>FORMACION HOMOGENEA DEL PERSONAL DE SALUD EN CALIDAD</a:t>
          </a:r>
          <a:endParaRPr lang="es-BO" sz="1600" dirty="0"/>
        </a:p>
      </dgm:t>
    </dgm:pt>
    <dgm:pt modelId="{B872C25C-3265-4AFD-A07E-EA756162B725}" type="parTrans" cxnId="{7C2B6AC8-4CB9-495A-9320-7F44C2364C8D}">
      <dgm:prSet/>
      <dgm:spPr/>
      <dgm:t>
        <a:bodyPr/>
        <a:lstStyle/>
        <a:p>
          <a:endParaRPr lang="es-BO"/>
        </a:p>
      </dgm:t>
    </dgm:pt>
    <dgm:pt modelId="{5E68A5F0-C446-419F-A9F7-056C137DC274}" type="sibTrans" cxnId="{7C2B6AC8-4CB9-495A-9320-7F44C2364C8D}">
      <dgm:prSet/>
      <dgm:spPr/>
      <dgm:t>
        <a:bodyPr/>
        <a:lstStyle/>
        <a:p>
          <a:endParaRPr lang="es-BO"/>
        </a:p>
      </dgm:t>
    </dgm:pt>
    <dgm:pt modelId="{9D0ADE10-995C-4D9F-8451-1424B28624D1}" type="pres">
      <dgm:prSet presAssocID="{9982EF1F-7791-4F0C-9FEF-EBF21325826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9DC8E0C-01FF-42EF-9FF1-782FE18B6DF8}" type="pres">
      <dgm:prSet presAssocID="{A4A6A8F9-8098-4530-BAD5-9EA8EEE6CCF9}" presName="root1" presStyleCnt="0"/>
      <dgm:spPr/>
    </dgm:pt>
    <dgm:pt modelId="{824649B6-CA93-4ED2-9D9B-7A57FCCB8D2F}" type="pres">
      <dgm:prSet presAssocID="{A4A6A8F9-8098-4530-BAD5-9EA8EEE6CCF9}" presName="LevelOneTextNode" presStyleLbl="node0" presStyleIdx="0" presStyleCnt="1" custScaleY="105710">
        <dgm:presLayoutVars>
          <dgm:chPref val="3"/>
        </dgm:presLayoutVars>
      </dgm:prSet>
      <dgm:spPr/>
      <dgm:t>
        <a:bodyPr/>
        <a:lstStyle/>
        <a:p>
          <a:endParaRPr lang="es-BO"/>
        </a:p>
      </dgm:t>
    </dgm:pt>
    <dgm:pt modelId="{7A8B8DF2-95EA-46BC-A21D-FB0C926475BF}" type="pres">
      <dgm:prSet presAssocID="{A4A6A8F9-8098-4530-BAD5-9EA8EEE6CCF9}" presName="level2hierChild" presStyleCnt="0"/>
      <dgm:spPr/>
    </dgm:pt>
    <dgm:pt modelId="{2879E9A4-49CA-44BF-B3DC-97805B67ED1E}" type="pres">
      <dgm:prSet presAssocID="{445D9B3C-6ECA-42D0-87AC-16BBADF71862}" presName="conn2-1" presStyleLbl="parChTrans1D2" presStyleIdx="0" presStyleCnt="2"/>
      <dgm:spPr/>
      <dgm:t>
        <a:bodyPr/>
        <a:lstStyle/>
        <a:p>
          <a:endParaRPr lang="es-ES"/>
        </a:p>
      </dgm:t>
    </dgm:pt>
    <dgm:pt modelId="{A398CFAB-A73E-45BD-8A02-F3B03A005E0B}" type="pres">
      <dgm:prSet presAssocID="{445D9B3C-6ECA-42D0-87AC-16BBADF71862}" presName="connTx" presStyleLbl="parChTrans1D2" presStyleIdx="0" presStyleCnt="2"/>
      <dgm:spPr/>
      <dgm:t>
        <a:bodyPr/>
        <a:lstStyle/>
        <a:p>
          <a:endParaRPr lang="es-ES"/>
        </a:p>
      </dgm:t>
    </dgm:pt>
    <dgm:pt modelId="{83F70A68-F263-4140-8EEE-64208C2FBA55}" type="pres">
      <dgm:prSet presAssocID="{F12A173E-0199-4E87-A04D-CCC41482EE75}" presName="root2" presStyleCnt="0"/>
      <dgm:spPr/>
    </dgm:pt>
    <dgm:pt modelId="{144B1785-7862-4467-9011-A67F2949320F}" type="pres">
      <dgm:prSet presAssocID="{F12A173E-0199-4E87-A04D-CCC41482EE75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s-BO"/>
        </a:p>
      </dgm:t>
    </dgm:pt>
    <dgm:pt modelId="{781D5F5F-2591-44DB-B3A6-CAD54B132F55}" type="pres">
      <dgm:prSet presAssocID="{F12A173E-0199-4E87-A04D-CCC41482EE75}" presName="level3hierChild" presStyleCnt="0"/>
      <dgm:spPr/>
    </dgm:pt>
    <dgm:pt modelId="{5569FAD1-002B-45EF-BC84-25EC582C7904}" type="pres">
      <dgm:prSet presAssocID="{66FBEA3C-B3B4-4B57-93E9-CFFAFBE45EA7}" presName="conn2-1" presStyleLbl="parChTrans1D3" presStyleIdx="0" presStyleCnt="3"/>
      <dgm:spPr/>
      <dgm:t>
        <a:bodyPr/>
        <a:lstStyle/>
        <a:p>
          <a:endParaRPr lang="es-ES"/>
        </a:p>
      </dgm:t>
    </dgm:pt>
    <dgm:pt modelId="{E3279DE4-1EC6-4B65-917D-0C856FBA77FF}" type="pres">
      <dgm:prSet presAssocID="{66FBEA3C-B3B4-4B57-93E9-CFFAFBE45EA7}" presName="connTx" presStyleLbl="parChTrans1D3" presStyleIdx="0" presStyleCnt="3"/>
      <dgm:spPr/>
      <dgm:t>
        <a:bodyPr/>
        <a:lstStyle/>
        <a:p>
          <a:endParaRPr lang="es-ES"/>
        </a:p>
      </dgm:t>
    </dgm:pt>
    <dgm:pt modelId="{FE0F6718-4199-487B-8299-BFC0EA1CE3FA}" type="pres">
      <dgm:prSet presAssocID="{51C503CB-41E0-4A95-9436-DFC79A307307}" presName="root2" presStyleCnt="0"/>
      <dgm:spPr/>
    </dgm:pt>
    <dgm:pt modelId="{BD802C84-9890-4EEA-AEE7-F2FEBCB13140}" type="pres">
      <dgm:prSet presAssocID="{51C503CB-41E0-4A95-9436-DFC79A307307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s-BO"/>
        </a:p>
      </dgm:t>
    </dgm:pt>
    <dgm:pt modelId="{BBE9F7F0-3388-4C1D-9FD1-C7025C15B72E}" type="pres">
      <dgm:prSet presAssocID="{51C503CB-41E0-4A95-9436-DFC79A307307}" presName="level3hierChild" presStyleCnt="0"/>
      <dgm:spPr/>
    </dgm:pt>
    <dgm:pt modelId="{BE02894F-B72C-4E2E-932E-CBC12C6F7E3F}" type="pres">
      <dgm:prSet presAssocID="{5E88F710-2F6E-4FEF-B850-280F27C01D19}" presName="conn2-1" presStyleLbl="parChTrans1D3" presStyleIdx="1" presStyleCnt="3"/>
      <dgm:spPr/>
      <dgm:t>
        <a:bodyPr/>
        <a:lstStyle/>
        <a:p>
          <a:endParaRPr lang="es-ES"/>
        </a:p>
      </dgm:t>
    </dgm:pt>
    <dgm:pt modelId="{F0F6F358-968D-4FA3-97B3-AA041C50C7DA}" type="pres">
      <dgm:prSet presAssocID="{5E88F710-2F6E-4FEF-B850-280F27C01D19}" presName="connTx" presStyleLbl="parChTrans1D3" presStyleIdx="1" presStyleCnt="3"/>
      <dgm:spPr/>
      <dgm:t>
        <a:bodyPr/>
        <a:lstStyle/>
        <a:p>
          <a:endParaRPr lang="es-ES"/>
        </a:p>
      </dgm:t>
    </dgm:pt>
    <dgm:pt modelId="{A94EBB63-FD70-4AFC-ACFA-6B31116E26BC}" type="pres">
      <dgm:prSet presAssocID="{88744914-5D38-40A1-BF51-1406A1549CDD}" presName="root2" presStyleCnt="0"/>
      <dgm:spPr/>
    </dgm:pt>
    <dgm:pt modelId="{A22C7970-DA9D-4629-8549-66E93BA3FEE7}" type="pres">
      <dgm:prSet presAssocID="{88744914-5D38-40A1-BF51-1406A1549CDD}" presName="LevelTwoTextNode" presStyleLbl="node3" presStyleIdx="1" presStyleCnt="3" custLinFactNeighborX="6098" custLinFactNeighborY="428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C6CBBEE-FF6B-49BC-8399-37110E6450DB}" type="pres">
      <dgm:prSet presAssocID="{88744914-5D38-40A1-BF51-1406A1549CDD}" presName="level3hierChild" presStyleCnt="0"/>
      <dgm:spPr/>
    </dgm:pt>
    <dgm:pt modelId="{21164BCE-7DE7-415B-823E-B7EAAE89B849}" type="pres">
      <dgm:prSet presAssocID="{E12BCE35-CA25-4640-B7EE-D7068CFDB8E3}" presName="conn2-1" presStyleLbl="parChTrans1D2" presStyleIdx="1" presStyleCnt="2"/>
      <dgm:spPr/>
      <dgm:t>
        <a:bodyPr/>
        <a:lstStyle/>
        <a:p>
          <a:endParaRPr lang="es-ES"/>
        </a:p>
      </dgm:t>
    </dgm:pt>
    <dgm:pt modelId="{C89F48B9-1CC5-4611-A72F-EFFF5F2C1BB0}" type="pres">
      <dgm:prSet presAssocID="{E12BCE35-CA25-4640-B7EE-D7068CFDB8E3}" presName="connTx" presStyleLbl="parChTrans1D2" presStyleIdx="1" presStyleCnt="2"/>
      <dgm:spPr/>
      <dgm:t>
        <a:bodyPr/>
        <a:lstStyle/>
        <a:p>
          <a:endParaRPr lang="es-ES"/>
        </a:p>
      </dgm:t>
    </dgm:pt>
    <dgm:pt modelId="{C54B292B-D114-4D78-A2E2-C9CDF2886B00}" type="pres">
      <dgm:prSet presAssocID="{2EAE01D1-FD28-440B-81CB-9DB2C111E5C2}" presName="root2" presStyleCnt="0"/>
      <dgm:spPr/>
    </dgm:pt>
    <dgm:pt modelId="{1C7C9569-11D5-419C-B268-E1BE272D6C19}" type="pres">
      <dgm:prSet presAssocID="{2EAE01D1-FD28-440B-81CB-9DB2C111E5C2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s-BO"/>
        </a:p>
      </dgm:t>
    </dgm:pt>
    <dgm:pt modelId="{FB694844-43AB-4B9F-80C3-0F950C106E2A}" type="pres">
      <dgm:prSet presAssocID="{2EAE01D1-FD28-440B-81CB-9DB2C111E5C2}" presName="level3hierChild" presStyleCnt="0"/>
      <dgm:spPr/>
    </dgm:pt>
    <dgm:pt modelId="{C30A1008-5C5F-4AB7-9391-7AA6549CA573}" type="pres">
      <dgm:prSet presAssocID="{B872C25C-3265-4AFD-A07E-EA756162B725}" presName="conn2-1" presStyleLbl="parChTrans1D3" presStyleIdx="2" presStyleCnt="3"/>
      <dgm:spPr/>
      <dgm:t>
        <a:bodyPr/>
        <a:lstStyle/>
        <a:p>
          <a:endParaRPr lang="es-ES"/>
        </a:p>
      </dgm:t>
    </dgm:pt>
    <dgm:pt modelId="{4DFCD9CA-BC4A-45E3-A264-544639DD3F0A}" type="pres">
      <dgm:prSet presAssocID="{B872C25C-3265-4AFD-A07E-EA756162B725}" presName="connTx" presStyleLbl="parChTrans1D3" presStyleIdx="2" presStyleCnt="3"/>
      <dgm:spPr/>
      <dgm:t>
        <a:bodyPr/>
        <a:lstStyle/>
        <a:p>
          <a:endParaRPr lang="es-ES"/>
        </a:p>
      </dgm:t>
    </dgm:pt>
    <dgm:pt modelId="{2AB01E87-E83D-43EB-81AE-6C6F36348020}" type="pres">
      <dgm:prSet presAssocID="{D7EB70B8-E7CE-49FD-BD67-1CEA2416B1E5}" presName="root2" presStyleCnt="0"/>
      <dgm:spPr/>
    </dgm:pt>
    <dgm:pt modelId="{ACB8D7B0-76CD-48A5-A34F-80CE797942AC}" type="pres">
      <dgm:prSet presAssocID="{D7EB70B8-E7CE-49FD-BD67-1CEA2416B1E5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s-BO"/>
        </a:p>
      </dgm:t>
    </dgm:pt>
    <dgm:pt modelId="{0D3201A6-2440-40CA-8713-EC36952E84BE}" type="pres">
      <dgm:prSet presAssocID="{D7EB70B8-E7CE-49FD-BD67-1CEA2416B1E5}" presName="level3hierChild" presStyleCnt="0"/>
      <dgm:spPr/>
    </dgm:pt>
  </dgm:ptLst>
  <dgm:cxnLst>
    <dgm:cxn modelId="{1B0F5D48-23D7-4F60-B14C-FDC15B723629}" srcId="{9982EF1F-7791-4F0C-9FEF-EBF213258267}" destId="{A4A6A8F9-8098-4530-BAD5-9EA8EEE6CCF9}" srcOrd="0" destOrd="0" parTransId="{EE55A726-D9A9-4350-BB79-D09B12BCFD4D}" sibTransId="{2E0FAEE2-3E0E-412D-B7CC-E6B81F9E76DF}"/>
    <dgm:cxn modelId="{3E97AB23-779E-4848-AC85-203318C5F0F0}" type="presOf" srcId="{A4A6A8F9-8098-4530-BAD5-9EA8EEE6CCF9}" destId="{824649B6-CA93-4ED2-9D9B-7A57FCCB8D2F}" srcOrd="0" destOrd="0" presId="urn:microsoft.com/office/officeart/2005/8/layout/hierarchy2"/>
    <dgm:cxn modelId="{7C2B6AC8-4CB9-495A-9320-7F44C2364C8D}" srcId="{2EAE01D1-FD28-440B-81CB-9DB2C111E5C2}" destId="{D7EB70B8-E7CE-49FD-BD67-1CEA2416B1E5}" srcOrd="0" destOrd="0" parTransId="{B872C25C-3265-4AFD-A07E-EA756162B725}" sibTransId="{5E68A5F0-C446-419F-A9F7-056C137DC274}"/>
    <dgm:cxn modelId="{A3572116-FBB2-4661-8193-F3E3F605F969}" type="presOf" srcId="{66FBEA3C-B3B4-4B57-93E9-CFFAFBE45EA7}" destId="{5569FAD1-002B-45EF-BC84-25EC582C7904}" srcOrd="0" destOrd="0" presId="urn:microsoft.com/office/officeart/2005/8/layout/hierarchy2"/>
    <dgm:cxn modelId="{C2BE81FC-D632-4524-AA62-363BD4D151AE}" type="presOf" srcId="{E12BCE35-CA25-4640-B7EE-D7068CFDB8E3}" destId="{C89F48B9-1CC5-4611-A72F-EFFF5F2C1BB0}" srcOrd="1" destOrd="0" presId="urn:microsoft.com/office/officeart/2005/8/layout/hierarchy2"/>
    <dgm:cxn modelId="{74414236-B247-4FB6-915F-35CE4ED48653}" type="presOf" srcId="{9982EF1F-7791-4F0C-9FEF-EBF213258267}" destId="{9D0ADE10-995C-4D9F-8451-1424B28624D1}" srcOrd="0" destOrd="0" presId="urn:microsoft.com/office/officeart/2005/8/layout/hierarchy2"/>
    <dgm:cxn modelId="{49304772-54F8-40C5-BC1C-D76C6C4E1AEF}" srcId="{F12A173E-0199-4E87-A04D-CCC41482EE75}" destId="{88744914-5D38-40A1-BF51-1406A1549CDD}" srcOrd="1" destOrd="0" parTransId="{5E88F710-2F6E-4FEF-B850-280F27C01D19}" sibTransId="{3E94B4F3-9725-4ABF-9329-FEC0EC6EB8D0}"/>
    <dgm:cxn modelId="{75F435A3-2176-4117-A953-23E161A91411}" type="presOf" srcId="{2EAE01D1-FD28-440B-81CB-9DB2C111E5C2}" destId="{1C7C9569-11D5-419C-B268-E1BE272D6C19}" srcOrd="0" destOrd="0" presId="urn:microsoft.com/office/officeart/2005/8/layout/hierarchy2"/>
    <dgm:cxn modelId="{B06D1C8B-1502-4238-B6E0-92BB4A60805D}" srcId="{A4A6A8F9-8098-4530-BAD5-9EA8EEE6CCF9}" destId="{F12A173E-0199-4E87-A04D-CCC41482EE75}" srcOrd="0" destOrd="0" parTransId="{445D9B3C-6ECA-42D0-87AC-16BBADF71862}" sibTransId="{2E51AD65-6F5D-4D5C-8BA6-5AF0816366BB}"/>
    <dgm:cxn modelId="{CBD56DF8-278F-485C-991B-E6D9E3D342EC}" srcId="{A4A6A8F9-8098-4530-BAD5-9EA8EEE6CCF9}" destId="{2EAE01D1-FD28-440B-81CB-9DB2C111E5C2}" srcOrd="1" destOrd="0" parTransId="{E12BCE35-CA25-4640-B7EE-D7068CFDB8E3}" sibTransId="{00AED8E7-10F7-4C12-9F28-24E5AA78695A}"/>
    <dgm:cxn modelId="{FD552D3E-F553-452A-9B7D-D6163F3C7348}" type="presOf" srcId="{D7EB70B8-E7CE-49FD-BD67-1CEA2416B1E5}" destId="{ACB8D7B0-76CD-48A5-A34F-80CE797942AC}" srcOrd="0" destOrd="0" presId="urn:microsoft.com/office/officeart/2005/8/layout/hierarchy2"/>
    <dgm:cxn modelId="{B8223FF8-3B61-4F37-BD2D-CB2A1757B0B2}" type="presOf" srcId="{51C503CB-41E0-4A95-9436-DFC79A307307}" destId="{BD802C84-9890-4EEA-AEE7-F2FEBCB13140}" srcOrd="0" destOrd="0" presId="urn:microsoft.com/office/officeart/2005/8/layout/hierarchy2"/>
    <dgm:cxn modelId="{FCD5F8EE-2E5A-41D4-BF1E-CDB3E29C77A0}" srcId="{F12A173E-0199-4E87-A04D-CCC41482EE75}" destId="{51C503CB-41E0-4A95-9436-DFC79A307307}" srcOrd="0" destOrd="0" parTransId="{66FBEA3C-B3B4-4B57-93E9-CFFAFBE45EA7}" sibTransId="{57BAC889-B563-476D-AFD0-E341654F899F}"/>
    <dgm:cxn modelId="{B3E5ABE0-B577-4035-883A-5F2ABF9207E0}" type="presOf" srcId="{66FBEA3C-B3B4-4B57-93E9-CFFAFBE45EA7}" destId="{E3279DE4-1EC6-4B65-917D-0C856FBA77FF}" srcOrd="1" destOrd="0" presId="urn:microsoft.com/office/officeart/2005/8/layout/hierarchy2"/>
    <dgm:cxn modelId="{EF9B6578-3F4B-4DC0-9586-E437BEE14109}" type="presOf" srcId="{5E88F710-2F6E-4FEF-B850-280F27C01D19}" destId="{BE02894F-B72C-4E2E-932E-CBC12C6F7E3F}" srcOrd="0" destOrd="0" presId="urn:microsoft.com/office/officeart/2005/8/layout/hierarchy2"/>
    <dgm:cxn modelId="{E6DE891F-AF45-4510-A7EC-27B5EA984506}" type="presOf" srcId="{B872C25C-3265-4AFD-A07E-EA756162B725}" destId="{4DFCD9CA-BC4A-45E3-A264-544639DD3F0A}" srcOrd="1" destOrd="0" presId="urn:microsoft.com/office/officeart/2005/8/layout/hierarchy2"/>
    <dgm:cxn modelId="{A93DA817-B9DB-45E1-BFFB-B5FB7243566D}" type="presOf" srcId="{88744914-5D38-40A1-BF51-1406A1549CDD}" destId="{A22C7970-DA9D-4629-8549-66E93BA3FEE7}" srcOrd="0" destOrd="0" presId="urn:microsoft.com/office/officeart/2005/8/layout/hierarchy2"/>
    <dgm:cxn modelId="{22A88F5E-CB9F-4DE7-9BDE-357A811EB13A}" type="presOf" srcId="{445D9B3C-6ECA-42D0-87AC-16BBADF71862}" destId="{A398CFAB-A73E-45BD-8A02-F3B03A005E0B}" srcOrd="1" destOrd="0" presId="urn:microsoft.com/office/officeart/2005/8/layout/hierarchy2"/>
    <dgm:cxn modelId="{4C7D2D9C-E656-4851-BFD4-13FA3AD30B97}" type="presOf" srcId="{B872C25C-3265-4AFD-A07E-EA756162B725}" destId="{C30A1008-5C5F-4AB7-9391-7AA6549CA573}" srcOrd="0" destOrd="0" presId="urn:microsoft.com/office/officeart/2005/8/layout/hierarchy2"/>
    <dgm:cxn modelId="{028AE83E-534A-4410-AAB1-6D3D419A1B96}" type="presOf" srcId="{E12BCE35-CA25-4640-B7EE-D7068CFDB8E3}" destId="{21164BCE-7DE7-415B-823E-B7EAAE89B849}" srcOrd="0" destOrd="0" presId="urn:microsoft.com/office/officeart/2005/8/layout/hierarchy2"/>
    <dgm:cxn modelId="{E0841570-9F77-4E00-9A1B-7430E85B0A75}" type="presOf" srcId="{5E88F710-2F6E-4FEF-B850-280F27C01D19}" destId="{F0F6F358-968D-4FA3-97B3-AA041C50C7DA}" srcOrd="1" destOrd="0" presId="urn:microsoft.com/office/officeart/2005/8/layout/hierarchy2"/>
    <dgm:cxn modelId="{138D9A08-57F7-49C1-8F24-29EBB32791BB}" type="presOf" srcId="{F12A173E-0199-4E87-A04D-CCC41482EE75}" destId="{144B1785-7862-4467-9011-A67F2949320F}" srcOrd="0" destOrd="0" presId="urn:microsoft.com/office/officeart/2005/8/layout/hierarchy2"/>
    <dgm:cxn modelId="{315CC8CE-962D-4BCD-B82E-C130789E5C25}" type="presOf" srcId="{445D9B3C-6ECA-42D0-87AC-16BBADF71862}" destId="{2879E9A4-49CA-44BF-B3DC-97805B67ED1E}" srcOrd="0" destOrd="0" presId="urn:microsoft.com/office/officeart/2005/8/layout/hierarchy2"/>
    <dgm:cxn modelId="{CD3DA8F5-E837-4C2D-BE59-0E57032BE9E6}" type="presParOf" srcId="{9D0ADE10-995C-4D9F-8451-1424B28624D1}" destId="{E9DC8E0C-01FF-42EF-9FF1-782FE18B6DF8}" srcOrd="0" destOrd="0" presId="urn:microsoft.com/office/officeart/2005/8/layout/hierarchy2"/>
    <dgm:cxn modelId="{D3BCE19F-1DBD-4CCB-A831-DC1D052E63B1}" type="presParOf" srcId="{E9DC8E0C-01FF-42EF-9FF1-782FE18B6DF8}" destId="{824649B6-CA93-4ED2-9D9B-7A57FCCB8D2F}" srcOrd="0" destOrd="0" presId="urn:microsoft.com/office/officeart/2005/8/layout/hierarchy2"/>
    <dgm:cxn modelId="{96095522-DDB8-4548-965D-F7B6604AF4B6}" type="presParOf" srcId="{E9DC8E0C-01FF-42EF-9FF1-782FE18B6DF8}" destId="{7A8B8DF2-95EA-46BC-A21D-FB0C926475BF}" srcOrd="1" destOrd="0" presId="urn:microsoft.com/office/officeart/2005/8/layout/hierarchy2"/>
    <dgm:cxn modelId="{1CD2804E-7B7B-4B06-8735-E90A7A72C0BD}" type="presParOf" srcId="{7A8B8DF2-95EA-46BC-A21D-FB0C926475BF}" destId="{2879E9A4-49CA-44BF-B3DC-97805B67ED1E}" srcOrd="0" destOrd="0" presId="urn:microsoft.com/office/officeart/2005/8/layout/hierarchy2"/>
    <dgm:cxn modelId="{7FBA314D-4DDB-417F-803A-9A6195EC00A8}" type="presParOf" srcId="{2879E9A4-49CA-44BF-B3DC-97805B67ED1E}" destId="{A398CFAB-A73E-45BD-8A02-F3B03A005E0B}" srcOrd="0" destOrd="0" presId="urn:microsoft.com/office/officeart/2005/8/layout/hierarchy2"/>
    <dgm:cxn modelId="{DC0ED5BB-D873-4291-BBEC-93B46E3DDB7B}" type="presParOf" srcId="{7A8B8DF2-95EA-46BC-A21D-FB0C926475BF}" destId="{83F70A68-F263-4140-8EEE-64208C2FBA55}" srcOrd="1" destOrd="0" presId="urn:microsoft.com/office/officeart/2005/8/layout/hierarchy2"/>
    <dgm:cxn modelId="{C4F7C47C-0AE4-43BC-998E-EE74E1D14C80}" type="presParOf" srcId="{83F70A68-F263-4140-8EEE-64208C2FBA55}" destId="{144B1785-7862-4467-9011-A67F2949320F}" srcOrd="0" destOrd="0" presId="urn:microsoft.com/office/officeart/2005/8/layout/hierarchy2"/>
    <dgm:cxn modelId="{F4F64B44-BC63-4963-B06C-5480D6B8F4B9}" type="presParOf" srcId="{83F70A68-F263-4140-8EEE-64208C2FBA55}" destId="{781D5F5F-2591-44DB-B3A6-CAD54B132F55}" srcOrd="1" destOrd="0" presId="urn:microsoft.com/office/officeart/2005/8/layout/hierarchy2"/>
    <dgm:cxn modelId="{E1DBD4AA-0AE6-4D20-8D24-B6AA6B366DAC}" type="presParOf" srcId="{781D5F5F-2591-44DB-B3A6-CAD54B132F55}" destId="{5569FAD1-002B-45EF-BC84-25EC582C7904}" srcOrd="0" destOrd="0" presId="urn:microsoft.com/office/officeart/2005/8/layout/hierarchy2"/>
    <dgm:cxn modelId="{845B4F99-D84B-44C8-A25B-09E340D5C430}" type="presParOf" srcId="{5569FAD1-002B-45EF-BC84-25EC582C7904}" destId="{E3279DE4-1EC6-4B65-917D-0C856FBA77FF}" srcOrd="0" destOrd="0" presId="urn:microsoft.com/office/officeart/2005/8/layout/hierarchy2"/>
    <dgm:cxn modelId="{C9526A13-8939-4C5F-8D50-86E47F22471D}" type="presParOf" srcId="{781D5F5F-2591-44DB-B3A6-CAD54B132F55}" destId="{FE0F6718-4199-487B-8299-BFC0EA1CE3FA}" srcOrd="1" destOrd="0" presId="urn:microsoft.com/office/officeart/2005/8/layout/hierarchy2"/>
    <dgm:cxn modelId="{8336C83E-08C4-4D4F-A883-486066B8317A}" type="presParOf" srcId="{FE0F6718-4199-487B-8299-BFC0EA1CE3FA}" destId="{BD802C84-9890-4EEA-AEE7-F2FEBCB13140}" srcOrd="0" destOrd="0" presId="urn:microsoft.com/office/officeart/2005/8/layout/hierarchy2"/>
    <dgm:cxn modelId="{28470303-35DC-4FC4-BA78-08AC306E435D}" type="presParOf" srcId="{FE0F6718-4199-487B-8299-BFC0EA1CE3FA}" destId="{BBE9F7F0-3388-4C1D-9FD1-C7025C15B72E}" srcOrd="1" destOrd="0" presId="urn:microsoft.com/office/officeart/2005/8/layout/hierarchy2"/>
    <dgm:cxn modelId="{BAB27841-5F68-4CBB-B83A-76A6A9145792}" type="presParOf" srcId="{781D5F5F-2591-44DB-B3A6-CAD54B132F55}" destId="{BE02894F-B72C-4E2E-932E-CBC12C6F7E3F}" srcOrd="2" destOrd="0" presId="urn:microsoft.com/office/officeart/2005/8/layout/hierarchy2"/>
    <dgm:cxn modelId="{ED465A27-01A3-4500-92F5-15233D735FC1}" type="presParOf" srcId="{BE02894F-B72C-4E2E-932E-CBC12C6F7E3F}" destId="{F0F6F358-968D-4FA3-97B3-AA041C50C7DA}" srcOrd="0" destOrd="0" presId="urn:microsoft.com/office/officeart/2005/8/layout/hierarchy2"/>
    <dgm:cxn modelId="{E0A63EF2-43FB-40EA-BD09-0263621C4719}" type="presParOf" srcId="{781D5F5F-2591-44DB-B3A6-CAD54B132F55}" destId="{A94EBB63-FD70-4AFC-ACFA-6B31116E26BC}" srcOrd="3" destOrd="0" presId="urn:microsoft.com/office/officeart/2005/8/layout/hierarchy2"/>
    <dgm:cxn modelId="{865CE4BE-3EBA-4B69-8F39-D22106397CEB}" type="presParOf" srcId="{A94EBB63-FD70-4AFC-ACFA-6B31116E26BC}" destId="{A22C7970-DA9D-4629-8549-66E93BA3FEE7}" srcOrd="0" destOrd="0" presId="urn:microsoft.com/office/officeart/2005/8/layout/hierarchy2"/>
    <dgm:cxn modelId="{F3AE3794-9708-47EE-AE39-7A33A7580257}" type="presParOf" srcId="{A94EBB63-FD70-4AFC-ACFA-6B31116E26BC}" destId="{BC6CBBEE-FF6B-49BC-8399-37110E6450DB}" srcOrd="1" destOrd="0" presId="urn:microsoft.com/office/officeart/2005/8/layout/hierarchy2"/>
    <dgm:cxn modelId="{8FAD86DD-3C48-4A04-BBC3-2E2F233366F6}" type="presParOf" srcId="{7A8B8DF2-95EA-46BC-A21D-FB0C926475BF}" destId="{21164BCE-7DE7-415B-823E-B7EAAE89B849}" srcOrd="2" destOrd="0" presId="urn:microsoft.com/office/officeart/2005/8/layout/hierarchy2"/>
    <dgm:cxn modelId="{0A140612-CC78-433D-82B5-BFB968076A96}" type="presParOf" srcId="{21164BCE-7DE7-415B-823E-B7EAAE89B849}" destId="{C89F48B9-1CC5-4611-A72F-EFFF5F2C1BB0}" srcOrd="0" destOrd="0" presId="urn:microsoft.com/office/officeart/2005/8/layout/hierarchy2"/>
    <dgm:cxn modelId="{A291B1AE-E687-4508-9372-5FA02AEE1D7B}" type="presParOf" srcId="{7A8B8DF2-95EA-46BC-A21D-FB0C926475BF}" destId="{C54B292B-D114-4D78-A2E2-C9CDF2886B00}" srcOrd="3" destOrd="0" presId="urn:microsoft.com/office/officeart/2005/8/layout/hierarchy2"/>
    <dgm:cxn modelId="{23DFEC08-7CE4-462C-A7FF-09B156D5E311}" type="presParOf" srcId="{C54B292B-D114-4D78-A2E2-C9CDF2886B00}" destId="{1C7C9569-11D5-419C-B268-E1BE272D6C19}" srcOrd="0" destOrd="0" presId="urn:microsoft.com/office/officeart/2005/8/layout/hierarchy2"/>
    <dgm:cxn modelId="{72493930-FBFF-4BAB-AEA8-A8DA7DDC31C1}" type="presParOf" srcId="{C54B292B-D114-4D78-A2E2-C9CDF2886B00}" destId="{FB694844-43AB-4B9F-80C3-0F950C106E2A}" srcOrd="1" destOrd="0" presId="urn:microsoft.com/office/officeart/2005/8/layout/hierarchy2"/>
    <dgm:cxn modelId="{E7FFB06E-1E18-4BF0-96DB-492C703748AB}" type="presParOf" srcId="{FB694844-43AB-4B9F-80C3-0F950C106E2A}" destId="{C30A1008-5C5F-4AB7-9391-7AA6549CA573}" srcOrd="0" destOrd="0" presId="urn:microsoft.com/office/officeart/2005/8/layout/hierarchy2"/>
    <dgm:cxn modelId="{AB789E0B-3546-41A6-B947-9237A3DC9F3E}" type="presParOf" srcId="{C30A1008-5C5F-4AB7-9391-7AA6549CA573}" destId="{4DFCD9CA-BC4A-45E3-A264-544639DD3F0A}" srcOrd="0" destOrd="0" presId="urn:microsoft.com/office/officeart/2005/8/layout/hierarchy2"/>
    <dgm:cxn modelId="{11D0FB07-BD14-406F-B4C2-F4157500D9A7}" type="presParOf" srcId="{FB694844-43AB-4B9F-80C3-0F950C106E2A}" destId="{2AB01E87-E83D-43EB-81AE-6C6F36348020}" srcOrd="1" destOrd="0" presId="urn:microsoft.com/office/officeart/2005/8/layout/hierarchy2"/>
    <dgm:cxn modelId="{0D9FA364-27B7-4DE7-AF33-D503B884B947}" type="presParOf" srcId="{2AB01E87-E83D-43EB-81AE-6C6F36348020}" destId="{ACB8D7B0-76CD-48A5-A34F-80CE797942AC}" srcOrd="0" destOrd="0" presId="urn:microsoft.com/office/officeart/2005/8/layout/hierarchy2"/>
    <dgm:cxn modelId="{2387892E-DFF4-4575-8773-CBAB5AA8F63F}" type="presParOf" srcId="{2AB01E87-E83D-43EB-81AE-6C6F36348020}" destId="{0D3201A6-2440-40CA-8713-EC36952E84B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AF308F-6D2F-4AED-B056-DF2D32E7CB32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0"/>
      <dgm:spPr/>
      <dgm:t>
        <a:bodyPr/>
        <a:lstStyle/>
        <a:p>
          <a:endParaRPr lang="es-ES"/>
        </a:p>
      </dgm:t>
    </dgm:pt>
    <dgm:pt modelId="{35D9B3E6-AFF7-480C-BBFF-64086CDA8B4E}">
      <dgm:prSet phldrT="[Texto]" phldr="1"/>
      <dgm:spPr/>
      <dgm:t>
        <a:bodyPr/>
        <a:lstStyle/>
        <a:p>
          <a:endParaRPr lang="es-ES" dirty="0"/>
        </a:p>
      </dgm:t>
    </dgm:pt>
    <dgm:pt modelId="{6A5455D0-0F8E-4DDA-8282-63D7ACBFF761}" type="parTrans" cxnId="{EC8B5548-FED4-4891-A34F-C8C6B77ED171}">
      <dgm:prSet/>
      <dgm:spPr/>
      <dgm:t>
        <a:bodyPr/>
        <a:lstStyle/>
        <a:p>
          <a:endParaRPr lang="es-ES"/>
        </a:p>
      </dgm:t>
    </dgm:pt>
    <dgm:pt modelId="{052287DF-0F8F-4D03-B770-22E88E8101B9}" type="sibTrans" cxnId="{EC8B5548-FED4-4891-A34F-C8C6B77ED171}">
      <dgm:prSet/>
      <dgm:spPr/>
      <dgm:t>
        <a:bodyPr/>
        <a:lstStyle/>
        <a:p>
          <a:endParaRPr lang="es-ES"/>
        </a:p>
      </dgm:t>
    </dgm:pt>
    <dgm:pt modelId="{DFA6A7E8-B9E7-47B1-AAD1-81B23A142553}">
      <dgm:prSet phldrT="[Texto]" phldr="1"/>
      <dgm:spPr/>
      <dgm:t>
        <a:bodyPr/>
        <a:lstStyle/>
        <a:p>
          <a:endParaRPr lang="es-ES" dirty="0"/>
        </a:p>
      </dgm:t>
    </dgm:pt>
    <dgm:pt modelId="{2481CDC9-D8E2-4FAB-821F-2B2C1C04E54C}" type="parTrans" cxnId="{3ECAF81B-4DB6-4322-B767-069CE56EA2BC}">
      <dgm:prSet/>
      <dgm:spPr/>
      <dgm:t>
        <a:bodyPr/>
        <a:lstStyle/>
        <a:p>
          <a:endParaRPr lang="es-ES"/>
        </a:p>
      </dgm:t>
    </dgm:pt>
    <dgm:pt modelId="{F77CF200-52AC-41B6-AD39-EAE21BBA933E}" type="sibTrans" cxnId="{3ECAF81B-4DB6-4322-B767-069CE56EA2BC}">
      <dgm:prSet/>
      <dgm:spPr/>
      <dgm:t>
        <a:bodyPr/>
        <a:lstStyle/>
        <a:p>
          <a:endParaRPr lang="es-ES"/>
        </a:p>
      </dgm:t>
    </dgm:pt>
    <dgm:pt modelId="{DEBD74AF-15A9-4FCD-9C44-DDC805CE7BAC}">
      <dgm:prSet phldrT="[Texto]" phldr="1"/>
      <dgm:spPr/>
      <dgm:t>
        <a:bodyPr/>
        <a:lstStyle/>
        <a:p>
          <a:endParaRPr lang="es-ES" dirty="0"/>
        </a:p>
      </dgm:t>
    </dgm:pt>
    <dgm:pt modelId="{12FD7DA2-B516-4B85-8D31-2217AB945359}" type="parTrans" cxnId="{CDAAE717-B4D0-4030-B1B6-49A3B8E58312}">
      <dgm:prSet/>
      <dgm:spPr/>
      <dgm:t>
        <a:bodyPr/>
        <a:lstStyle/>
        <a:p>
          <a:endParaRPr lang="es-ES"/>
        </a:p>
      </dgm:t>
    </dgm:pt>
    <dgm:pt modelId="{F6DAA500-5CC1-46D8-A8DF-25895F15C216}" type="sibTrans" cxnId="{CDAAE717-B4D0-4030-B1B6-49A3B8E58312}">
      <dgm:prSet/>
      <dgm:spPr/>
      <dgm:t>
        <a:bodyPr/>
        <a:lstStyle/>
        <a:p>
          <a:endParaRPr lang="es-ES"/>
        </a:p>
      </dgm:t>
    </dgm:pt>
    <dgm:pt modelId="{DD54E0EB-0974-4723-924F-1700FE0A9F08}">
      <dgm:prSet phldrT="[Texto]" phldr="1"/>
      <dgm:spPr/>
      <dgm:t>
        <a:bodyPr/>
        <a:lstStyle/>
        <a:p>
          <a:endParaRPr lang="es-ES"/>
        </a:p>
      </dgm:t>
    </dgm:pt>
    <dgm:pt modelId="{E8A7BB52-AE8B-4942-B8C3-8B0CB944F278}" type="parTrans" cxnId="{ABB93B0A-3171-4C70-81FE-2152115E3B6E}">
      <dgm:prSet/>
      <dgm:spPr/>
      <dgm:t>
        <a:bodyPr/>
        <a:lstStyle/>
        <a:p>
          <a:endParaRPr lang="es-ES"/>
        </a:p>
      </dgm:t>
    </dgm:pt>
    <dgm:pt modelId="{121C519F-AEA3-48EB-BC5D-2C3444DA6A09}" type="sibTrans" cxnId="{ABB93B0A-3171-4C70-81FE-2152115E3B6E}">
      <dgm:prSet/>
      <dgm:spPr/>
      <dgm:t>
        <a:bodyPr/>
        <a:lstStyle/>
        <a:p>
          <a:endParaRPr lang="es-ES"/>
        </a:p>
      </dgm:t>
    </dgm:pt>
    <dgm:pt modelId="{B0F5A1E9-523C-4B5E-8294-D1AEAE8E15E7}">
      <dgm:prSet phldrT="[Texto]" phldr="1"/>
      <dgm:spPr/>
      <dgm:t>
        <a:bodyPr/>
        <a:lstStyle/>
        <a:p>
          <a:endParaRPr lang="es-ES" dirty="0"/>
        </a:p>
      </dgm:t>
    </dgm:pt>
    <dgm:pt modelId="{5687927B-6A57-4675-B3A7-C3DF79A46491}" type="parTrans" cxnId="{0D1980DC-F963-40E1-B343-4990F03F3EAD}">
      <dgm:prSet/>
      <dgm:spPr/>
      <dgm:t>
        <a:bodyPr/>
        <a:lstStyle/>
        <a:p>
          <a:endParaRPr lang="es-ES"/>
        </a:p>
      </dgm:t>
    </dgm:pt>
    <dgm:pt modelId="{54A56BEB-8BB5-4A62-B690-E9845812DE14}" type="sibTrans" cxnId="{0D1980DC-F963-40E1-B343-4990F03F3EAD}">
      <dgm:prSet/>
      <dgm:spPr/>
      <dgm:t>
        <a:bodyPr/>
        <a:lstStyle/>
        <a:p>
          <a:endParaRPr lang="es-ES"/>
        </a:p>
      </dgm:t>
    </dgm:pt>
    <dgm:pt modelId="{C0EDC1C7-C304-4D9B-9B1C-A24074C084BD}">
      <dgm:prSet phldrT="[Texto]" phldr="1"/>
      <dgm:spPr/>
      <dgm:t>
        <a:bodyPr/>
        <a:lstStyle/>
        <a:p>
          <a:endParaRPr lang="es-ES"/>
        </a:p>
      </dgm:t>
    </dgm:pt>
    <dgm:pt modelId="{422C53EA-88D4-4511-884F-331BD00161FC}" type="parTrans" cxnId="{522255B9-54D9-41B5-9EFF-F81B756F7992}">
      <dgm:prSet/>
      <dgm:spPr/>
      <dgm:t>
        <a:bodyPr/>
        <a:lstStyle/>
        <a:p>
          <a:endParaRPr lang="es-ES"/>
        </a:p>
      </dgm:t>
    </dgm:pt>
    <dgm:pt modelId="{DD47CBCC-3CA6-4162-9372-6AC0FC0AD5A9}" type="sibTrans" cxnId="{522255B9-54D9-41B5-9EFF-F81B756F7992}">
      <dgm:prSet/>
      <dgm:spPr/>
      <dgm:t>
        <a:bodyPr/>
        <a:lstStyle/>
        <a:p>
          <a:endParaRPr lang="es-ES"/>
        </a:p>
      </dgm:t>
    </dgm:pt>
    <dgm:pt modelId="{E450F3AB-D958-4E65-B23A-17BC9C435E08}" type="pres">
      <dgm:prSet presAssocID="{D5AF308F-6D2F-4AED-B056-DF2D32E7CB3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633F065-0E11-4E13-ABD7-94467E3262DB}" type="pres">
      <dgm:prSet presAssocID="{35D9B3E6-AFF7-480C-BBFF-64086CDA8B4E}" presName="root1" presStyleCnt="0"/>
      <dgm:spPr/>
    </dgm:pt>
    <dgm:pt modelId="{C7139A46-656D-47B3-8E61-64172EC53472}" type="pres">
      <dgm:prSet presAssocID="{35D9B3E6-AFF7-480C-BBFF-64086CDA8B4E}" presName="LevelOneTextNode" presStyleLbl="node0" presStyleIdx="0" presStyleCnt="1">
        <dgm:presLayoutVars>
          <dgm:chPref val="3"/>
        </dgm:presLayoutVars>
      </dgm:prSet>
      <dgm:spPr/>
    </dgm:pt>
    <dgm:pt modelId="{59358C82-4C08-4079-9251-4F1B1FC41035}" type="pres">
      <dgm:prSet presAssocID="{35D9B3E6-AFF7-480C-BBFF-64086CDA8B4E}" presName="level2hierChild" presStyleCnt="0"/>
      <dgm:spPr/>
    </dgm:pt>
    <dgm:pt modelId="{5689E782-32C4-41D1-9CD0-66D5F8131BF8}" type="pres">
      <dgm:prSet presAssocID="{2481CDC9-D8E2-4FAB-821F-2B2C1C04E54C}" presName="conn2-1" presStyleLbl="parChTrans1D2" presStyleIdx="0" presStyleCnt="2"/>
      <dgm:spPr/>
    </dgm:pt>
    <dgm:pt modelId="{6EF8A819-58CB-48E9-85D2-E5043B323141}" type="pres">
      <dgm:prSet presAssocID="{2481CDC9-D8E2-4FAB-821F-2B2C1C04E54C}" presName="connTx" presStyleLbl="parChTrans1D2" presStyleIdx="0" presStyleCnt="2"/>
      <dgm:spPr/>
    </dgm:pt>
    <dgm:pt modelId="{A07C05AB-CD67-46C0-947D-0FA8FC5740D3}" type="pres">
      <dgm:prSet presAssocID="{DFA6A7E8-B9E7-47B1-AAD1-81B23A142553}" presName="root2" presStyleCnt="0"/>
      <dgm:spPr/>
    </dgm:pt>
    <dgm:pt modelId="{B5889C98-7CD0-4516-819D-37DAE965069C}" type="pres">
      <dgm:prSet presAssocID="{DFA6A7E8-B9E7-47B1-AAD1-81B23A142553}" presName="LevelTwoTextNode" presStyleLbl="node2" presStyleIdx="0" presStyleCnt="2">
        <dgm:presLayoutVars>
          <dgm:chPref val="3"/>
        </dgm:presLayoutVars>
      </dgm:prSet>
      <dgm:spPr/>
    </dgm:pt>
    <dgm:pt modelId="{7D97E772-F294-4874-AEFD-EA13B3B472D1}" type="pres">
      <dgm:prSet presAssocID="{DFA6A7E8-B9E7-47B1-AAD1-81B23A142553}" presName="level3hierChild" presStyleCnt="0"/>
      <dgm:spPr/>
    </dgm:pt>
    <dgm:pt modelId="{E9EFEE35-E386-4E31-BB6C-DA05891DBF32}" type="pres">
      <dgm:prSet presAssocID="{12FD7DA2-B516-4B85-8D31-2217AB945359}" presName="conn2-1" presStyleLbl="parChTrans1D3" presStyleIdx="0" presStyleCnt="3"/>
      <dgm:spPr/>
    </dgm:pt>
    <dgm:pt modelId="{5FF239BB-F6D9-4373-BCD0-4124271F9ED9}" type="pres">
      <dgm:prSet presAssocID="{12FD7DA2-B516-4B85-8D31-2217AB945359}" presName="connTx" presStyleLbl="parChTrans1D3" presStyleIdx="0" presStyleCnt="3"/>
      <dgm:spPr/>
    </dgm:pt>
    <dgm:pt modelId="{14DB3DFF-6C5A-41E3-90B1-4A1B6E1B01FA}" type="pres">
      <dgm:prSet presAssocID="{DEBD74AF-15A9-4FCD-9C44-DDC805CE7BAC}" presName="root2" presStyleCnt="0"/>
      <dgm:spPr/>
    </dgm:pt>
    <dgm:pt modelId="{1083B710-8454-4C58-9C3C-9A8384889CE4}" type="pres">
      <dgm:prSet presAssocID="{DEBD74AF-15A9-4FCD-9C44-DDC805CE7BAC}" presName="LevelTwoTextNode" presStyleLbl="node3" presStyleIdx="0" presStyleCnt="3">
        <dgm:presLayoutVars>
          <dgm:chPref val="3"/>
        </dgm:presLayoutVars>
      </dgm:prSet>
      <dgm:spPr/>
    </dgm:pt>
    <dgm:pt modelId="{E228101F-1FEF-405F-A297-9B7C395FCF5A}" type="pres">
      <dgm:prSet presAssocID="{DEBD74AF-15A9-4FCD-9C44-DDC805CE7BAC}" presName="level3hierChild" presStyleCnt="0"/>
      <dgm:spPr/>
    </dgm:pt>
    <dgm:pt modelId="{6ABBB29D-50F9-4EBD-9D36-1F350B8C3132}" type="pres">
      <dgm:prSet presAssocID="{E8A7BB52-AE8B-4942-B8C3-8B0CB944F278}" presName="conn2-1" presStyleLbl="parChTrans1D3" presStyleIdx="1" presStyleCnt="3"/>
      <dgm:spPr/>
    </dgm:pt>
    <dgm:pt modelId="{711F9C97-324B-4899-BA2B-0FB765E7EA43}" type="pres">
      <dgm:prSet presAssocID="{E8A7BB52-AE8B-4942-B8C3-8B0CB944F278}" presName="connTx" presStyleLbl="parChTrans1D3" presStyleIdx="1" presStyleCnt="3"/>
      <dgm:spPr/>
    </dgm:pt>
    <dgm:pt modelId="{747C1A3A-12D0-4130-AFA8-FC4EF1C57B2B}" type="pres">
      <dgm:prSet presAssocID="{DD54E0EB-0974-4723-924F-1700FE0A9F08}" presName="root2" presStyleCnt="0"/>
      <dgm:spPr/>
    </dgm:pt>
    <dgm:pt modelId="{512C8522-E106-4A60-8B9A-3516D8179854}" type="pres">
      <dgm:prSet presAssocID="{DD54E0EB-0974-4723-924F-1700FE0A9F08}" presName="LevelTwoTextNode" presStyleLbl="node3" presStyleIdx="1" presStyleCnt="3">
        <dgm:presLayoutVars>
          <dgm:chPref val="3"/>
        </dgm:presLayoutVars>
      </dgm:prSet>
      <dgm:spPr/>
    </dgm:pt>
    <dgm:pt modelId="{B06B90EC-570A-4195-93A2-F72BC807E06B}" type="pres">
      <dgm:prSet presAssocID="{DD54E0EB-0974-4723-924F-1700FE0A9F08}" presName="level3hierChild" presStyleCnt="0"/>
      <dgm:spPr/>
    </dgm:pt>
    <dgm:pt modelId="{F726A300-B1E9-41AA-B47A-FDAA995AFD86}" type="pres">
      <dgm:prSet presAssocID="{5687927B-6A57-4675-B3A7-C3DF79A46491}" presName="conn2-1" presStyleLbl="parChTrans1D2" presStyleIdx="1" presStyleCnt="2"/>
      <dgm:spPr/>
    </dgm:pt>
    <dgm:pt modelId="{3435407F-993D-4F6C-A83F-5771D9A6CD06}" type="pres">
      <dgm:prSet presAssocID="{5687927B-6A57-4675-B3A7-C3DF79A46491}" presName="connTx" presStyleLbl="parChTrans1D2" presStyleIdx="1" presStyleCnt="2"/>
      <dgm:spPr/>
    </dgm:pt>
    <dgm:pt modelId="{B7182510-DBB7-4AA2-A9EE-08ABB6D2266E}" type="pres">
      <dgm:prSet presAssocID="{B0F5A1E9-523C-4B5E-8294-D1AEAE8E15E7}" presName="root2" presStyleCnt="0"/>
      <dgm:spPr/>
    </dgm:pt>
    <dgm:pt modelId="{259B86CE-417B-43C6-9158-437B1693340D}" type="pres">
      <dgm:prSet presAssocID="{B0F5A1E9-523C-4B5E-8294-D1AEAE8E15E7}" presName="LevelTwoTextNode" presStyleLbl="node2" presStyleIdx="1" presStyleCnt="2">
        <dgm:presLayoutVars>
          <dgm:chPref val="3"/>
        </dgm:presLayoutVars>
      </dgm:prSet>
      <dgm:spPr/>
    </dgm:pt>
    <dgm:pt modelId="{D510B92D-749B-4544-B1D2-B33329D8DAE7}" type="pres">
      <dgm:prSet presAssocID="{B0F5A1E9-523C-4B5E-8294-D1AEAE8E15E7}" presName="level3hierChild" presStyleCnt="0"/>
      <dgm:spPr/>
    </dgm:pt>
    <dgm:pt modelId="{0D68632B-EA9A-4A87-B70E-175118C8587D}" type="pres">
      <dgm:prSet presAssocID="{422C53EA-88D4-4511-884F-331BD00161FC}" presName="conn2-1" presStyleLbl="parChTrans1D3" presStyleIdx="2" presStyleCnt="3"/>
      <dgm:spPr/>
    </dgm:pt>
    <dgm:pt modelId="{2ACD1029-C5F8-4179-9D5E-98FAAF944188}" type="pres">
      <dgm:prSet presAssocID="{422C53EA-88D4-4511-884F-331BD00161FC}" presName="connTx" presStyleLbl="parChTrans1D3" presStyleIdx="2" presStyleCnt="3"/>
      <dgm:spPr/>
    </dgm:pt>
    <dgm:pt modelId="{C7403782-5974-4976-BA94-8ABF4D6B1A9B}" type="pres">
      <dgm:prSet presAssocID="{C0EDC1C7-C304-4D9B-9B1C-A24074C084BD}" presName="root2" presStyleCnt="0"/>
      <dgm:spPr/>
    </dgm:pt>
    <dgm:pt modelId="{1584F8FB-0CBE-422F-8945-6FD50A9154D4}" type="pres">
      <dgm:prSet presAssocID="{C0EDC1C7-C304-4D9B-9B1C-A24074C084BD}" presName="LevelTwoTextNode" presStyleLbl="node3" presStyleIdx="2" presStyleCnt="3" custLinFactNeighborX="-4038" custLinFactNeighborY="-3559">
        <dgm:presLayoutVars>
          <dgm:chPref val="3"/>
        </dgm:presLayoutVars>
      </dgm:prSet>
      <dgm:spPr/>
    </dgm:pt>
    <dgm:pt modelId="{6A6C3E99-5375-4DA1-83B0-29FEDBC5C599}" type="pres">
      <dgm:prSet presAssocID="{C0EDC1C7-C304-4D9B-9B1C-A24074C084BD}" presName="level3hierChild" presStyleCnt="0"/>
      <dgm:spPr/>
    </dgm:pt>
  </dgm:ptLst>
  <dgm:cxnLst>
    <dgm:cxn modelId="{1445C005-B9DB-4F3A-AB04-4806D651D716}" type="presOf" srcId="{E8A7BB52-AE8B-4942-B8C3-8B0CB944F278}" destId="{6ABBB29D-50F9-4EBD-9D36-1F350B8C3132}" srcOrd="0" destOrd="0" presId="urn:microsoft.com/office/officeart/2005/8/layout/hierarchy2"/>
    <dgm:cxn modelId="{3ECAF81B-4DB6-4322-B767-069CE56EA2BC}" srcId="{35D9B3E6-AFF7-480C-BBFF-64086CDA8B4E}" destId="{DFA6A7E8-B9E7-47B1-AAD1-81B23A142553}" srcOrd="0" destOrd="0" parTransId="{2481CDC9-D8E2-4FAB-821F-2B2C1C04E54C}" sibTransId="{F77CF200-52AC-41B6-AD39-EAE21BBA933E}"/>
    <dgm:cxn modelId="{0C950C71-73AD-4A39-B886-9140D4C236B0}" type="presOf" srcId="{422C53EA-88D4-4511-884F-331BD00161FC}" destId="{0D68632B-EA9A-4A87-B70E-175118C8587D}" srcOrd="0" destOrd="0" presId="urn:microsoft.com/office/officeart/2005/8/layout/hierarchy2"/>
    <dgm:cxn modelId="{7FB7D5A8-3CE2-40C7-A6B2-5AFF47597C33}" type="presOf" srcId="{2481CDC9-D8E2-4FAB-821F-2B2C1C04E54C}" destId="{6EF8A819-58CB-48E9-85D2-E5043B323141}" srcOrd="1" destOrd="0" presId="urn:microsoft.com/office/officeart/2005/8/layout/hierarchy2"/>
    <dgm:cxn modelId="{AAA67E21-57CA-4359-B85A-C62FEDD0D414}" type="presOf" srcId="{B0F5A1E9-523C-4B5E-8294-D1AEAE8E15E7}" destId="{259B86CE-417B-43C6-9158-437B1693340D}" srcOrd="0" destOrd="0" presId="urn:microsoft.com/office/officeart/2005/8/layout/hierarchy2"/>
    <dgm:cxn modelId="{0E363C78-3E5C-42A0-AC7C-065BD8986563}" type="presOf" srcId="{12FD7DA2-B516-4B85-8D31-2217AB945359}" destId="{E9EFEE35-E386-4E31-BB6C-DA05891DBF32}" srcOrd="0" destOrd="0" presId="urn:microsoft.com/office/officeart/2005/8/layout/hierarchy2"/>
    <dgm:cxn modelId="{740FFBE5-7718-4323-9413-0AB81D3021A9}" type="presOf" srcId="{5687927B-6A57-4675-B3A7-C3DF79A46491}" destId="{3435407F-993D-4F6C-A83F-5771D9A6CD06}" srcOrd="1" destOrd="0" presId="urn:microsoft.com/office/officeart/2005/8/layout/hierarchy2"/>
    <dgm:cxn modelId="{799673D3-B73C-4F4D-9A86-DF3DE66AA2E1}" type="presOf" srcId="{2481CDC9-D8E2-4FAB-821F-2B2C1C04E54C}" destId="{5689E782-32C4-41D1-9CD0-66D5F8131BF8}" srcOrd="0" destOrd="0" presId="urn:microsoft.com/office/officeart/2005/8/layout/hierarchy2"/>
    <dgm:cxn modelId="{A9D20BF0-B9D3-4926-888C-9433CADA4D9E}" type="presOf" srcId="{E8A7BB52-AE8B-4942-B8C3-8B0CB944F278}" destId="{711F9C97-324B-4899-BA2B-0FB765E7EA43}" srcOrd="1" destOrd="0" presId="urn:microsoft.com/office/officeart/2005/8/layout/hierarchy2"/>
    <dgm:cxn modelId="{CDAAE717-B4D0-4030-B1B6-49A3B8E58312}" srcId="{DFA6A7E8-B9E7-47B1-AAD1-81B23A142553}" destId="{DEBD74AF-15A9-4FCD-9C44-DDC805CE7BAC}" srcOrd="0" destOrd="0" parTransId="{12FD7DA2-B516-4B85-8D31-2217AB945359}" sibTransId="{F6DAA500-5CC1-46D8-A8DF-25895F15C216}"/>
    <dgm:cxn modelId="{ABB93B0A-3171-4C70-81FE-2152115E3B6E}" srcId="{DFA6A7E8-B9E7-47B1-AAD1-81B23A142553}" destId="{DD54E0EB-0974-4723-924F-1700FE0A9F08}" srcOrd="1" destOrd="0" parTransId="{E8A7BB52-AE8B-4942-B8C3-8B0CB944F278}" sibTransId="{121C519F-AEA3-48EB-BC5D-2C3444DA6A09}"/>
    <dgm:cxn modelId="{FD1AE2A4-69E4-462F-A3C2-2526066A7FAC}" type="presOf" srcId="{DEBD74AF-15A9-4FCD-9C44-DDC805CE7BAC}" destId="{1083B710-8454-4C58-9C3C-9A8384889CE4}" srcOrd="0" destOrd="0" presId="urn:microsoft.com/office/officeart/2005/8/layout/hierarchy2"/>
    <dgm:cxn modelId="{686BB2A4-342C-489C-9A43-C6390BF802D8}" type="presOf" srcId="{DD54E0EB-0974-4723-924F-1700FE0A9F08}" destId="{512C8522-E106-4A60-8B9A-3516D8179854}" srcOrd="0" destOrd="0" presId="urn:microsoft.com/office/officeart/2005/8/layout/hierarchy2"/>
    <dgm:cxn modelId="{C3816512-0A9B-4BEA-A9D8-78C9BC1E7C6E}" type="presOf" srcId="{35D9B3E6-AFF7-480C-BBFF-64086CDA8B4E}" destId="{C7139A46-656D-47B3-8E61-64172EC53472}" srcOrd="0" destOrd="0" presId="urn:microsoft.com/office/officeart/2005/8/layout/hierarchy2"/>
    <dgm:cxn modelId="{0D1980DC-F963-40E1-B343-4990F03F3EAD}" srcId="{35D9B3E6-AFF7-480C-BBFF-64086CDA8B4E}" destId="{B0F5A1E9-523C-4B5E-8294-D1AEAE8E15E7}" srcOrd="1" destOrd="0" parTransId="{5687927B-6A57-4675-B3A7-C3DF79A46491}" sibTransId="{54A56BEB-8BB5-4A62-B690-E9845812DE14}"/>
    <dgm:cxn modelId="{55D31EAD-C63B-4DEC-9279-EB4DE5C8F056}" type="presOf" srcId="{12FD7DA2-B516-4B85-8D31-2217AB945359}" destId="{5FF239BB-F6D9-4373-BCD0-4124271F9ED9}" srcOrd="1" destOrd="0" presId="urn:microsoft.com/office/officeart/2005/8/layout/hierarchy2"/>
    <dgm:cxn modelId="{1880B6A8-3F6B-4F62-B6AE-AEFD80C3CDC5}" type="presOf" srcId="{C0EDC1C7-C304-4D9B-9B1C-A24074C084BD}" destId="{1584F8FB-0CBE-422F-8945-6FD50A9154D4}" srcOrd="0" destOrd="0" presId="urn:microsoft.com/office/officeart/2005/8/layout/hierarchy2"/>
    <dgm:cxn modelId="{522255B9-54D9-41B5-9EFF-F81B756F7992}" srcId="{B0F5A1E9-523C-4B5E-8294-D1AEAE8E15E7}" destId="{C0EDC1C7-C304-4D9B-9B1C-A24074C084BD}" srcOrd="0" destOrd="0" parTransId="{422C53EA-88D4-4511-884F-331BD00161FC}" sibTransId="{DD47CBCC-3CA6-4162-9372-6AC0FC0AD5A9}"/>
    <dgm:cxn modelId="{53BA4993-3F34-4AB2-AC1F-EBB585551330}" type="presOf" srcId="{5687927B-6A57-4675-B3A7-C3DF79A46491}" destId="{F726A300-B1E9-41AA-B47A-FDAA995AFD86}" srcOrd="0" destOrd="0" presId="urn:microsoft.com/office/officeart/2005/8/layout/hierarchy2"/>
    <dgm:cxn modelId="{EC8B5548-FED4-4891-A34F-C8C6B77ED171}" srcId="{D5AF308F-6D2F-4AED-B056-DF2D32E7CB32}" destId="{35D9B3E6-AFF7-480C-BBFF-64086CDA8B4E}" srcOrd="0" destOrd="0" parTransId="{6A5455D0-0F8E-4DDA-8282-63D7ACBFF761}" sibTransId="{052287DF-0F8F-4D03-B770-22E88E8101B9}"/>
    <dgm:cxn modelId="{8F04F4A8-A34B-4888-B062-3E032C89A55A}" type="presOf" srcId="{DFA6A7E8-B9E7-47B1-AAD1-81B23A142553}" destId="{B5889C98-7CD0-4516-819D-37DAE965069C}" srcOrd="0" destOrd="0" presId="urn:microsoft.com/office/officeart/2005/8/layout/hierarchy2"/>
    <dgm:cxn modelId="{483731C2-B294-4DA6-958A-3A39763CE928}" type="presOf" srcId="{D5AF308F-6D2F-4AED-B056-DF2D32E7CB32}" destId="{E450F3AB-D958-4E65-B23A-17BC9C435E08}" srcOrd="0" destOrd="0" presId="urn:microsoft.com/office/officeart/2005/8/layout/hierarchy2"/>
    <dgm:cxn modelId="{1EC95297-EB8C-4DA9-9E16-628A42F3572A}" type="presOf" srcId="{422C53EA-88D4-4511-884F-331BD00161FC}" destId="{2ACD1029-C5F8-4179-9D5E-98FAAF944188}" srcOrd="1" destOrd="0" presId="urn:microsoft.com/office/officeart/2005/8/layout/hierarchy2"/>
    <dgm:cxn modelId="{33FD9F41-7A41-44BC-96F6-7E8599D20452}" type="presParOf" srcId="{E450F3AB-D958-4E65-B23A-17BC9C435E08}" destId="{B633F065-0E11-4E13-ABD7-94467E3262DB}" srcOrd="0" destOrd="0" presId="urn:microsoft.com/office/officeart/2005/8/layout/hierarchy2"/>
    <dgm:cxn modelId="{0E2566A8-50BA-4ACB-9954-F5642D778B3D}" type="presParOf" srcId="{B633F065-0E11-4E13-ABD7-94467E3262DB}" destId="{C7139A46-656D-47B3-8E61-64172EC53472}" srcOrd="0" destOrd="0" presId="urn:microsoft.com/office/officeart/2005/8/layout/hierarchy2"/>
    <dgm:cxn modelId="{1672F014-0A88-4A5B-8730-43D2A52A6CDB}" type="presParOf" srcId="{B633F065-0E11-4E13-ABD7-94467E3262DB}" destId="{59358C82-4C08-4079-9251-4F1B1FC41035}" srcOrd="1" destOrd="0" presId="urn:microsoft.com/office/officeart/2005/8/layout/hierarchy2"/>
    <dgm:cxn modelId="{C8520B08-C4FD-4CCE-9D8A-7C0AE6CB153B}" type="presParOf" srcId="{59358C82-4C08-4079-9251-4F1B1FC41035}" destId="{5689E782-32C4-41D1-9CD0-66D5F8131BF8}" srcOrd="0" destOrd="0" presId="urn:microsoft.com/office/officeart/2005/8/layout/hierarchy2"/>
    <dgm:cxn modelId="{7A3A8041-2B34-45D8-85D3-94FB9F03E359}" type="presParOf" srcId="{5689E782-32C4-41D1-9CD0-66D5F8131BF8}" destId="{6EF8A819-58CB-48E9-85D2-E5043B323141}" srcOrd="0" destOrd="0" presId="urn:microsoft.com/office/officeart/2005/8/layout/hierarchy2"/>
    <dgm:cxn modelId="{55C7A568-0B28-42C4-AE6F-A4F76942B4C9}" type="presParOf" srcId="{59358C82-4C08-4079-9251-4F1B1FC41035}" destId="{A07C05AB-CD67-46C0-947D-0FA8FC5740D3}" srcOrd="1" destOrd="0" presId="urn:microsoft.com/office/officeart/2005/8/layout/hierarchy2"/>
    <dgm:cxn modelId="{F522FDA2-543E-48DD-BDAD-4AACF4802D6D}" type="presParOf" srcId="{A07C05AB-CD67-46C0-947D-0FA8FC5740D3}" destId="{B5889C98-7CD0-4516-819D-37DAE965069C}" srcOrd="0" destOrd="0" presId="urn:microsoft.com/office/officeart/2005/8/layout/hierarchy2"/>
    <dgm:cxn modelId="{BC92F658-A653-4434-B914-ECBDEED4361F}" type="presParOf" srcId="{A07C05AB-CD67-46C0-947D-0FA8FC5740D3}" destId="{7D97E772-F294-4874-AEFD-EA13B3B472D1}" srcOrd="1" destOrd="0" presId="urn:microsoft.com/office/officeart/2005/8/layout/hierarchy2"/>
    <dgm:cxn modelId="{33F60460-3561-40DD-A65B-6FEC04D7B07B}" type="presParOf" srcId="{7D97E772-F294-4874-AEFD-EA13B3B472D1}" destId="{E9EFEE35-E386-4E31-BB6C-DA05891DBF32}" srcOrd="0" destOrd="0" presId="urn:microsoft.com/office/officeart/2005/8/layout/hierarchy2"/>
    <dgm:cxn modelId="{564F14E1-D7CE-4F49-81CE-37546F8118FE}" type="presParOf" srcId="{E9EFEE35-E386-4E31-BB6C-DA05891DBF32}" destId="{5FF239BB-F6D9-4373-BCD0-4124271F9ED9}" srcOrd="0" destOrd="0" presId="urn:microsoft.com/office/officeart/2005/8/layout/hierarchy2"/>
    <dgm:cxn modelId="{8648F58A-3C67-4E2E-B31D-BBE77817AFF2}" type="presParOf" srcId="{7D97E772-F294-4874-AEFD-EA13B3B472D1}" destId="{14DB3DFF-6C5A-41E3-90B1-4A1B6E1B01FA}" srcOrd="1" destOrd="0" presId="urn:microsoft.com/office/officeart/2005/8/layout/hierarchy2"/>
    <dgm:cxn modelId="{3353B6BC-CDBF-4691-B3BE-F85F4D2B228C}" type="presParOf" srcId="{14DB3DFF-6C5A-41E3-90B1-4A1B6E1B01FA}" destId="{1083B710-8454-4C58-9C3C-9A8384889CE4}" srcOrd="0" destOrd="0" presId="urn:microsoft.com/office/officeart/2005/8/layout/hierarchy2"/>
    <dgm:cxn modelId="{19A6B272-49A9-47AA-88E0-A211C8704BA8}" type="presParOf" srcId="{14DB3DFF-6C5A-41E3-90B1-4A1B6E1B01FA}" destId="{E228101F-1FEF-405F-A297-9B7C395FCF5A}" srcOrd="1" destOrd="0" presId="urn:microsoft.com/office/officeart/2005/8/layout/hierarchy2"/>
    <dgm:cxn modelId="{80F398BF-1E58-48EE-979B-373D042A046A}" type="presParOf" srcId="{7D97E772-F294-4874-AEFD-EA13B3B472D1}" destId="{6ABBB29D-50F9-4EBD-9D36-1F350B8C3132}" srcOrd="2" destOrd="0" presId="urn:microsoft.com/office/officeart/2005/8/layout/hierarchy2"/>
    <dgm:cxn modelId="{2F3D6F9D-DF9C-4F12-A921-BDA924A4606D}" type="presParOf" srcId="{6ABBB29D-50F9-4EBD-9D36-1F350B8C3132}" destId="{711F9C97-324B-4899-BA2B-0FB765E7EA43}" srcOrd="0" destOrd="0" presId="urn:microsoft.com/office/officeart/2005/8/layout/hierarchy2"/>
    <dgm:cxn modelId="{A15444B4-6815-4F13-81AB-0EE152943C5C}" type="presParOf" srcId="{7D97E772-F294-4874-AEFD-EA13B3B472D1}" destId="{747C1A3A-12D0-4130-AFA8-FC4EF1C57B2B}" srcOrd="3" destOrd="0" presId="urn:microsoft.com/office/officeart/2005/8/layout/hierarchy2"/>
    <dgm:cxn modelId="{1767E718-160A-40DA-AA1A-827A8B92CEED}" type="presParOf" srcId="{747C1A3A-12D0-4130-AFA8-FC4EF1C57B2B}" destId="{512C8522-E106-4A60-8B9A-3516D8179854}" srcOrd="0" destOrd="0" presId="urn:microsoft.com/office/officeart/2005/8/layout/hierarchy2"/>
    <dgm:cxn modelId="{B7C34F0D-D530-4491-B46D-144EEA6AD1B6}" type="presParOf" srcId="{747C1A3A-12D0-4130-AFA8-FC4EF1C57B2B}" destId="{B06B90EC-570A-4195-93A2-F72BC807E06B}" srcOrd="1" destOrd="0" presId="urn:microsoft.com/office/officeart/2005/8/layout/hierarchy2"/>
    <dgm:cxn modelId="{2333D225-7A8A-44C3-B64C-3CF9820F5358}" type="presParOf" srcId="{59358C82-4C08-4079-9251-4F1B1FC41035}" destId="{F726A300-B1E9-41AA-B47A-FDAA995AFD86}" srcOrd="2" destOrd="0" presId="urn:microsoft.com/office/officeart/2005/8/layout/hierarchy2"/>
    <dgm:cxn modelId="{6090A6E4-0B72-4A2A-B3DF-C2A06A9A0758}" type="presParOf" srcId="{F726A300-B1E9-41AA-B47A-FDAA995AFD86}" destId="{3435407F-993D-4F6C-A83F-5771D9A6CD06}" srcOrd="0" destOrd="0" presId="urn:microsoft.com/office/officeart/2005/8/layout/hierarchy2"/>
    <dgm:cxn modelId="{F06D786D-A613-41EB-B94A-18A227F82D56}" type="presParOf" srcId="{59358C82-4C08-4079-9251-4F1B1FC41035}" destId="{B7182510-DBB7-4AA2-A9EE-08ABB6D2266E}" srcOrd="3" destOrd="0" presId="urn:microsoft.com/office/officeart/2005/8/layout/hierarchy2"/>
    <dgm:cxn modelId="{CE3C03BE-203C-4A72-99EE-05327DC04633}" type="presParOf" srcId="{B7182510-DBB7-4AA2-A9EE-08ABB6D2266E}" destId="{259B86CE-417B-43C6-9158-437B1693340D}" srcOrd="0" destOrd="0" presId="urn:microsoft.com/office/officeart/2005/8/layout/hierarchy2"/>
    <dgm:cxn modelId="{2C4A01B6-3533-4228-9A1D-F018E2A0B723}" type="presParOf" srcId="{B7182510-DBB7-4AA2-A9EE-08ABB6D2266E}" destId="{D510B92D-749B-4544-B1D2-B33329D8DAE7}" srcOrd="1" destOrd="0" presId="urn:microsoft.com/office/officeart/2005/8/layout/hierarchy2"/>
    <dgm:cxn modelId="{913AEABC-F4C2-4010-8B45-B1C447B2B32C}" type="presParOf" srcId="{D510B92D-749B-4544-B1D2-B33329D8DAE7}" destId="{0D68632B-EA9A-4A87-B70E-175118C8587D}" srcOrd="0" destOrd="0" presId="urn:microsoft.com/office/officeart/2005/8/layout/hierarchy2"/>
    <dgm:cxn modelId="{2A05C362-E97C-482A-8855-2F1884BB51BC}" type="presParOf" srcId="{0D68632B-EA9A-4A87-B70E-175118C8587D}" destId="{2ACD1029-C5F8-4179-9D5E-98FAAF944188}" srcOrd="0" destOrd="0" presId="urn:microsoft.com/office/officeart/2005/8/layout/hierarchy2"/>
    <dgm:cxn modelId="{9AEAD776-DF6A-4141-9983-5A6147641FA3}" type="presParOf" srcId="{D510B92D-749B-4544-B1D2-B33329D8DAE7}" destId="{C7403782-5974-4976-BA94-8ABF4D6B1A9B}" srcOrd="1" destOrd="0" presId="urn:microsoft.com/office/officeart/2005/8/layout/hierarchy2"/>
    <dgm:cxn modelId="{FA50EF00-F0D1-4E95-AA84-A02DBC2BCF84}" type="presParOf" srcId="{C7403782-5974-4976-BA94-8ABF4D6B1A9B}" destId="{1584F8FB-0CBE-422F-8945-6FD50A9154D4}" srcOrd="0" destOrd="0" presId="urn:microsoft.com/office/officeart/2005/8/layout/hierarchy2"/>
    <dgm:cxn modelId="{DF5A3799-681D-4AFC-9977-BF028698CF61}" type="presParOf" srcId="{C7403782-5974-4976-BA94-8ABF4D6B1A9B}" destId="{6A6C3E99-5375-4DA1-83B0-29FEDBC5C59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F5B1C9-F0FD-44E1-AD4F-5F3D38AD48E0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2BE340A-C52F-4E9A-9F1F-75551F185FA7}">
      <dgm:prSet phldrT="[Texto]" custT="1"/>
      <dgm:spPr/>
      <dgm:t>
        <a:bodyPr/>
        <a:lstStyle/>
        <a:p>
          <a:r>
            <a:rPr lang="es-ES" sz="1400" dirty="0" smtClean="0"/>
            <a:t>CALIDAD TECNICA</a:t>
          </a:r>
          <a:endParaRPr lang="es-ES" sz="1400" dirty="0"/>
        </a:p>
      </dgm:t>
    </dgm:pt>
    <dgm:pt modelId="{BD0B1BE9-547D-4861-9D6F-93CF84D81C68}" type="parTrans" cxnId="{A3DD2369-BB2B-462F-B93D-F8327CC6C2B4}">
      <dgm:prSet/>
      <dgm:spPr/>
      <dgm:t>
        <a:bodyPr/>
        <a:lstStyle/>
        <a:p>
          <a:endParaRPr lang="es-ES"/>
        </a:p>
      </dgm:t>
    </dgm:pt>
    <dgm:pt modelId="{BCBA2B95-3EED-4691-AEDB-7FFA776B8E45}" type="sibTrans" cxnId="{A3DD2369-BB2B-462F-B93D-F8327CC6C2B4}">
      <dgm:prSet/>
      <dgm:spPr/>
      <dgm:t>
        <a:bodyPr/>
        <a:lstStyle/>
        <a:p>
          <a:endParaRPr lang="es-ES"/>
        </a:p>
      </dgm:t>
    </dgm:pt>
    <dgm:pt modelId="{0C599E2A-F062-4560-B5E6-831386020F18}">
      <dgm:prSet phldrT="[Texto]" custT="1"/>
      <dgm:spPr/>
      <dgm:t>
        <a:bodyPr/>
        <a:lstStyle/>
        <a:p>
          <a:r>
            <a:rPr lang="es-ES" sz="1400" dirty="0" smtClean="0"/>
            <a:t>CALIDAD PERCIBIDA</a:t>
          </a:r>
          <a:endParaRPr lang="es-ES" sz="1400" dirty="0"/>
        </a:p>
      </dgm:t>
    </dgm:pt>
    <dgm:pt modelId="{476E4EE4-9EDB-4595-B30A-FC86C1BB4F64}" type="parTrans" cxnId="{D5CE6B13-A26D-4199-B728-DFFF99DBABD8}">
      <dgm:prSet/>
      <dgm:spPr/>
      <dgm:t>
        <a:bodyPr/>
        <a:lstStyle/>
        <a:p>
          <a:endParaRPr lang="es-ES"/>
        </a:p>
      </dgm:t>
    </dgm:pt>
    <dgm:pt modelId="{BA8530C3-B684-464F-95ED-AE429A9E9F21}" type="sibTrans" cxnId="{D5CE6B13-A26D-4199-B728-DFFF99DBABD8}">
      <dgm:prSet/>
      <dgm:spPr/>
      <dgm:t>
        <a:bodyPr/>
        <a:lstStyle/>
        <a:p>
          <a:endParaRPr lang="es-ES"/>
        </a:p>
      </dgm:t>
    </dgm:pt>
    <dgm:pt modelId="{DB68C3DB-E367-47EE-8F8A-1246DEA019A2}">
      <dgm:prSet phldrT="[Texto]" custT="1"/>
      <dgm:spPr/>
      <dgm:t>
        <a:bodyPr/>
        <a:lstStyle/>
        <a:p>
          <a:r>
            <a:rPr lang="es-ES" sz="1400" dirty="0" smtClean="0"/>
            <a:t>CALIDAD DEL ENTORNO Y DE LA GESTION</a:t>
          </a:r>
          <a:endParaRPr lang="es-ES" sz="1400" dirty="0"/>
        </a:p>
      </dgm:t>
    </dgm:pt>
    <dgm:pt modelId="{32A0C735-D0C7-4625-8556-A149D227E211}" type="parTrans" cxnId="{0168C9A0-1681-4A73-94CF-6F88052E9A63}">
      <dgm:prSet/>
      <dgm:spPr/>
      <dgm:t>
        <a:bodyPr/>
        <a:lstStyle/>
        <a:p>
          <a:endParaRPr lang="es-ES"/>
        </a:p>
      </dgm:t>
    </dgm:pt>
    <dgm:pt modelId="{E5F8BFEF-C2E4-4FA2-A43E-AB7B967E6C11}" type="sibTrans" cxnId="{0168C9A0-1681-4A73-94CF-6F88052E9A63}">
      <dgm:prSet/>
      <dgm:spPr/>
      <dgm:t>
        <a:bodyPr/>
        <a:lstStyle/>
        <a:p>
          <a:endParaRPr lang="es-ES"/>
        </a:p>
      </dgm:t>
    </dgm:pt>
    <dgm:pt modelId="{16AE6E41-B007-4E4C-9D99-F52A82D3A64C}">
      <dgm:prSet phldrT="[Texto]" custT="1"/>
      <dgm:spPr/>
      <dgm:t>
        <a:bodyPr/>
        <a:lstStyle/>
        <a:p>
          <a:r>
            <a:rPr lang="es-ES" sz="1400" dirty="0" smtClean="0"/>
            <a:t>AMBIENTE FISICO CONFORT Y SEGURIDAD</a:t>
          </a:r>
          <a:endParaRPr lang="es-ES" sz="1400" dirty="0"/>
        </a:p>
      </dgm:t>
    </dgm:pt>
    <dgm:pt modelId="{7712F0F3-B58A-4C40-BDA5-F208420BE034}" type="parTrans" cxnId="{2E79339B-AD39-40B5-8DD8-BF9A0E5C7060}">
      <dgm:prSet/>
      <dgm:spPr/>
      <dgm:t>
        <a:bodyPr/>
        <a:lstStyle/>
        <a:p>
          <a:endParaRPr lang="es-ES"/>
        </a:p>
      </dgm:t>
    </dgm:pt>
    <dgm:pt modelId="{278D9D70-FAB3-4626-95EA-9C9723994F16}" type="sibTrans" cxnId="{2E79339B-AD39-40B5-8DD8-BF9A0E5C7060}">
      <dgm:prSet/>
      <dgm:spPr/>
      <dgm:t>
        <a:bodyPr/>
        <a:lstStyle/>
        <a:p>
          <a:endParaRPr lang="es-ES"/>
        </a:p>
      </dgm:t>
    </dgm:pt>
    <dgm:pt modelId="{95A6A79C-BA6E-4C06-A991-3983DF6351D0}">
      <dgm:prSet phldrT="[Texto]" custT="1"/>
      <dgm:spPr/>
      <dgm:t>
        <a:bodyPr/>
        <a:lstStyle/>
        <a:p>
          <a:r>
            <a:rPr lang="es-ES" sz="1400" dirty="0" smtClean="0"/>
            <a:t>RELACION MEDICO PACIENTE</a:t>
          </a:r>
          <a:endParaRPr lang="es-ES" sz="1400" dirty="0"/>
        </a:p>
      </dgm:t>
    </dgm:pt>
    <dgm:pt modelId="{05A27270-3C6D-473C-AD38-C81FC77F8197}" type="parTrans" cxnId="{1FBEF69F-9F5B-48AA-9CD0-E459652049A5}">
      <dgm:prSet/>
      <dgm:spPr/>
      <dgm:t>
        <a:bodyPr/>
        <a:lstStyle/>
        <a:p>
          <a:endParaRPr lang="es-ES"/>
        </a:p>
      </dgm:t>
    </dgm:pt>
    <dgm:pt modelId="{133C7CD9-E8B2-4F60-A8C6-CBE3ECABEEC5}" type="sibTrans" cxnId="{1FBEF69F-9F5B-48AA-9CD0-E459652049A5}">
      <dgm:prSet/>
      <dgm:spPr/>
      <dgm:t>
        <a:bodyPr/>
        <a:lstStyle/>
        <a:p>
          <a:endParaRPr lang="es-ES"/>
        </a:p>
      </dgm:t>
    </dgm:pt>
    <dgm:pt modelId="{20533C06-C803-4DA4-BCF8-D58BE1D2B03C}">
      <dgm:prSet phldrT="[Texto]" custT="1"/>
      <dgm:spPr/>
      <dgm:t>
        <a:bodyPr/>
        <a:lstStyle/>
        <a:p>
          <a:r>
            <a:rPr lang="es-ES" sz="1400" dirty="0" smtClean="0"/>
            <a:t>HACER LO CORRECTO EN EL MOMONTO OPORTONO Y CON EL MENOR DAÑO</a:t>
          </a:r>
          <a:endParaRPr lang="es-ES" sz="1400" dirty="0"/>
        </a:p>
      </dgm:t>
    </dgm:pt>
    <dgm:pt modelId="{74F566E3-17FA-4FFD-A20E-0495A8C4D2D4}" type="parTrans" cxnId="{6DB4C8DB-4FA4-4EDF-9DEF-6A34990A3D5A}">
      <dgm:prSet/>
      <dgm:spPr/>
      <dgm:t>
        <a:bodyPr/>
        <a:lstStyle/>
        <a:p>
          <a:endParaRPr lang="es-ES"/>
        </a:p>
      </dgm:t>
    </dgm:pt>
    <dgm:pt modelId="{6C591B2C-565B-41A3-83B8-224CB2644BB6}" type="sibTrans" cxnId="{6DB4C8DB-4FA4-4EDF-9DEF-6A34990A3D5A}">
      <dgm:prSet/>
      <dgm:spPr/>
      <dgm:t>
        <a:bodyPr/>
        <a:lstStyle/>
        <a:p>
          <a:endParaRPr lang="es-ES"/>
        </a:p>
      </dgm:t>
    </dgm:pt>
    <dgm:pt modelId="{E0CDE6FD-00E5-4638-AF40-03D05C15939A}">
      <dgm:prSet phldrT="[Texto]" custT="1"/>
      <dgm:spPr/>
      <dgm:t>
        <a:bodyPr/>
        <a:lstStyle/>
        <a:p>
          <a:r>
            <a:rPr lang="es-ES" sz="1400" dirty="0" smtClean="0"/>
            <a:t>PRACTICA BASADA EN EVIDENCIA CIENTIFICA</a:t>
          </a:r>
          <a:endParaRPr lang="es-ES" sz="1400" dirty="0"/>
        </a:p>
      </dgm:t>
    </dgm:pt>
    <dgm:pt modelId="{62B18520-90AD-4E96-933F-B2177556E313}" type="parTrans" cxnId="{B3CA450E-979E-436D-9EA9-DF33E8E1E1FE}">
      <dgm:prSet/>
      <dgm:spPr/>
      <dgm:t>
        <a:bodyPr/>
        <a:lstStyle/>
        <a:p>
          <a:endParaRPr lang="es-ES"/>
        </a:p>
      </dgm:t>
    </dgm:pt>
    <dgm:pt modelId="{CA71034F-6253-4976-A7EC-7DE211DCF8D1}" type="sibTrans" cxnId="{B3CA450E-979E-436D-9EA9-DF33E8E1E1FE}">
      <dgm:prSet/>
      <dgm:spPr/>
      <dgm:t>
        <a:bodyPr/>
        <a:lstStyle/>
        <a:p>
          <a:endParaRPr lang="es-ES"/>
        </a:p>
      </dgm:t>
    </dgm:pt>
    <dgm:pt modelId="{2D1384D3-2C94-42D8-9687-FA6C112BC7F2}">
      <dgm:prSet phldrT="[Texto]" custT="1"/>
      <dgm:spPr/>
      <dgm:t>
        <a:bodyPr/>
        <a:lstStyle/>
        <a:p>
          <a:r>
            <a:rPr lang="es-ES" sz="1400" dirty="0" smtClean="0"/>
            <a:t>TRATO DIGNO CON CALIDAD Y CALIDEZ</a:t>
          </a:r>
          <a:endParaRPr lang="es-ES" sz="1400" dirty="0"/>
        </a:p>
      </dgm:t>
    </dgm:pt>
    <dgm:pt modelId="{4A5011AC-EE18-4C91-B46D-2071A6515F82}" type="parTrans" cxnId="{86AE6B1F-5083-4129-A6F3-43A03855467C}">
      <dgm:prSet/>
      <dgm:spPr/>
      <dgm:t>
        <a:bodyPr/>
        <a:lstStyle/>
        <a:p>
          <a:endParaRPr lang="es-ES"/>
        </a:p>
      </dgm:t>
    </dgm:pt>
    <dgm:pt modelId="{3FD8072B-348F-4996-9891-135D72E6637A}" type="sibTrans" cxnId="{86AE6B1F-5083-4129-A6F3-43A03855467C}">
      <dgm:prSet/>
      <dgm:spPr/>
      <dgm:t>
        <a:bodyPr/>
        <a:lstStyle/>
        <a:p>
          <a:endParaRPr lang="es-ES"/>
        </a:p>
      </dgm:t>
    </dgm:pt>
    <dgm:pt modelId="{8BBD75DA-B7A1-4288-82E8-2E64776376E8}">
      <dgm:prSet phldrT="[Texto]" custT="1"/>
      <dgm:spPr/>
      <dgm:t>
        <a:bodyPr/>
        <a:lstStyle/>
        <a:p>
          <a:r>
            <a:rPr lang="es-ES" sz="1400" dirty="0" smtClean="0"/>
            <a:t>COMODIDAD DEL USUARIO CLIMA ORGANISACIONAL</a:t>
          </a:r>
          <a:endParaRPr lang="es-ES" sz="1400" dirty="0"/>
        </a:p>
      </dgm:t>
    </dgm:pt>
    <dgm:pt modelId="{093F26EF-A625-4272-AF96-FEA6124977AA}" type="parTrans" cxnId="{B588F07C-DE72-4006-9F65-5BCDC737A524}">
      <dgm:prSet/>
      <dgm:spPr/>
      <dgm:t>
        <a:bodyPr/>
        <a:lstStyle/>
        <a:p>
          <a:endParaRPr lang="es-ES"/>
        </a:p>
      </dgm:t>
    </dgm:pt>
    <dgm:pt modelId="{90E48EF4-C182-4A90-BADA-3E699BBD6899}" type="sibTrans" cxnId="{B588F07C-DE72-4006-9F65-5BCDC737A524}">
      <dgm:prSet/>
      <dgm:spPr/>
      <dgm:t>
        <a:bodyPr/>
        <a:lstStyle/>
        <a:p>
          <a:endParaRPr lang="es-ES"/>
        </a:p>
      </dgm:t>
    </dgm:pt>
    <dgm:pt modelId="{B790461B-25B1-4C9B-AED6-B85613A28E27}" type="pres">
      <dgm:prSet presAssocID="{C9F5B1C9-F0FD-44E1-AD4F-5F3D38AD48E0}" presName="Name0" presStyleCnt="0">
        <dgm:presLayoutVars>
          <dgm:dir/>
          <dgm:resizeHandles/>
        </dgm:presLayoutVars>
      </dgm:prSet>
      <dgm:spPr/>
    </dgm:pt>
    <dgm:pt modelId="{449CD566-E21A-4EDF-ADA6-DA4A2D2D1C74}" type="pres">
      <dgm:prSet presAssocID="{22BE340A-C52F-4E9A-9F1F-75551F185FA7}" presName="compNode" presStyleCnt="0"/>
      <dgm:spPr/>
    </dgm:pt>
    <dgm:pt modelId="{57C19F48-68EC-4310-A3A8-5859C1F6C3D3}" type="pres">
      <dgm:prSet presAssocID="{22BE340A-C52F-4E9A-9F1F-75551F185FA7}" presName="dummyConnPt" presStyleCnt="0"/>
      <dgm:spPr/>
    </dgm:pt>
    <dgm:pt modelId="{E261C091-D2D4-4EAC-A113-84620B58B361}" type="pres">
      <dgm:prSet presAssocID="{22BE340A-C52F-4E9A-9F1F-75551F185FA7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CD499E4-AB82-48B2-A395-947E3723A6D5}" type="pres">
      <dgm:prSet presAssocID="{BCBA2B95-3EED-4691-AEDB-7FFA776B8E45}" presName="sibTrans" presStyleLbl="bgSibTrans2D1" presStyleIdx="0" presStyleCnt="8"/>
      <dgm:spPr/>
    </dgm:pt>
    <dgm:pt modelId="{F7A356D8-61E2-4503-95E0-15B1C1182348}" type="pres">
      <dgm:prSet presAssocID="{0C599E2A-F062-4560-B5E6-831386020F18}" presName="compNode" presStyleCnt="0"/>
      <dgm:spPr/>
    </dgm:pt>
    <dgm:pt modelId="{5DF8C726-1E9D-4FE2-8247-4FD70C649B21}" type="pres">
      <dgm:prSet presAssocID="{0C599E2A-F062-4560-B5E6-831386020F18}" presName="dummyConnPt" presStyleCnt="0"/>
      <dgm:spPr/>
    </dgm:pt>
    <dgm:pt modelId="{54A81207-F786-4628-8CF5-A1A750459606}" type="pres">
      <dgm:prSet presAssocID="{0C599E2A-F062-4560-B5E6-831386020F18}" presName="node" presStyleLbl="node1" presStyleIdx="1" presStyleCnt="9">
        <dgm:presLayoutVars>
          <dgm:bulletEnabled val="1"/>
        </dgm:presLayoutVars>
      </dgm:prSet>
      <dgm:spPr/>
    </dgm:pt>
    <dgm:pt modelId="{342AF92B-995E-44AD-BA76-EF37328DEB97}" type="pres">
      <dgm:prSet presAssocID="{BA8530C3-B684-464F-95ED-AE429A9E9F21}" presName="sibTrans" presStyleLbl="bgSibTrans2D1" presStyleIdx="1" presStyleCnt="8"/>
      <dgm:spPr/>
    </dgm:pt>
    <dgm:pt modelId="{CBE92AA2-34D6-4700-833B-0E4C26C83A9A}" type="pres">
      <dgm:prSet presAssocID="{DB68C3DB-E367-47EE-8F8A-1246DEA019A2}" presName="compNode" presStyleCnt="0"/>
      <dgm:spPr/>
    </dgm:pt>
    <dgm:pt modelId="{A1FAFCFA-5C99-4001-A67A-5B8BBD3A22FB}" type="pres">
      <dgm:prSet presAssocID="{DB68C3DB-E367-47EE-8F8A-1246DEA019A2}" presName="dummyConnPt" presStyleCnt="0"/>
      <dgm:spPr/>
    </dgm:pt>
    <dgm:pt modelId="{663BFDFB-4674-4327-AFEF-B3EB8E300728}" type="pres">
      <dgm:prSet presAssocID="{DB68C3DB-E367-47EE-8F8A-1246DEA019A2}" presName="node" presStyleLbl="node1" presStyleIdx="2" presStyleCnt="9">
        <dgm:presLayoutVars>
          <dgm:bulletEnabled val="1"/>
        </dgm:presLayoutVars>
      </dgm:prSet>
      <dgm:spPr/>
    </dgm:pt>
    <dgm:pt modelId="{8DB0620B-953C-4AD5-8440-A19F1ABFC4F0}" type="pres">
      <dgm:prSet presAssocID="{E5F8BFEF-C2E4-4FA2-A43E-AB7B967E6C11}" presName="sibTrans" presStyleLbl="bgSibTrans2D1" presStyleIdx="2" presStyleCnt="8"/>
      <dgm:spPr/>
    </dgm:pt>
    <dgm:pt modelId="{F98509B9-BD62-4F71-8182-8EDE45E9035F}" type="pres">
      <dgm:prSet presAssocID="{16AE6E41-B007-4E4C-9D99-F52A82D3A64C}" presName="compNode" presStyleCnt="0"/>
      <dgm:spPr/>
    </dgm:pt>
    <dgm:pt modelId="{E8353919-9021-4650-9D8A-028C90F18387}" type="pres">
      <dgm:prSet presAssocID="{16AE6E41-B007-4E4C-9D99-F52A82D3A64C}" presName="dummyConnPt" presStyleCnt="0"/>
      <dgm:spPr/>
    </dgm:pt>
    <dgm:pt modelId="{5F92449F-8DD8-4486-88A1-993B158EB7B6}" type="pres">
      <dgm:prSet presAssocID="{16AE6E41-B007-4E4C-9D99-F52A82D3A64C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4F133B2-1E4E-4652-A405-A9C59293BCA9}" type="pres">
      <dgm:prSet presAssocID="{278D9D70-FAB3-4626-95EA-9C9723994F16}" presName="sibTrans" presStyleLbl="bgSibTrans2D1" presStyleIdx="3" presStyleCnt="8"/>
      <dgm:spPr/>
    </dgm:pt>
    <dgm:pt modelId="{48B06964-8CD5-4405-836A-6C230AE8BE37}" type="pres">
      <dgm:prSet presAssocID="{95A6A79C-BA6E-4C06-A991-3983DF6351D0}" presName="compNode" presStyleCnt="0"/>
      <dgm:spPr/>
    </dgm:pt>
    <dgm:pt modelId="{801F1BEE-D8B4-489E-9593-DCC4D7949435}" type="pres">
      <dgm:prSet presAssocID="{95A6A79C-BA6E-4C06-A991-3983DF6351D0}" presName="dummyConnPt" presStyleCnt="0"/>
      <dgm:spPr/>
    </dgm:pt>
    <dgm:pt modelId="{6CF265B7-A2E9-4E55-BBC0-40D1D2976F5A}" type="pres">
      <dgm:prSet presAssocID="{95A6A79C-BA6E-4C06-A991-3983DF6351D0}" presName="node" presStyleLbl="node1" presStyleIdx="4" presStyleCnt="9">
        <dgm:presLayoutVars>
          <dgm:bulletEnabled val="1"/>
        </dgm:presLayoutVars>
      </dgm:prSet>
      <dgm:spPr/>
    </dgm:pt>
    <dgm:pt modelId="{4264CFBF-D691-4C42-9D6D-B321EAE6DBB2}" type="pres">
      <dgm:prSet presAssocID="{133C7CD9-E8B2-4F60-A8C6-CBE3ECABEEC5}" presName="sibTrans" presStyleLbl="bgSibTrans2D1" presStyleIdx="4" presStyleCnt="8"/>
      <dgm:spPr/>
    </dgm:pt>
    <dgm:pt modelId="{E13B9DB1-9D63-4702-B0E3-6C7A7E27AF2A}" type="pres">
      <dgm:prSet presAssocID="{20533C06-C803-4DA4-BCF8-D58BE1D2B03C}" presName="compNode" presStyleCnt="0"/>
      <dgm:spPr/>
    </dgm:pt>
    <dgm:pt modelId="{C979C6F4-38DC-42B5-B7D5-AD5009038D9D}" type="pres">
      <dgm:prSet presAssocID="{20533C06-C803-4DA4-BCF8-D58BE1D2B03C}" presName="dummyConnPt" presStyleCnt="0"/>
      <dgm:spPr/>
    </dgm:pt>
    <dgm:pt modelId="{799F2A55-553E-45ED-BA04-3B29A38E91E2}" type="pres">
      <dgm:prSet presAssocID="{20533C06-C803-4DA4-BCF8-D58BE1D2B03C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CED5582-41FC-410E-9B26-9828F6E60E72}" type="pres">
      <dgm:prSet presAssocID="{6C591B2C-565B-41A3-83B8-224CB2644BB6}" presName="sibTrans" presStyleLbl="bgSibTrans2D1" presStyleIdx="5" presStyleCnt="8"/>
      <dgm:spPr/>
    </dgm:pt>
    <dgm:pt modelId="{F183A241-49F4-419F-B8AD-D21721B05943}" type="pres">
      <dgm:prSet presAssocID="{E0CDE6FD-00E5-4638-AF40-03D05C15939A}" presName="compNode" presStyleCnt="0"/>
      <dgm:spPr/>
    </dgm:pt>
    <dgm:pt modelId="{101DCBDF-7F01-4121-9F48-7C381BD67DBD}" type="pres">
      <dgm:prSet presAssocID="{E0CDE6FD-00E5-4638-AF40-03D05C15939A}" presName="dummyConnPt" presStyleCnt="0"/>
      <dgm:spPr/>
    </dgm:pt>
    <dgm:pt modelId="{E42EAEBA-BFDE-466A-BB58-ED12FBD6CE54}" type="pres">
      <dgm:prSet presAssocID="{E0CDE6FD-00E5-4638-AF40-03D05C15939A}" presName="node" presStyleLbl="node1" presStyleIdx="6" presStyleCnt="9">
        <dgm:presLayoutVars>
          <dgm:bulletEnabled val="1"/>
        </dgm:presLayoutVars>
      </dgm:prSet>
      <dgm:spPr/>
    </dgm:pt>
    <dgm:pt modelId="{18A1E333-5448-4C1D-9457-396D66901F3E}" type="pres">
      <dgm:prSet presAssocID="{CA71034F-6253-4976-A7EC-7DE211DCF8D1}" presName="sibTrans" presStyleLbl="bgSibTrans2D1" presStyleIdx="6" presStyleCnt="8"/>
      <dgm:spPr/>
    </dgm:pt>
    <dgm:pt modelId="{5E7C2BEA-2EB4-4CC9-9629-25BF1BBA0CE0}" type="pres">
      <dgm:prSet presAssocID="{2D1384D3-2C94-42D8-9687-FA6C112BC7F2}" presName="compNode" presStyleCnt="0"/>
      <dgm:spPr/>
    </dgm:pt>
    <dgm:pt modelId="{35B2FB12-0F8C-4C6F-A662-F314FCA7414D}" type="pres">
      <dgm:prSet presAssocID="{2D1384D3-2C94-42D8-9687-FA6C112BC7F2}" presName="dummyConnPt" presStyleCnt="0"/>
      <dgm:spPr/>
    </dgm:pt>
    <dgm:pt modelId="{357279BA-7C3C-4583-84C8-5B746D1CC81C}" type="pres">
      <dgm:prSet presAssocID="{2D1384D3-2C94-42D8-9687-FA6C112BC7F2}" presName="node" presStyleLbl="node1" presStyleIdx="7" presStyleCnt="9">
        <dgm:presLayoutVars>
          <dgm:bulletEnabled val="1"/>
        </dgm:presLayoutVars>
      </dgm:prSet>
      <dgm:spPr/>
    </dgm:pt>
    <dgm:pt modelId="{4129357D-6682-4001-AF42-25924042A2FF}" type="pres">
      <dgm:prSet presAssocID="{3FD8072B-348F-4996-9891-135D72E6637A}" presName="sibTrans" presStyleLbl="bgSibTrans2D1" presStyleIdx="7" presStyleCnt="8"/>
      <dgm:spPr/>
    </dgm:pt>
    <dgm:pt modelId="{5ACBC8DF-913B-4AC2-A81C-E2F5C7D0197E}" type="pres">
      <dgm:prSet presAssocID="{8BBD75DA-B7A1-4288-82E8-2E64776376E8}" presName="compNode" presStyleCnt="0"/>
      <dgm:spPr/>
    </dgm:pt>
    <dgm:pt modelId="{FC51C8B4-F758-4EE6-A5FB-4BF42A3A4382}" type="pres">
      <dgm:prSet presAssocID="{8BBD75DA-B7A1-4288-82E8-2E64776376E8}" presName="dummyConnPt" presStyleCnt="0"/>
      <dgm:spPr/>
    </dgm:pt>
    <dgm:pt modelId="{08AC021A-6DE5-4205-ACB0-9955BBF86985}" type="pres">
      <dgm:prSet presAssocID="{8BBD75DA-B7A1-4288-82E8-2E64776376E8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BF6FA47-CE0E-482C-84B6-2802919A8BB8}" type="presOf" srcId="{CA71034F-6253-4976-A7EC-7DE211DCF8D1}" destId="{18A1E333-5448-4C1D-9457-396D66901F3E}" srcOrd="0" destOrd="0" presId="urn:microsoft.com/office/officeart/2005/8/layout/bProcess4"/>
    <dgm:cxn modelId="{86AE6B1F-5083-4129-A6F3-43A03855467C}" srcId="{C9F5B1C9-F0FD-44E1-AD4F-5F3D38AD48E0}" destId="{2D1384D3-2C94-42D8-9687-FA6C112BC7F2}" srcOrd="7" destOrd="0" parTransId="{4A5011AC-EE18-4C91-B46D-2071A6515F82}" sibTransId="{3FD8072B-348F-4996-9891-135D72E6637A}"/>
    <dgm:cxn modelId="{ACAB374B-D0AE-4998-9192-38D170E30D24}" type="presOf" srcId="{8BBD75DA-B7A1-4288-82E8-2E64776376E8}" destId="{08AC021A-6DE5-4205-ACB0-9955BBF86985}" srcOrd="0" destOrd="0" presId="urn:microsoft.com/office/officeart/2005/8/layout/bProcess4"/>
    <dgm:cxn modelId="{9AD84901-A4F8-4206-937E-C4F845655D40}" type="presOf" srcId="{278D9D70-FAB3-4626-95EA-9C9723994F16}" destId="{64F133B2-1E4E-4652-A405-A9C59293BCA9}" srcOrd="0" destOrd="0" presId="urn:microsoft.com/office/officeart/2005/8/layout/bProcess4"/>
    <dgm:cxn modelId="{CE846C3F-6FB1-4E91-8EBE-FC97DB1D9916}" type="presOf" srcId="{3FD8072B-348F-4996-9891-135D72E6637A}" destId="{4129357D-6682-4001-AF42-25924042A2FF}" srcOrd="0" destOrd="0" presId="urn:microsoft.com/office/officeart/2005/8/layout/bProcess4"/>
    <dgm:cxn modelId="{A3DD2369-BB2B-462F-B93D-F8327CC6C2B4}" srcId="{C9F5B1C9-F0FD-44E1-AD4F-5F3D38AD48E0}" destId="{22BE340A-C52F-4E9A-9F1F-75551F185FA7}" srcOrd="0" destOrd="0" parTransId="{BD0B1BE9-547D-4861-9D6F-93CF84D81C68}" sibTransId="{BCBA2B95-3EED-4691-AEDB-7FFA776B8E45}"/>
    <dgm:cxn modelId="{0168C9A0-1681-4A73-94CF-6F88052E9A63}" srcId="{C9F5B1C9-F0FD-44E1-AD4F-5F3D38AD48E0}" destId="{DB68C3DB-E367-47EE-8F8A-1246DEA019A2}" srcOrd="2" destOrd="0" parTransId="{32A0C735-D0C7-4625-8556-A149D227E211}" sibTransId="{E5F8BFEF-C2E4-4FA2-A43E-AB7B967E6C11}"/>
    <dgm:cxn modelId="{E07ED665-9D0E-44F0-9B9E-590953BCBCDB}" type="presOf" srcId="{20533C06-C803-4DA4-BCF8-D58BE1D2B03C}" destId="{799F2A55-553E-45ED-BA04-3B29A38E91E2}" srcOrd="0" destOrd="0" presId="urn:microsoft.com/office/officeart/2005/8/layout/bProcess4"/>
    <dgm:cxn modelId="{63F65EE2-0838-4EDD-ABFC-BD1BDEBC5426}" type="presOf" srcId="{2D1384D3-2C94-42D8-9687-FA6C112BC7F2}" destId="{357279BA-7C3C-4583-84C8-5B746D1CC81C}" srcOrd="0" destOrd="0" presId="urn:microsoft.com/office/officeart/2005/8/layout/bProcess4"/>
    <dgm:cxn modelId="{AEADC69A-4AAC-4790-A1A9-FC2C8033DD3B}" type="presOf" srcId="{BCBA2B95-3EED-4691-AEDB-7FFA776B8E45}" destId="{FCD499E4-AB82-48B2-A395-947E3723A6D5}" srcOrd="0" destOrd="0" presId="urn:microsoft.com/office/officeart/2005/8/layout/bProcess4"/>
    <dgm:cxn modelId="{B3BCD3B9-243A-4A78-8C28-BB56E7742E56}" type="presOf" srcId="{95A6A79C-BA6E-4C06-A991-3983DF6351D0}" destId="{6CF265B7-A2E9-4E55-BBC0-40D1D2976F5A}" srcOrd="0" destOrd="0" presId="urn:microsoft.com/office/officeart/2005/8/layout/bProcess4"/>
    <dgm:cxn modelId="{1FBEF69F-9F5B-48AA-9CD0-E459652049A5}" srcId="{C9F5B1C9-F0FD-44E1-AD4F-5F3D38AD48E0}" destId="{95A6A79C-BA6E-4C06-A991-3983DF6351D0}" srcOrd="4" destOrd="0" parTransId="{05A27270-3C6D-473C-AD38-C81FC77F8197}" sibTransId="{133C7CD9-E8B2-4F60-A8C6-CBE3ECABEEC5}"/>
    <dgm:cxn modelId="{0F92DBFB-8299-49F3-AA64-0E1F1DB8AF4B}" type="presOf" srcId="{133C7CD9-E8B2-4F60-A8C6-CBE3ECABEEC5}" destId="{4264CFBF-D691-4C42-9D6D-B321EAE6DBB2}" srcOrd="0" destOrd="0" presId="urn:microsoft.com/office/officeart/2005/8/layout/bProcess4"/>
    <dgm:cxn modelId="{14AE3C70-427A-4671-A5E5-4C3C2AC739EE}" type="presOf" srcId="{0C599E2A-F062-4560-B5E6-831386020F18}" destId="{54A81207-F786-4628-8CF5-A1A750459606}" srcOrd="0" destOrd="0" presId="urn:microsoft.com/office/officeart/2005/8/layout/bProcess4"/>
    <dgm:cxn modelId="{A4018669-F76A-496D-93D3-4C53AD61C05E}" type="presOf" srcId="{DB68C3DB-E367-47EE-8F8A-1246DEA019A2}" destId="{663BFDFB-4674-4327-AFEF-B3EB8E300728}" srcOrd="0" destOrd="0" presId="urn:microsoft.com/office/officeart/2005/8/layout/bProcess4"/>
    <dgm:cxn modelId="{1EC93E4F-3607-457D-A807-AFDEEA6012FC}" type="presOf" srcId="{6C591B2C-565B-41A3-83B8-224CB2644BB6}" destId="{5CED5582-41FC-410E-9B26-9828F6E60E72}" srcOrd="0" destOrd="0" presId="urn:microsoft.com/office/officeart/2005/8/layout/bProcess4"/>
    <dgm:cxn modelId="{59371AD0-293E-4D9F-B02B-2137FE3128C1}" type="presOf" srcId="{BA8530C3-B684-464F-95ED-AE429A9E9F21}" destId="{342AF92B-995E-44AD-BA76-EF37328DEB97}" srcOrd="0" destOrd="0" presId="urn:microsoft.com/office/officeart/2005/8/layout/bProcess4"/>
    <dgm:cxn modelId="{B588F07C-DE72-4006-9F65-5BCDC737A524}" srcId="{C9F5B1C9-F0FD-44E1-AD4F-5F3D38AD48E0}" destId="{8BBD75DA-B7A1-4288-82E8-2E64776376E8}" srcOrd="8" destOrd="0" parTransId="{093F26EF-A625-4272-AF96-FEA6124977AA}" sibTransId="{90E48EF4-C182-4A90-BADA-3E699BBD6899}"/>
    <dgm:cxn modelId="{B3CA450E-979E-436D-9EA9-DF33E8E1E1FE}" srcId="{C9F5B1C9-F0FD-44E1-AD4F-5F3D38AD48E0}" destId="{E0CDE6FD-00E5-4638-AF40-03D05C15939A}" srcOrd="6" destOrd="0" parTransId="{62B18520-90AD-4E96-933F-B2177556E313}" sibTransId="{CA71034F-6253-4976-A7EC-7DE211DCF8D1}"/>
    <dgm:cxn modelId="{2E79339B-AD39-40B5-8DD8-BF9A0E5C7060}" srcId="{C9F5B1C9-F0FD-44E1-AD4F-5F3D38AD48E0}" destId="{16AE6E41-B007-4E4C-9D99-F52A82D3A64C}" srcOrd="3" destOrd="0" parTransId="{7712F0F3-B58A-4C40-BDA5-F208420BE034}" sibTransId="{278D9D70-FAB3-4626-95EA-9C9723994F16}"/>
    <dgm:cxn modelId="{D5CE6B13-A26D-4199-B728-DFFF99DBABD8}" srcId="{C9F5B1C9-F0FD-44E1-AD4F-5F3D38AD48E0}" destId="{0C599E2A-F062-4560-B5E6-831386020F18}" srcOrd="1" destOrd="0" parTransId="{476E4EE4-9EDB-4595-B30A-FC86C1BB4F64}" sibTransId="{BA8530C3-B684-464F-95ED-AE429A9E9F21}"/>
    <dgm:cxn modelId="{A0953DC9-A75F-4503-A89A-5FB00FEA2649}" type="presOf" srcId="{E0CDE6FD-00E5-4638-AF40-03D05C15939A}" destId="{E42EAEBA-BFDE-466A-BB58-ED12FBD6CE54}" srcOrd="0" destOrd="0" presId="urn:microsoft.com/office/officeart/2005/8/layout/bProcess4"/>
    <dgm:cxn modelId="{713D8A5F-8CCE-47AA-9106-A2D07CA0F88E}" type="presOf" srcId="{E5F8BFEF-C2E4-4FA2-A43E-AB7B967E6C11}" destId="{8DB0620B-953C-4AD5-8440-A19F1ABFC4F0}" srcOrd="0" destOrd="0" presId="urn:microsoft.com/office/officeart/2005/8/layout/bProcess4"/>
    <dgm:cxn modelId="{E224FB75-61C8-4FEF-9B3D-8857F4076327}" type="presOf" srcId="{C9F5B1C9-F0FD-44E1-AD4F-5F3D38AD48E0}" destId="{B790461B-25B1-4C9B-AED6-B85613A28E27}" srcOrd="0" destOrd="0" presId="urn:microsoft.com/office/officeart/2005/8/layout/bProcess4"/>
    <dgm:cxn modelId="{4CFBBC59-248E-453F-A139-CCD5993C4EAC}" type="presOf" srcId="{22BE340A-C52F-4E9A-9F1F-75551F185FA7}" destId="{E261C091-D2D4-4EAC-A113-84620B58B361}" srcOrd="0" destOrd="0" presId="urn:microsoft.com/office/officeart/2005/8/layout/bProcess4"/>
    <dgm:cxn modelId="{6DB4C8DB-4FA4-4EDF-9DEF-6A34990A3D5A}" srcId="{C9F5B1C9-F0FD-44E1-AD4F-5F3D38AD48E0}" destId="{20533C06-C803-4DA4-BCF8-D58BE1D2B03C}" srcOrd="5" destOrd="0" parTransId="{74F566E3-17FA-4FFD-A20E-0495A8C4D2D4}" sibTransId="{6C591B2C-565B-41A3-83B8-224CB2644BB6}"/>
    <dgm:cxn modelId="{BA7D90FA-7629-42F1-BE08-4F68C5BDBB09}" type="presOf" srcId="{16AE6E41-B007-4E4C-9D99-F52A82D3A64C}" destId="{5F92449F-8DD8-4486-88A1-993B158EB7B6}" srcOrd="0" destOrd="0" presId="urn:microsoft.com/office/officeart/2005/8/layout/bProcess4"/>
    <dgm:cxn modelId="{40D622BC-82CF-459E-B55F-43F350D51106}" type="presParOf" srcId="{B790461B-25B1-4C9B-AED6-B85613A28E27}" destId="{449CD566-E21A-4EDF-ADA6-DA4A2D2D1C74}" srcOrd="0" destOrd="0" presId="urn:microsoft.com/office/officeart/2005/8/layout/bProcess4"/>
    <dgm:cxn modelId="{8F3F95FE-CC76-40DB-991E-786B4F5A3546}" type="presParOf" srcId="{449CD566-E21A-4EDF-ADA6-DA4A2D2D1C74}" destId="{57C19F48-68EC-4310-A3A8-5859C1F6C3D3}" srcOrd="0" destOrd="0" presId="urn:microsoft.com/office/officeart/2005/8/layout/bProcess4"/>
    <dgm:cxn modelId="{A3DA9455-A581-4D0F-9B58-7936FA37ABF9}" type="presParOf" srcId="{449CD566-E21A-4EDF-ADA6-DA4A2D2D1C74}" destId="{E261C091-D2D4-4EAC-A113-84620B58B361}" srcOrd="1" destOrd="0" presId="urn:microsoft.com/office/officeart/2005/8/layout/bProcess4"/>
    <dgm:cxn modelId="{37A17B4F-A04E-48D5-A3BC-2733DD5EDFC6}" type="presParOf" srcId="{B790461B-25B1-4C9B-AED6-B85613A28E27}" destId="{FCD499E4-AB82-48B2-A395-947E3723A6D5}" srcOrd="1" destOrd="0" presId="urn:microsoft.com/office/officeart/2005/8/layout/bProcess4"/>
    <dgm:cxn modelId="{9915AB92-5579-458E-9E7D-051A0AC81CDE}" type="presParOf" srcId="{B790461B-25B1-4C9B-AED6-B85613A28E27}" destId="{F7A356D8-61E2-4503-95E0-15B1C1182348}" srcOrd="2" destOrd="0" presId="urn:microsoft.com/office/officeart/2005/8/layout/bProcess4"/>
    <dgm:cxn modelId="{1AED3610-773F-4348-BB55-F6CA45A5716D}" type="presParOf" srcId="{F7A356D8-61E2-4503-95E0-15B1C1182348}" destId="{5DF8C726-1E9D-4FE2-8247-4FD70C649B21}" srcOrd="0" destOrd="0" presId="urn:microsoft.com/office/officeart/2005/8/layout/bProcess4"/>
    <dgm:cxn modelId="{A47DF604-54BC-4A5F-9A2B-E61EB0995065}" type="presParOf" srcId="{F7A356D8-61E2-4503-95E0-15B1C1182348}" destId="{54A81207-F786-4628-8CF5-A1A750459606}" srcOrd="1" destOrd="0" presId="urn:microsoft.com/office/officeart/2005/8/layout/bProcess4"/>
    <dgm:cxn modelId="{DF11D6C9-2B3E-49F8-8780-3B297D4A7C4D}" type="presParOf" srcId="{B790461B-25B1-4C9B-AED6-B85613A28E27}" destId="{342AF92B-995E-44AD-BA76-EF37328DEB97}" srcOrd="3" destOrd="0" presId="urn:microsoft.com/office/officeart/2005/8/layout/bProcess4"/>
    <dgm:cxn modelId="{0C4110AD-7DB1-4EF3-93C4-A828C804569E}" type="presParOf" srcId="{B790461B-25B1-4C9B-AED6-B85613A28E27}" destId="{CBE92AA2-34D6-4700-833B-0E4C26C83A9A}" srcOrd="4" destOrd="0" presId="urn:microsoft.com/office/officeart/2005/8/layout/bProcess4"/>
    <dgm:cxn modelId="{31E7D254-4052-45C9-9C48-1EAAE119DEA0}" type="presParOf" srcId="{CBE92AA2-34D6-4700-833B-0E4C26C83A9A}" destId="{A1FAFCFA-5C99-4001-A67A-5B8BBD3A22FB}" srcOrd="0" destOrd="0" presId="urn:microsoft.com/office/officeart/2005/8/layout/bProcess4"/>
    <dgm:cxn modelId="{FD867D3C-E8B0-404A-A479-172AC0A2E6CD}" type="presParOf" srcId="{CBE92AA2-34D6-4700-833B-0E4C26C83A9A}" destId="{663BFDFB-4674-4327-AFEF-B3EB8E300728}" srcOrd="1" destOrd="0" presId="urn:microsoft.com/office/officeart/2005/8/layout/bProcess4"/>
    <dgm:cxn modelId="{AC8CEEB7-22AB-458D-8828-9265818152F6}" type="presParOf" srcId="{B790461B-25B1-4C9B-AED6-B85613A28E27}" destId="{8DB0620B-953C-4AD5-8440-A19F1ABFC4F0}" srcOrd="5" destOrd="0" presId="urn:microsoft.com/office/officeart/2005/8/layout/bProcess4"/>
    <dgm:cxn modelId="{281D819D-5377-4672-94AF-A9735E866E7E}" type="presParOf" srcId="{B790461B-25B1-4C9B-AED6-B85613A28E27}" destId="{F98509B9-BD62-4F71-8182-8EDE45E9035F}" srcOrd="6" destOrd="0" presId="urn:microsoft.com/office/officeart/2005/8/layout/bProcess4"/>
    <dgm:cxn modelId="{39347CE7-C041-49F1-8C1E-E44CA01A9D73}" type="presParOf" srcId="{F98509B9-BD62-4F71-8182-8EDE45E9035F}" destId="{E8353919-9021-4650-9D8A-028C90F18387}" srcOrd="0" destOrd="0" presId="urn:microsoft.com/office/officeart/2005/8/layout/bProcess4"/>
    <dgm:cxn modelId="{0F181D05-7AB7-49F2-B3B3-C025C5D757C3}" type="presParOf" srcId="{F98509B9-BD62-4F71-8182-8EDE45E9035F}" destId="{5F92449F-8DD8-4486-88A1-993B158EB7B6}" srcOrd="1" destOrd="0" presId="urn:microsoft.com/office/officeart/2005/8/layout/bProcess4"/>
    <dgm:cxn modelId="{A448C25F-3EA2-4724-AC25-AA48FB9BCF9C}" type="presParOf" srcId="{B790461B-25B1-4C9B-AED6-B85613A28E27}" destId="{64F133B2-1E4E-4652-A405-A9C59293BCA9}" srcOrd="7" destOrd="0" presId="urn:microsoft.com/office/officeart/2005/8/layout/bProcess4"/>
    <dgm:cxn modelId="{F9C9BF63-5327-4DA6-BB8E-22BCCEA77817}" type="presParOf" srcId="{B790461B-25B1-4C9B-AED6-B85613A28E27}" destId="{48B06964-8CD5-4405-836A-6C230AE8BE37}" srcOrd="8" destOrd="0" presId="urn:microsoft.com/office/officeart/2005/8/layout/bProcess4"/>
    <dgm:cxn modelId="{95A19EA7-8669-40D4-BB44-2F3D4EF50978}" type="presParOf" srcId="{48B06964-8CD5-4405-836A-6C230AE8BE37}" destId="{801F1BEE-D8B4-489E-9593-DCC4D7949435}" srcOrd="0" destOrd="0" presId="urn:microsoft.com/office/officeart/2005/8/layout/bProcess4"/>
    <dgm:cxn modelId="{5FFF6DA7-1780-4A38-9D0E-50ACD0310F66}" type="presParOf" srcId="{48B06964-8CD5-4405-836A-6C230AE8BE37}" destId="{6CF265B7-A2E9-4E55-BBC0-40D1D2976F5A}" srcOrd="1" destOrd="0" presId="urn:microsoft.com/office/officeart/2005/8/layout/bProcess4"/>
    <dgm:cxn modelId="{EA5E9707-8670-4936-81EB-CCBE441FA2C3}" type="presParOf" srcId="{B790461B-25B1-4C9B-AED6-B85613A28E27}" destId="{4264CFBF-D691-4C42-9D6D-B321EAE6DBB2}" srcOrd="9" destOrd="0" presId="urn:microsoft.com/office/officeart/2005/8/layout/bProcess4"/>
    <dgm:cxn modelId="{496E4923-2165-4470-8659-CB1659961EA2}" type="presParOf" srcId="{B790461B-25B1-4C9B-AED6-B85613A28E27}" destId="{E13B9DB1-9D63-4702-B0E3-6C7A7E27AF2A}" srcOrd="10" destOrd="0" presId="urn:microsoft.com/office/officeart/2005/8/layout/bProcess4"/>
    <dgm:cxn modelId="{29593E22-8EC9-46D2-8F66-1AEB13A4810C}" type="presParOf" srcId="{E13B9DB1-9D63-4702-B0E3-6C7A7E27AF2A}" destId="{C979C6F4-38DC-42B5-B7D5-AD5009038D9D}" srcOrd="0" destOrd="0" presId="urn:microsoft.com/office/officeart/2005/8/layout/bProcess4"/>
    <dgm:cxn modelId="{35675411-BCC7-4602-8F45-2CA907F3B6DE}" type="presParOf" srcId="{E13B9DB1-9D63-4702-B0E3-6C7A7E27AF2A}" destId="{799F2A55-553E-45ED-BA04-3B29A38E91E2}" srcOrd="1" destOrd="0" presId="urn:microsoft.com/office/officeart/2005/8/layout/bProcess4"/>
    <dgm:cxn modelId="{A464954E-5464-4ED7-904E-71404B50C0F7}" type="presParOf" srcId="{B790461B-25B1-4C9B-AED6-B85613A28E27}" destId="{5CED5582-41FC-410E-9B26-9828F6E60E72}" srcOrd="11" destOrd="0" presId="urn:microsoft.com/office/officeart/2005/8/layout/bProcess4"/>
    <dgm:cxn modelId="{9A8BD4FE-6C94-4AD8-AFE4-56C2A8AE7AC6}" type="presParOf" srcId="{B790461B-25B1-4C9B-AED6-B85613A28E27}" destId="{F183A241-49F4-419F-B8AD-D21721B05943}" srcOrd="12" destOrd="0" presId="urn:microsoft.com/office/officeart/2005/8/layout/bProcess4"/>
    <dgm:cxn modelId="{8E867B50-BE25-4145-96CF-67E297A37532}" type="presParOf" srcId="{F183A241-49F4-419F-B8AD-D21721B05943}" destId="{101DCBDF-7F01-4121-9F48-7C381BD67DBD}" srcOrd="0" destOrd="0" presId="urn:microsoft.com/office/officeart/2005/8/layout/bProcess4"/>
    <dgm:cxn modelId="{75C3AC57-D311-4520-8080-9D2F9F4AA881}" type="presParOf" srcId="{F183A241-49F4-419F-B8AD-D21721B05943}" destId="{E42EAEBA-BFDE-466A-BB58-ED12FBD6CE54}" srcOrd="1" destOrd="0" presId="urn:microsoft.com/office/officeart/2005/8/layout/bProcess4"/>
    <dgm:cxn modelId="{41D341FD-7590-4AAB-8661-74035DBA1A1B}" type="presParOf" srcId="{B790461B-25B1-4C9B-AED6-B85613A28E27}" destId="{18A1E333-5448-4C1D-9457-396D66901F3E}" srcOrd="13" destOrd="0" presId="urn:microsoft.com/office/officeart/2005/8/layout/bProcess4"/>
    <dgm:cxn modelId="{AF0C5E9C-6285-4001-898D-4EF30DF4B0D8}" type="presParOf" srcId="{B790461B-25B1-4C9B-AED6-B85613A28E27}" destId="{5E7C2BEA-2EB4-4CC9-9629-25BF1BBA0CE0}" srcOrd="14" destOrd="0" presId="urn:microsoft.com/office/officeart/2005/8/layout/bProcess4"/>
    <dgm:cxn modelId="{B22E872B-2684-41CD-AFBA-AA821C6AFD36}" type="presParOf" srcId="{5E7C2BEA-2EB4-4CC9-9629-25BF1BBA0CE0}" destId="{35B2FB12-0F8C-4C6F-A662-F314FCA7414D}" srcOrd="0" destOrd="0" presId="urn:microsoft.com/office/officeart/2005/8/layout/bProcess4"/>
    <dgm:cxn modelId="{8C9764C2-93B2-459B-8D2A-D643CC776C74}" type="presParOf" srcId="{5E7C2BEA-2EB4-4CC9-9629-25BF1BBA0CE0}" destId="{357279BA-7C3C-4583-84C8-5B746D1CC81C}" srcOrd="1" destOrd="0" presId="urn:microsoft.com/office/officeart/2005/8/layout/bProcess4"/>
    <dgm:cxn modelId="{8C0F596C-3323-49CD-A193-5E3A2958BFDB}" type="presParOf" srcId="{B790461B-25B1-4C9B-AED6-B85613A28E27}" destId="{4129357D-6682-4001-AF42-25924042A2FF}" srcOrd="15" destOrd="0" presId="urn:microsoft.com/office/officeart/2005/8/layout/bProcess4"/>
    <dgm:cxn modelId="{AB5BDED7-0130-4AE0-82E6-851A0AEA2D1C}" type="presParOf" srcId="{B790461B-25B1-4C9B-AED6-B85613A28E27}" destId="{5ACBC8DF-913B-4AC2-A81C-E2F5C7D0197E}" srcOrd="16" destOrd="0" presId="urn:microsoft.com/office/officeart/2005/8/layout/bProcess4"/>
    <dgm:cxn modelId="{92C4E9A5-EDA1-402C-9EF3-E58BF84FF79F}" type="presParOf" srcId="{5ACBC8DF-913B-4AC2-A81C-E2F5C7D0197E}" destId="{FC51C8B4-F758-4EE6-A5FB-4BF42A3A4382}" srcOrd="0" destOrd="0" presId="urn:microsoft.com/office/officeart/2005/8/layout/bProcess4"/>
    <dgm:cxn modelId="{B8FCB389-951B-443A-B46E-3EB868135B93}" type="presParOf" srcId="{5ACBC8DF-913B-4AC2-A81C-E2F5C7D0197E}" destId="{08AC021A-6DE5-4205-ACB0-9955BBF86985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80C0B8-4264-4BC1-B8AD-1C696D767ED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C055C3F9-530C-4BBA-A1A8-C4C99D4E52E5}">
      <dgm:prSet phldrT="[Texto]" custT="1"/>
      <dgm:spPr/>
      <dgm:t>
        <a:bodyPr/>
        <a:lstStyle/>
        <a:p>
          <a:r>
            <a:rPr lang="es-ES" sz="1600" dirty="0" smtClean="0"/>
            <a:t>TRIANGULO DE GARANTIA DE CALIDAD</a:t>
          </a:r>
          <a:endParaRPr lang="es-ES" sz="1600" dirty="0"/>
        </a:p>
      </dgm:t>
    </dgm:pt>
    <dgm:pt modelId="{64EFB225-1A1E-4230-A561-80E9195E37A0}" type="parTrans" cxnId="{BE54FA5C-86F3-4FF8-9DA8-EF0E29ED49D6}">
      <dgm:prSet/>
      <dgm:spPr/>
      <dgm:t>
        <a:bodyPr/>
        <a:lstStyle/>
        <a:p>
          <a:endParaRPr lang="es-ES"/>
        </a:p>
      </dgm:t>
    </dgm:pt>
    <dgm:pt modelId="{31C467D7-5FE4-40E5-A6FF-7AE807F67345}" type="sibTrans" cxnId="{BE54FA5C-86F3-4FF8-9DA8-EF0E29ED49D6}">
      <dgm:prSet/>
      <dgm:spPr/>
      <dgm:t>
        <a:bodyPr/>
        <a:lstStyle/>
        <a:p>
          <a:endParaRPr lang="es-ES"/>
        </a:p>
      </dgm:t>
    </dgm:pt>
    <dgm:pt modelId="{494EF6EF-5532-4517-B475-2E219C665CD5}">
      <dgm:prSet phldrT="[Texto]" custT="1"/>
      <dgm:spPr/>
      <dgm:t>
        <a:bodyPr/>
        <a:lstStyle/>
        <a:p>
          <a:r>
            <a:rPr lang="es-ES" sz="1600" dirty="0" smtClean="0"/>
            <a:t>DISEÑO DE CALIDAD</a:t>
          </a:r>
        </a:p>
        <a:p>
          <a:r>
            <a:rPr lang="es-ES" sz="1600" dirty="0" smtClean="0"/>
            <a:t>(DISEÑO ORGANIZACIONAL)</a:t>
          </a:r>
          <a:endParaRPr lang="es-ES" sz="1600" dirty="0"/>
        </a:p>
      </dgm:t>
    </dgm:pt>
    <dgm:pt modelId="{1B4E2704-24EC-4E97-A3EE-81B5C053BE9F}" type="parTrans" cxnId="{4E160724-1510-493E-BA97-CC59C737572A}">
      <dgm:prSet/>
      <dgm:spPr/>
      <dgm:t>
        <a:bodyPr/>
        <a:lstStyle/>
        <a:p>
          <a:endParaRPr lang="es-ES"/>
        </a:p>
      </dgm:t>
    </dgm:pt>
    <dgm:pt modelId="{76805BDF-4D08-4815-AA0C-10F99BFEBC6B}" type="sibTrans" cxnId="{4E160724-1510-493E-BA97-CC59C737572A}">
      <dgm:prSet/>
      <dgm:spPr/>
      <dgm:t>
        <a:bodyPr/>
        <a:lstStyle/>
        <a:p>
          <a:endParaRPr lang="es-ES"/>
        </a:p>
      </dgm:t>
    </dgm:pt>
    <dgm:pt modelId="{58B74FA7-4A53-4BEA-9353-9B3E1C7D3ABC}">
      <dgm:prSet phldrT="[Texto]" custT="1"/>
      <dgm:spPr/>
      <dgm:t>
        <a:bodyPr/>
        <a:lstStyle/>
        <a:p>
          <a:r>
            <a:rPr lang="es-ES" sz="1800" dirty="0" smtClean="0"/>
            <a:t>CONTROL DE CALIDAD</a:t>
          </a:r>
        </a:p>
        <a:p>
          <a:r>
            <a:rPr lang="es-ES" sz="1800" dirty="0" smtClean="0"/>
            <a:t>(SUPERVISION Y EVALUACION)</a:t>
          </a:r>
          <a:endParaRPr lang="es-ES" sz="1800" dirty="0"/>
        </a:p>
      </dgm:t>
    </dgm:pt>
    <dgm:pt modelId="{77F86A00-F8F9-4839-BBFD-8614FC7DE0FF}" type="parTrans" cxnId="{FE6E9295-DA5E-453D-99FE-E59DE30650A9}">
      <dgm:prSet/>
      <dgm:spPr/>
      <dgm:t>
        <a:bodyPr/>
        <a:lstStyle/>
        <a:p>
          <a:endParaRPr lang="es-ES"/>
        </a:p>
      </dgm:t>
    </dgm:pt>
    <dgm:pt modelId="{A7EE5CFA-791B-4E6C-892F-342D8FD93A1E}" type="sibTrans" cxnId="{FE6E9295-DA5E-453D-99FE-E59DE30650A9}">
      <dgm:prSet/>
      <dgm:spPr/>
      <dgm:t>
        <a:bodyPr/>
        <a:lstStyle/>
        <a:p>
          <a:endParaRPr lang="es-ES"/>
        </a:p>
      </dgm:t>
    </dgm:pt>
    <dgm:pt modelId="{8F2BD2F5-8F9C-44DF-B476-DE886D521AF7}">
      <dgm:prSet phldrT="[Texto]" custT="1"/>
      <dgm:spPr/>
      <dgm:t>
        <a:bodyPr/>
        <a:lstStyle/>
        <a:p>
          <a:r>
            <a:rPr lang="es-ES" sz="1600" dirty="0" smtClean="0"/>
            <a:t>MEJORAMIENTO DE CALIDAD</a:t>
          </a:r>
        </a:p>
        <a:p>
          <a:r>
            <a:rPr lang="es-ES" sz="1600" dirty="0" smtClean="0"/>
            <a:t>(RESOLUCION OPORTUNA DE PROB)</a:t>
          </a:r>
          <a:endParaRPr lang="es-ES" sz="1600" dirty="0"/>
        </a:p>
      </dgm:t>
    </dgm:pt>
    <dgm:pt modelId="{C400110A-C776-480D-9FEC-E770B38AE306}" type="parTrans" cxnId="{97E868CF-F3A0-4E48-8A41-DB1234572983}">
      <dgm:prSet/>
      <dgm:spPr/>
      <dgm:t>
        <a:bodyPr/>
        <a:lstStyle/>
        <a:p>
          <a:endParaRPr lang="es-ES"/>
        </a:p>
      </dgm:t>
    </dgm:pt>
    <dgm:pt modelId="{544EC59D-7721-494A-A5B5-54DE2E1628CE}" type="sibTrans" cxnId="{97E868CF-F3A0-4E48-8A41-DB1234572983}">
      <dgm:prSet/>
      <dgm:spPr/>
      <dgm:t>
        <a:bodyPr/>
        <a:lstStyle/>
        <a:p>
          <a:endParaRPr lang="es-ES"/>
        </a:p>
      </dgm:t>
    </dgm:pt>
    <dgm:pt modelId="{574C4AA0-E2E5-4AC5-9573-0BA663C983CE}" type="pres">
      <dgm:prSet presAssocID="{8880C0B8-4264-4BC1-B8AD-1C696D767ED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1E8FAD0-83FD-4554-9747-C6BDBDC22FC0}" type="pres">
      <dgm:prSet presAssocID="{C055C3F9-530C-4BBA-A1A8-C4C99D4E52E5}" presName="root1" presStyleCnt="0"/>
      <dgm:spPr/>
    </dgm:pt>
    <dgm:pt modelId="{D3844502-429B-4A65-A35B-88BB00BF8C89}" type="pres">
      <dgm:prSet presAssocID="{C055C3F9-530C-4BBA-A1A8-C4C99D4E52E5}" presName="LevelOneTextNode" presStyleLbl="node0" presStyleIdx="0" presStyleCnt="1" custScaleY="100196" custLinFactNeighborX="-921" custLinFactNeighborY="10681">
        <dgm:presLayoutVars>
          <dgm:chPref val="3"/>
        </dgm:presLayoutVars>
      </dgm:prSet>
      <dgm:spPr/>
    </dgm:pt>
    <dgm:pt modelId="{08FE5711-45C9-46A1-AB79-D9C9B8509A39}" type="pres">
      <dgm:prSet presAssocID="{C055C3F9-530C-4BBA-A1A8-C4C99D4E52E5}" presName="level2hierChild" presStyleCnt="0"/>
      <dgm:spPr/>
    </dgm:pt>
    <dgm:pt modelId="{07C1D9B3-9E6A-4E01-BBB2-A9E7F5A19489}" type="pres">
      <dgm:prSet presAssocID="{1B4E2704-24EC-4E97-A3EE-81B5C053BE9F}" presName="conn2-1" presStyleLbl="parChTrans1D2" presStyleIdx="0" presStyleCnt="3"/>
      <dgm:spPr/>
    </dgm:pt>
    <dgm:pt modelId="{18851A8B-7F11-42B8-B475-608DCE651088}" type="pres">
      <dgm:prSet presAssocID="{1B4E2704-24EC-4E97-A3EE-81B5C053BE9F}" presName="connTx" presStyleLbl="parChTrans1D2" presStyleIdx="0" presStyleCnt="3"/>
      <dgm:spPr/>
    </dgm:pt>
    <dgm:pt modelId="{F2FC9F0D-7225-4C5A-B15C-F87CBEB771E7}" type="pres">
      <dgm:prSet presAssocID="{494EF6EF-5532-4517-B475-2E219C665CD5}" presName="root2" presStyleCnt="0"/>
      <dgm:spPr/>
    </dgm:pt>
    <dgm:pt modelId="{2BF17B96-AB4D-4625-BE34-0E04048C589E}" type="pres">
      <dgm:prSet presAssocID="{494EF6EF-5532-4517-B475-2E219C665CD5}" presName="LevelTwoTextNode" presStyleLbl="node2" presStyleIdx="0" presStyleCnt="3" custScaleY="139190" custLinFactNeighborX="-958" custLinFactNeighborY="-439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7FC43B1-1884-41C5-8ED2-753CD5616B6C}" type="pres">
      <dgm:prSet presAssocID="{494EF6EF-5532-4517-B475-2E219C665CD5}" presName="level3hierChild" presStyleCnt="0"/>
      <dgm:spPr/>
    </dgm:pt>
    <dgm:pt modelId="{4FEDBC57-3C85-41E8-9C91-02EF5C2B1719}" type="pres">
      <dgm:prSet presAssocID="{77F86A00-F8F9-4839-BBFD-8614FC7DE0FF}" presName="conn2-1" presStyleLbl="parChTrans1D2" presStyleIdx="1" presStyleCnt="3"/>
      <dgm:spPr/>
    </dgm:pt>
    <dgm:pt modelId="{F9877CE9-45DC-41D4-9F6F-36C2863DE57A}" type="pres">
      <dgm:prSet presAssocID="{77F86A00-F8F9-4839-BBFD-8614FC7DE0FF}" presName="connTx" presStyleLbl="parChTrans1D2" presStyleIdx="1" presStyleCnt="3"/>
      <dgm:spPr/>
    </dgm:pt>
    <dgm:pt modelId="{31AC5344-BB2C-471D-B0DD-BA4AAF1A2627}" type="pres">
      <dgm:prSet presAssocID="{58B74FA7-4A53-4BEA-9353-9B3E1C7D3ABC}" presName="root2" presStyleCnt="0"/>
      <dgm:spPr/>
    </dgm:pt>
    <dgm:pt modelId="{2E408F14-9876-43D1-9CDD-EA450A207F45}" type="pres">
      <dgm:prSet presAssocID="{58B74FA7-4A53-4BEA-9353-9B3E1C7D3ABC}" presName="LevelTwoTextNode" presStyleLbl="node2" presStyleIdx="1" presStyleCnt="3" custScaleY="135549" custLinFactNeighborX="-3717" custLinFactNeighborY="-2693">
        <dgm:presLayoutVars>
          <dgm:chPref val="3"/>
        </dgm:presLayoutVars>
      </dgm:prSet>
      <dgm:spPr/>
    </dgm:pt>
    <dgm:pt modelId="{079B6834-F30D-4328-8427-17B1C94FCCCB}" type="pres">
      <dgm:prSet presAssocID="{58B74FA7-4A53-4BEA-9353-9B3E1C7D3ABC}" presName="level3hierChild" presStyleCnt="0"/>
      <dgm:spPr/>
    </dgm:pt>
    <dgm:pt modelId="{B272A682-3DAC-46F0-B9CD-908FEDB660EF}" type="pres">
      <dgm:prSet presAssocID="{C400110A-C776-480D-9FEC-E770B38AE306}" presName="conn2-1" presStyleLbl="parChTrans1D2" presStyleIdx="2" presStyleCnt="3"/>
      <dgm:spPr/>
    </dgm:pt>
    <dgm:pt modelId="{75657038-120A-44FB-82F7-00E1E97922BC}" type="pres">
      <dgm:prSet presAssocID="{C400110A-C776-480D-9FEC-E770B38AE306}" presName="connTx" presStyleLbl="parChTrans1D2" presStyleIdx="2" presStyleCnt="3"/>
      <dgm:spPr/>
    </dgm:pt>
    <dgm:pt modelId="{128EB641-6FB2-440E-956C-710421C5A4F7}" type="pres">
      <dgm:prSet presAssocID="{8F2BD2F5-8F9C-44DF-B476-DE886D521AF7}" presName="root2" presStyleCnt="0"/>
      <dgm:spPr/>
    </dgm:pt>
    <dgm:pt modelId="{05318F1E-3221-4ADA-BDBB-CD98396AE3A2}" type="pres">
      <dgm:prSet presAssocID="{8F2BD2F5-8F9C-44DF-B476-DE886D521AF7}" presName="LevelTwoTextNode" presStyleLbl="node2" presStyleIdx="2" presStyleCnt="3" custScaleY="152908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C6CB4F7B-7222-4F58-B374-910C6E425D8F}" type="pres">
      <dgm:prSet presAssocID="{8F2BD2F5-8F9C-44DF-B476-DE886D521AF7}" presName="level3hierChild" presStyleCnt="0"/>
      <dgm:spPr/>
    </dgm:pt>
  </dgm:ptLst>
  <dgm:cxnLst>
    <dgm:cxn modelId="{4E160724-1510-493E-BA97-CC59C737572A}" srcId="{C055C3F9-530C-4BBA-A1A8-C4C99D4E52E5}" destId="{494EF6EF-5532-4517-B475-2E219C665CD5}" srcOrd="0" destOrd="0" parTransId="{1B4E2704-24EC-4E97-A3EE-81B5C053BE9F}" sibTransId="{76805BDF-4D08-4815-AA0C-10F99BFEBC6B}"/>
    <dgm:cxn modelId="{DFEAAA49-65EA-40A9-A5BE-22DDB7FFC93B}" type="presOf" srcId="{494EF6EF-5532-4517-B475-2E219C665CD5}" destId="{2BF17B96-AB4D-4625-BE34-0E04048C589E}" srcOrd="0" destOrd="0" presId="urn:microsoft.com/office/officeart/2008/layout/HorizontalMultiLevelHierarchy"/>
    <dgm:cxn modelId="{E91B9377-8674-484A-8C4C-628682C0FAF8}" type="presOf" srcId="{1B4E2704-24EC-4E97-A3EE-81B5C053BE9F}" destId="{18851A8B-7F11-42B8-B475-608DCE651088}" srcOrd="1" destOrd="0" presId="urn:microsoft.com/office/officeart/2008/layout/HorizontalMultiLevelHierarchy"/>
    <dgm:cxn modelId="{4C271017-01A7-4691-B30B-0F55BE77573D}" type="presOf" srcId="{77F86A00-F8F9-4839-BBFD-8614FC7DE0FF}" destId="{F9877CE9-45DC-41D4-9F6F-36C2863DE57A}" srcOrd="1" destOrd="0" presId="urn:microsoft.com/office/officeart/2008/layout/HorizontalMultiLevelHierarchy"/>
    <dgm:cxn modelId="{A0A63C68-87BF-4FD9-86FA-4288CA2D7CE3}" type="presOf" srcId="{8880C0B8-4264-4BC1-B8AD-1C696D767EDF}" destId="{574C4AA0-E2E5-4AC5-9573-0BA663C983CE}" srcOrd="0" destOrd="0" presId="urn:microsoft.com/office/officeart/2008/layout/HorizontalMultiLevelHierarchy"/>
    <dgm:cxn modelId="{998C75DF-C911-42D1-A01A-88E4C5265C65}" type="presOf" srcId="{58B74FA7-4A53-4BEA-9353-9B3E1C7D3ABC}" destId="{2E408F14-9876-43D1-9CDD-EA450A207F45}" srcOrd="0" destOrd="0" presId="urn:microsoft.com/office/officeart/2008/layout/HorizontalMultiLevelHierarchy"/>
    <dgm:cxn modelId="{529D3514-DBC6-403A-B4BB-053A6626485A}" type="presOf" srcId="{1B4E2704-24EC-4E97-A3EE-81B5C053BE9F}" destId="{07C1D9B3-9E6A-4E01-BBB2-A9E7F5A19489}" srcOrd="0" destOrd="0" presId="urn:microsoft.com/office/officeart/2008/layout/HorizontalMultiLevelHierarchy"/>
    <dgm:cxn modelId="{92FF40CF-C9CC-4A5A-B28A-25B02DDE9BE9}" type="presOf" srcId="{C400110A-C776-480D-9FEC-E770B38AE306}" destId="{B272A682-3DAC-46F0-B9CD-908FEDB660EF}" srcOrd="0" destOrd="0" presId="urn:microsoft.com/office/officeart/2008/layout/HorizontalMultiLevelHierarchy"/>
    <dgm:cxn modelId="{97E868CF-F3A0-4E48-8A41-DB1234572983}" srcId="{C055C3F9-530C-4BBA-A1A8-C4C99D4E52E5}" destId="{8F2BD2F5-8F9C-44DF-B476-DE886D521AF7}" srcOrd="2" destOrd="0" parTransId="{C400110A-C776-480D-9FEC-E770B38AE306}" sibTransId="{544EC59D-7721-494A-A5B5-54DE2E1628CE}"/>
    <dgm:cxn modelId="{DF1A2030-8CD3-4B4C-8F5B-C3A44BF1BF50}" type="presOf" srcId="{8F2BD2F5-8F9C-44DF-B476-DE886D521AF7}" destId="{05318F1E-3221-4ADA-BDBB-CD98396AE3A2}" srcOrd="0" destOrd="0" presId="urn:microsoft.com/office/officeart/2008/layout/HorizontalMultiLevelHierarchy"/>
    <dgm:cxn modelId="{9D0CDC29-317F-4098-A9F9-623CC7B47B3B}" type="presOf" srcId="{77F86A00-F8F9-4839-BBFD-8614FC7DE0FF}" destId="{4FEDBC57-3C85-41E8-9C91-02EF5C2B1719}" srcOrd="0" destOrd="0" presId="urn:microsoft.com/office/officeart/2008/layout/HorizontalMultiLevelHierarchy"/>
    <dgm:cxn modelId="{FE6E9295-DA5E-453D-99FE-E59DE30650A9}" srcId="{C055C3F9-530C-4BBA-A1A8-C4C99D4E52E5}" destId="{58B74FA7-4A53-4BEA-9353-9B3E1C7D3ABC}" srcOrd="1" destOrd="0" parTransId="{77F86A00-F8F9-4839-BBFD-8614FC7DE0FF}" sibTransId="{A7EE5CFA-791B-4E6C-892F-342D8FD93A1E}"/>
    <dgm:cxn modelId="{BD5D030F-E32C-496C-A9E5-88A46FF3D95C}" type="presOf" srcId="{C055C3F9-530C-4BBA-A1A8-C4C99D4E52E5}" destId="{D3844502-429B-4A65-A35B-88BB00BF8C89}" srcOrd="0" destOrd="0" presId="urn:microsoft.com/office/officeart/2008/layout/HorizontalMultiLevelHierarchy"/>
    <dgm:cxn modelId="{473B563F-0C9F-4B4D-9092-52ACB0F076FD}" type="presOf" srcId="{C400110A-C776-480D-9FEC-E770B38AE306}" destId="{75657038-120A-44FB-82F7-00E1E97922BC}" srcOrd="1" destOrd="0" presId="urn:microsoft.com/office/officeart/2008/layout/HorizontalMultiLevelHierarchy"/>
    <dgm:cxn modelId="{BE54FA5C-86F3-4FF8-9DA8-EF0E29ED49D6}" srcId="{8880C0B8-4264-4BC1-B8AD-1C696D767EDF}" destId="{C055C3F9-530C-4BBA-A1A8-C4C99D4E52E5}" srcOrd="0" destOrd="0" parTransId="{64EFB225-1A1E-4230-A561-80E9195E37A0}" sibTransId="{31C467D7-5FE4-40E5-A6FF-7AE807F67345}"/>
    <dgm:cxn modelId="{C65D1631-EB8E-40C0-8961-4B633068CA9E}" type="presParOf" srcId="{574C4AA0-E2E5-4AC5-9573-0BA663C983CE}" destId="{A1E8FAD0-83FD-4554-9747-C6BDBDC22FC0}" srcOrd="0" destOrd="0" presId="urn:microsoft.com/office/officeart/2008/layout/HorizontalMultiLevelHierarchy"/>
    <dgm:cxn modelId="{F462FB93-0054-4F9E-8A63-445AA95880C1}" type="presParOf" srcId="{A1E8FAD0-83FD-4554-9747-C6BDBDC22FC0}" destId="{D3844502-429B-4A65-A35B-88BB00BF8C89}" srcOrd="0" destOrd="0" presId="urn:microsoft.com/office/officeart/2008/layout/HorizontalMultiLevelHierarchy"/>
    <dgm:cxn modelId="{0637D566-3A12-4E90-BA7E-6DBD07ABEA53}" type="presParOf" srcId="{A1E8FAD0-83FD-4554-9747-C6BDBDC22FC0}" destId="{08FE5711-45C9-46A1-AB79-D9C9B8509A39}" srcOrd="1" destOrd="0" presId="urn:microsoft.com/office/officeart/2008/layout/HorizontalMultiLevelHierarchy"/>
    <dgm:cxn modelId="{46CEEED1-DA48-4B75-AF6A-0E9A13172CE2}" type="presParOf" srcId="{08FE5711-45C9-46A1-AB79-D9C9B8509A39}" destId="{07C1D9B3-9E6A-4E01-BBB2-A9E7F5A19489}" srcOrd="0" destOrd="0" presId="urn:microsoft.com/office/officeart/2008/layout/HorizontalMultiLevelHierarchy"/>
    <dgm:cxn modelId="{6BB65386-1822-4113-8631-E9B5723D8E29}" type="presParOf" srcId="{07C1D9B3-9E6A-4E01-BBB2-A9E7F5A19489}" destId="{18851A8B-7F11-42B8-B475-608DCE651088}" srcOrd="0" destOrd="0" presId="urn:microsoft.com/office/officeart/2008/layout/HorizontalMultiLevelHierarchy"/>
    <dgm:cxn modelId="{DB1BB4B3-4F82-472C-8354-AD779760FD91}" type="presParOf" srcId="{08FE5711-45C9-46A1-AB79-D9C9B8509A39}" destId="{F2FC9F0D-7225-4C5A-B15C-F87CBEB771E7}" srcOrd="1" destOrd="0" presId="urn:microsoft.com/office/officeart/2008/layout/HorizontalMultiLevelHierarchy"/>
    <dgm:cxn modelId="{396343DA-8663-4FD1-B854-03AA28CEFF69}" type="presParOf" srcId="{F2FC9F0D-7225-4C5A-B15C-F87CBEB771E7}" destId="{2BF17B96-AB4D-4625-BE34-0E04048C589E}" srcOrd="0" destOrd="0" presId="urn:microsoft.com/office/officeart/2008/layout/HorizontalMultiLevelHierarchy"/>
    <dgm:cxn modelId="{732EE350-884F-46A0-ACFF-75A460861992}" type="presParOf" srcId="{F2FC9F0D-7225-4C5A-B15C-F87CBEB771E7}" destId="{57FC43B1-1884-41C5-8ED2-753CD5616B6C}" srcOrd="1" destOrd="0" presId="urn:microsoft.com/office/officeart/2008/layout/HorizontalMultiLevelHierarchy"/>
    <dgm:cxn modelId="{E1FF3372-ECC9-4C5B-B4DA-53D7527706A2}" type="presParOf" srcId="{08FE5711-45C9-46A1-AB79-D9C9B8509A39}" destId="{4FEDBC57-3C85-41E8-9C91-02EF5C2B1719}" srcOrd="2" destOrd="0" presId="urn:microsoft.com/office/officeart/2008/layout/HorizontalMultiLevelHierarchy"/>
    <dgm:cxn modelId="{5C27F73A-3807-4893-B03B-61A7E221FEB8}" type="presParOf" srcId="{4FEDBC57-3C85-41E8-9C91-02EF5C2B1719}" destId="{F9877CE9-45DC-41D4-9F6F-36C2863DE57A}" srcOrd="0" destOrd="0" presId="urn:microsoft.com/office/officeart/2008/layout/HorizontalMultiLevelHierarchy"/>
    <dgm:cxn modelId="{B4D02B3E-EA24-4CF2-8B1C-166C6B97926E}" type="presParOf" srcId="{08FE5711-45C9-46A1-AB79-D9C9B8509A39}" destId="{31AC5344-BB2C-471D-B0DD-BA4AAF1A2627}" srcOrd="3" destOrd="0" presId="urn:microsoft.com/office/officeart/2008/layout/HorizontalMultiLevelHierarchy"/>
    <dgm:cxn modelId="{5D723395-5509-494D-92FC-C715F47B0044}" type="presParOf" srcId="{31AC5344-BB2C-471D-B0DD-BA4AAF1A2627}" destId="{2E408F14-9876-43D1-9CDD-EA450A207F45}" srcOrd="0" destOrd="0" presId="urn:microsoft.com/office/officeart/2008/layout/HorizontalMultiLevelHierarchy"/>
    <dgm:cxn modelId="{3A08787C-31F8-4C2D-A42C-0A7559B3A8B1}" type="presParOf" srcId="{31AC5344-BB2C-471D-B0DD-BA4AAF1A2627}" destId="{079B6834-F30D-4328-8427-17B1C94FCCCB}" srcOrd="1" destOrd="0" presId="urn:microsoft.com/office/officeart/2008/layout/HorizontalMultiLevelHierarchy"/>
    <dgm:cxn modelId="{035BB962-0DB3-4A5A-96F2-0401FB6F84C9}" type="presParOf" srcId="{08FE5711-45C9-46A1-AB79-D9C9B8509A39}" destId="{B272A682-3DAC-46F0-B9CD-908FEDB660EF}" srcOrd="4" destOrd="0" presId="urn:microsoft.com/office/officeart/2008/layout/HorizontalMultiLevelHierarchy"/>
    <dgm:cxn modelId="{8F0CAEDC-768B-4EAC-9DDD-89B1BDEDCCD3}" type="presParOf" srcId="{B272A682-3DAC-46F0-B9CD-908FEDB660EF}" destId="{75657038-120A-44FB-82F7-00E1E97922BC}" srcOrd="0" destOrd="0" presId="urn:microsoft.com/office/officeart/2008/layout/HorizontalMultiLevelHierarchy"/>
    <dgm:cxn modelId="{50963674-88A2-4A13-9A15-A4C72C882C8B}" type="presParOf" srcId="{08FE5711-45C9-46A1-AB79-D9C9B8509A39}" destId="{128EB641-6FB2-440E-956C-710421C5A4F7}" srcOrd="5" destOrd="0" presId="urn:microsoft.com/office/officeart/2008/layout/HorizontalMultiLevelHierarchy"/>
    <dgm:cxn modelId="{183E7B3D-ABA9-4EB3-89A4-750DEE43E758}" type="presParOf" srcId="{128EB641-6FB2-440E-956C-710421C5A4F7}" destId="{05318F1E-3221-4ADA-BDBB-CD98396AE3A2}" srcOrd="0" destOrd="0" presId="urn:microsoft.com/office/officeart/2008/layout/HorizontalMultiLevelHierarchy"/>
    <dgm:cxn modelId="{AF4183F8-A0AA-40F1-923E-92D759E54C5B}" type="presParOf" srcId="{128EB641-6FB2-440E-956C-710421C5A4F7}" destId="{C6CB4F7B-7222-4F58-B374-910C6E425D8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BD228-C31C-4BEF-BACE-D848E195D4AD}">
      <dsp:nvSpPr>
        <dsp:cNvPr id="0" name=""/>
        <dsp:cNvSpPr/>
      </dsp:nvSpPr>
      <dsp:spPr>
        <a:xfrm rot="5400000">
          <a:off x="102694" y="951780"/>
          <a:ext cx="1486686" cy="1794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6EEBC-BB2A-49C2-A16D-C49F32E4353F}">
      <dsp:nvSpPr>
        <dsp:cNvPr id="0" name=""/>
        <dsp:cNvSpPr/>
      </dsp:nvSpPr>
      <dsp:spPr>
        <a:xfrm>
          <a:off x="442863" y="271"/>
          <a:ext cx="1993944" cy="1196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Diferente visión de la calidad entre instituciones</a:t>
          </a:r>
          <a:endParaRPr lang="es-BO" sz="1600" kern="1200" dirty="0"/>
        </a:p>
      </dsp:txBody>
      <dsp:txXfrm>
        <a:off x="477903" y="35311"/>
        <a:ext cx="1923864" cy="1126286"/>
      </dsp:txXfrm>
    </dsp:sp>
    <dsp:sp modelId="{83643C43-91C2-45C0-A56D-B1A9CAA51386}">
      <dsp:nvSpPr>
        <dsp:cNvPr id="0" name=""/>
        <dsp:cNvSpPr/>
      </dsp:nvSpPr>
      <dsp:spPr>
        <a:xfrm rot="5400000">
          <a:off x="102694" y="2447238"/>
          <a:ext cx="1486686" cy="17945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DF9FF-8DD4-417B-AB46-EE3DB41A51B0}">
      <dsp:nvSpPr>
        <dsp:cNvPr id="0" name=""/>
        <dsp:cNvSpPr/>
      </dsp:nvSpPr>
      <dsp:spPr>
        <a:xfrm>
          <a:off x="442863" y="1495729"/>
          <a:ext cx="1993944" cy="11963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Variabilidad de la práctica profesional</a:t>
          </a:r>
          <a:endParaRPr lang="es-BO" sz="1600" kern="1200" dirty="0"/>
        </a:p>
      </dsp:txBody>
      <dsp:txXfrm>
        <a:off x="477903" y="1530769"/>
        <a:ext cx="1923864" cy="1126286"/>
      </dsp:txXfrm>
    </dsp:sp>
    <dsp:sp modelId="{C36CD596-7525-43CC-B2FD-76931A4F53EB}">
      <dsp:nvSpPr>
        <dsp:cNvPr id="0" name=""/>
        <dsp:cNvSpPr/>
      </dsp:nvSpPr>
      <dsp:spPr>
        <a:xfrm>
          <a:off x="850423" y="3194967"/>
          <a:ext cx="2643174" cy="1794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3D7DA-59D3-41C6-B718-A30E2F6850E0}">
      <dsp:nvSpPr>
        <dsp:cNvPr id="0" name=""/>
        <dsp:cNvSpPr/>
      </dsp:nvSpPr>
      <dsp:spPr>
        <a:xfrm>
          <a:off x="442863" y="2991187"/>
          <a:ext cx="1993944" cy="1196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Liderazgo y compromiso deferentes con la calidad</a:t>
          </a:r>
          <a:endParaRPr lang="es-BO" sz="1600" kern="1200" dirty="0"/>
        </a:p>
      </dsp:txBody>
      <dsp:txXfrm>
        <a:off x="477903" y="3026227"/>
        <a:ext cx="1923864" cy="1126286"/>
      </dsp:txXfrm>
    </dsp:sp>
    <dsp:sp modelId="{246A25B4-5E78-4542-9E8A-012ED5465BA7}">
      <dsp:nvSpPr>
        <dsp:cNvPr id="0" name=""/>
        <dsp:cNvSpPr/>
      </dsp:nvSpPr>
      <dsp:spPr>
        <a:xfrm rot="16200000">
          <a:off x="2754640" y="2447238"/>
          <a:ext cx="1486686" cy="17945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0FD6B-A425-4190-9A4D-2981D34F81BD}">
      <dsp:nvSpPr>
        <dsp:cNvPr id="0" name=""/>
        <dsp:cNvSpPr/>
      </dsp:nvSpPr>
      <dsp:spPr>
        <a:xfrm>
          <a:off x="3094808" y="2991187"/>
          <a:ext cx="1993944" cy="1196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Déficit de formación en calidad del nivel gerencial</a:t>
          </a:r>
          <a:endParaRPr lang="es-BO" sz="1600" kern="1200" dirty="0"/>
        </a:p>
      </dsp:txBody>
      <dsp:txXfrm>
        <a:off x="3129848" y="3026227"/>
        <a:ext cx="1923864" cy="1126286"/>
      </dsp:txXfrm>
    </dsp:sp>
    <dsp:sp modelId="{D58FB39A-A2B3-4CB7-A75D-C42A2F3BDCC0}">
      <dsp:nvSpPr>
        <dsp:cNvPr id="0" name=""/>
        <dsp:cNvSpPr/>
      </dsp:nvSpPr>
      <dsp:spPr>
        <a:xfrm rot="16200000">
          <a:off x="2754640" y="951780"/>
          <a:ext cx="1486686" cy="17945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2705C-BFF6-4ABE-AC9B-BC500DD1DD69}">
      <dsp:nvSpPr>
        <dsp:cNvPr id="0" name=""/>
        <dsp:cNvSpPr/>
      </dsp:nvSpPr>
      <dsp:spPr>
        <a:xfrm>
          <a:off x="3094808" y="1495729"/>
          <a:ext cx="1993944" cy="11963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Procesos poco definidos y estándares de calidad insuficientes</a:t>
          </a:r>
          <a:endParaRPr lang="es-BO" sz="1600" kern="1200" dirty="0"/>
        </a:p>
      </dsp:txBody>
      <dsp:txXfrm>
        <a:off x="3129848" y="1530769"/>
        <a:ext cx="1923864" cy="1126286"/>
      </dsp:txXfrm>
    </dsp:sp>
    <dsp:sp modelId="{7606432D-D644-4A19-B278-380A19CC5EEE}">
      <dsp:nvSpPr>
        <dsp:cNvPr id="0" name=""/>
        <dsp:cNvSpPr/>
      </dsp:nvSpPr>
      <dsp:spPr>
        <a:xfrm>
          <a:off x="3502369" y="204051"/>
          <a:ext cx="2643174" cy="1794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098EC-4F53-4B41-A1DA-B6E727E2BA9E}">
      <dsp:nvSpPr>
        <dsp:cNvPr id="0" name=""/>
        <dsp:cNvSpPr/>
      </dsp:nvSpPr>
      <dsp:spPr>
        <a:xfrm>
          <a:off x="3094808" y="271"/>
          <a:ext cx="1993944" cy="1196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Diversidad de enfoques de la calidad</a:t>
          </a:r>
          <a:endParaRPr lang="es-BO" sz="1600" kern="1200" dirty="0"/>
        </a:p>
      </dsp:txBody>
      <dsp:txXfrm>
        <a:off x="3129848" y="35311"/>
        <a:ext cx="1923864" cy="1126286"/>
      </dsp:txXfrm>
    </dsp:sp>
    <dsp:sp modelId="{0A4B585C-33BE-4926-A00D-19C93F79F070}">
      <dsp:nvSpPr>
        <dsp:cNvPr id="0" name=""/>
        <dsp:cNvSpPr/>
      </dsp:nvSpPr>
      <dsp:spPr>
        <a:xfrm rot="5400000">
          <a:off x="5406585" y="951780"/>
          <a:ext cx="1486686" cy="17945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B0585-7467-47B9-BB94-25F183BF8A87}">
      <dsp:nvSpPr>
        <dsp:cNvPr id="0" name=""/>
        <dsp:cNvSpPr/>
      </dsp:nvSpPr>
      <dsp:spPr>
        <a:xfrm>
          <a:off x="5746754" y="271"/>
          <a:ext cx="1993944" cy="11963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Diversidad de modelos de gestión de calidad</a:t>
          </a:r>
          <a:endParaRPr lang="es-BO" sz="1600" kern="1200" dirty="0"/>
        </a:p>
      </dsp:txBody>
      <dsp:txXfrm>
        <a:off x="5781794" y="35311"/>
        <a:ext cx="1923864" cy="1126286"/>
      </dsp:txXfrm>
    </dsp:sp>
    <dsp:sp modelId="{DFA29F71-BE9D-45CF-AF01-3F465722C0B8}">
      <dsp:nvSpPr>
        <dsp:cNvPr id="0" name=""/>
        <dsp:cNvSpPr/>
      </dsp:nvSpPr>
      <dsp:spPr>
        <a:xfrm rot="5400000">
          <a:off x="5406585" y="2447238"/>
          <a:ext cx="1486686" cy="1794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1EE8B-D157-4E29-8646-DBCC8F01E7CF}">
      <dsp:nvSpPr>
        <dsp:cNvPr id="0" name=""/>
        <dsp:cNvSpPr/>
      </dsp:nvSpPr>
      <dsp:spPr>
        <a:xfrm>
          <a:off x="5746754" y="1495729"/>
          <a:ext cx="1993944" cy="1196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err="1" smtClean="0"/>
            <a:t>Formacion</a:t>
          </a:r>
          <a:r>
            <a:rPr lang="es-BO" sz="1600" kern="1200" dirty="0" smtClean="0"/>
            <a:t> heterogenia del personal en calidad</a:t>
          </a:r>
          <a:endParaRPr lang="es-BO" sz="1600" kern="1200" dirty="0"/>
        </a:p>
      </dsp:txBody>
      <dsp:txXfrm>
        <a:off x="5781794" y="1530769"/>
        <a:ext cx="1923864" cy="1126286"/>
      </dsp:txXfrm>
    </dsp:sp>
    <dsp:sp modelId="{54733977-2BA7-4F65-B2B1-23FBD33CF569}">
      <dsp:nvSpPr>
        <dsp:cNvPr id="0" name=""/>
        <dsp:cNvSpPr/>
      </dsp:nvSpPr>
      <dsp:spPr>
        <a:xfrm>
          <a:off x="5746754" y="2991187"/>
          <a:ext cx="1993944" cy="1196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Falta de programas de </a:t>
          </a:r>
          <a:r>
            <a:rPr lang="es-BO" sz="1600" kern="1200" dirty="0" err="1" smtClean="0"/>
            <a:t>formacion</a:t>
          </a:r>
          <a:r>
            <a:rPr lang="es-BO" sz="1600" kern="1200" dirty="0" smtClean="0"/>
            <a:t> </a:t>
          </a:r>
          <a:endParaRPr lang="es-BO" sz="1600" kern="1200" dirty="0"/>
        </a:p>
      </dsp:txBody>
      <dsp:txXfrm>
        <a:off x="5781794" y="3026227"/>
        <a:ext cx="1923864" cy="11262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649B6-CA93-4ED2-9D9B-7A57FCCB8D2F}">
      <dsp:nvSpPr>
        <dsp:cNvPr id="0" name=""/>
        <dsp:cNvSpPr/>
      </dsp:nvSpPr>
      <dsp:spPr>
        <a:xfrm>
          <a:off x="8553" y="1834896"/>
          <a:ext cx="2149067" cy="11358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VISION SIMILAR A DE LA CALIDAD ENTRE INSTITUCIONES</a:t>
          </a:r>
          <a:endParaRPr lang="es-BO" sz="1600" kern="1200" dirty="0"/>
        </a:p>
      </dsp:txBody>
      <dsp:txXfrm>
        <a:off x="41822" y="1868165"/>
        <a:ext cx="2082529" cy="1069351"/>
      </dsp:txXfrm>
    </dsp:sp>
    <dsp:sp modelId="{2879E9A4-49CA-44BF-B3DC-97805B67ED1E}">
      <dsp:nvSpPr>
        <dsp:cNvPr id="0" name=""/>
        <dsp:cNvSpPr/>
      </dsp:nvSpPr>
      <dsp:spPr>
        <a:xfrm rot="18770822">
          <a:off x="1955395" y="1916355"/>
          <a:ext cx="1264076" cy="46185"/>
        </a:xfrm>
        <a:custGeom>
          <a:avLst/>
          <a:gdLst/>
          <a:ahLst/>
          <a:cxnLst/>
          <a:rect l="0" t="0" r="0" b="0"/>
          <a:pathLst>
            <a:path>
              <a:moveTo>
                <a:pt x="0" y="23092"/>
              </a:moveTo>
              <a:lnTo>
                <a:pt x="1264076" y="23092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BO" sz="500" kern="1200"/>
        </a:p>
      </dsp:txBody>
      <dsp:txXfrm>
        <a:off x="2555832" y="1907846"/>
        <a:ext cx="63203" cy="63203"/>
      </dsp:txXfrm>
    </dsp:sp>
    <dsp:sp modelId="{144B1785-7862-4467-9011-A67F2949320F}">
      <dsp:nvSpPr>
        <dsp:cNvPr id="0" name=""/>
        <dsp:cNvSpPr/>
      </dsp:nvSpPr>
      <dsp:spPr>
        <a:xfrm>
          <a:off x="3017247" y="938788"/>
          <a:ext cx="2149067" cy="1074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MENOR VARIABILIDAD DE LA PRACTICA PROFESIONAL</a:t>
          </a:r>
          <a:endParaRPr lang="es-BO" sz="1600" kern="1200" dirty="0"/>
        </a:p>
      </dsp:txBody>
      <dsp:txXfrm>
        <a:off x="3048719" y="970260"/>
        <a:ext cx="2086123" cy="1011589"/>
      </dsp:txXfrm>
    </dsp:sp>
    <dsp:sp modelId="{5569FAD1-002B-45EF-BC84-25EC582C7904}">
      <dsp:nvSpPr>
        <dsp:cNvPr id="0" name=""/>
        <dsp:cNvSpPr/>
      </dsp:nvSpPr>
      <dsp:spPr>
        <a:xfrm rot="19457599">
          <a:off x="5066811" y="1144034"/>
          <a:ext cx="1058633" cy="46185"/>
        </a:xfrm>
        <a:custGeom>
          <a:avLst/>
          <a:gdLst/>
          <a:ahLst/>
          <a:cxnLst/>
          <a:rect l="0" t="0" r="0" b="0"/>
          <a:pathLst>
            <a:path>
              <a:moveTo>
                <a:pt x="0" y="23092"/>
              </a:moveTo>
              <a:lnTo>
                <a:pt x="1058633" y="23092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BO" sz="500" kern="1200"/>
        </a:p>
      </dsp:txBody>
      <dsp:txXfrm>
        <a:off x="5569662" y="1140661"/>
        <a:ext cx="52931" cy="52931"/>
      </dsp:txXfrm>
    </dsp:sp>
    <dsp:sp modelId="{BD802C84-9890-4EEA-AEE7-F2FEBCB13140}">
      <dsp:nvSpPr>
        <dsp:cNvPr id="0" name=""/>
        <dsp:cNvSpPr/>
      </dsp:nvSpPr>
      <dsp:spPr>
        <a:xfrm>
          <a:off x="6025941" y="320932"/>
          <a:ext cx="2149067" cy="1074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DESARROLLO DE LA CULTURA DE CALIDAD Y SEGURIDAD DEL PACIENTE</a:t>
          </a:r>
          <a:endParaRPr lang="es-BO" sz="1600" kern="1200" dirty="0"/>
        </a:p>
      </dsp:txBody>
      <dsp:txXfrm>
        <a:off x="6057413" y="352404"/>
        <a:ext cx="2086123" cy="1011589"/>
      </dsp:txXfrm>
    </dsp:sp>
    <dsp:sp modelId="{BE02894F-B72C-4E2E-932E-CBC12C6F7E3F}">
      <dsp:nvSpPr>
        <dsp:cNvPr id="0" name=""/>
        <dsp:cNvSpPr/>
      </dsp:nvSpPr>
      <dsp:spPr>
        <a:xfrm rot="2244182">
          <a:off x="5053954" y="1784886"/>
          <a:ext cx="1092899" cy="46185"/>
        </a:xfrm>
        <a:custGeom>
          <a:avLst/>
          <a:gdLst/>
          <a:ahLst/>
          <a:cxnLst/>
          <a:rect l="0" t="0" r="0" b="0"/>
          <a:pathLst>
            <a:path>
              <a:moveTo>
                <a:pt x="0" y="23092"/>
              </a:moveTo>
              <a:lnTo>
                <a:pt x="1092899" y="23092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BO" sz="500" kern="1200"/>
        </a:p>
      </dsp:txBody>
      <dsp:txXfrm>
        <a:off x="5573082" y="1780656"/>
        <a:ext cx="54644" cy="54644"/>
      </dsp:txXfrm>
    </dsp:sp>
    <dsp:sp modelId="{A22C7970-DA9D-4629-8549-66E93BA3FEE7}">
      <dsp:nvSpPr>
        <dsp:cNvPr id="0" name=""/>
        <dsp:cNvSpPr/>
      </dsp:nvSpPr>
      <dsp:spPr>
        <a:xfrm>
          <a:off x="6034494" y="1602635"/>
          <a:ext cx="2149067" cy="1074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SUFICIENTE FORMACION EN CALIDAD DEL NIVEL GERENCIAL</a:t>
          </a:r>
          <a:endParaRPr lang="es-BO" sz="1600" kern="1200" dirty="0"/>
        </a:p>
      </dsp:txBody>
      <dsp:txXfrm>
        <a:off x="6065966" y="1634107"/>
        <a:ext cx="2086123" cy="1011589"/>
      </dsp:txXfrm>
    </dsp:sp>
    <dsp:sp modelId="{21164BCE-7DE7-415B-823E-B7EAAE89B849}">
      <dsp:nvSpPr>
        <dsp:cNvPr id="0" name=""/>
        <dsp:cNvSpPr/>
      </dsp:nvSpPr>
      <dsp:spPr>
        <a:xfrm rot="2829178">
          <a:off x="1955395" y="2843140"/>
          <a:ext cx="1264076" cy="46185"/>
        </a:xfrm>
        <a:custGeom>
          <a:avLst/>
          <a:gdLst/>
          <a:ahLst/>
          <a:cxnLst/>
          <a:rect l="0" t="0" r="0" b="0"/>
          <a:pathLst>
            <a:path>
              <a:moveTo>
                <a:pt x="0" y="23092"/>
              </a:moveTo>
              <a:lnTo>
                <a:pt x="1264076" y="23092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BO" sz="500" kern="1200"/>
        </a:p>
      </dsp:txBody>
      <dsp:txXfrm>
        <a:off x="2555832" y="2834631"/>
        <a:ext cx="63203" cy="63203"/>
      </dsp:txXfrm>
    </dsp:sp>
    <dsp:sp modelId="{1C7C9569-11D5-419C-B268-E1BE272D6C19}">
      <dsp:nvSpPr>
        <dsp:cNvPr id="0" name=""/>
        <dsp:cNvSpPr/>
      </dsp:nvSpPr>
      <dsp:spPr>
        <a:xfrm>
          <a:off x="3017247" y="2792359"/>
          <a:ext cx="2149067" cy="10745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LIDERAZGO Y COMPROMISO SIMILAR DE CALIDAD</a:t>
          </a:r>
          <a:endParaRPr lang="es-BO" sz="1600" kern="1200" dirty="0"/>
        </a:p>
      </dsp:txBody>
      <dsp:txXfrm>
        <a:off x="3048719" y="2823831"/>
        <a:ext cx="2086123" cy="1011589"/>
      </dsp:txXfrm>
    </dsp:sp>
    <dsp:sp modelId="{C30A1008-5C5F-4AB7-9391-7AA6549CA573}">
      <dsp:nvSpPr>
        <dsp:cNvPr id="0" name=""/>
        <dsp:cNvSpPr/>
      </dsp:nvSpPr>
      <dsp:spPr>
        <a:xfrm>
          <a:off x="5166314" y="3306533"/>
          <a:ext cx="859626" cy="46185"/>
        </a:xfrm>
        <a:custGeom>
          <a:avLst/>
          <a:gdLst/>
          <a:ahLst/>
          <a:cxnLst/>
          <a:rect l="0" t="0" r="0" b="0"/>
          <a:pathLst>
            <a:path>
              <a:moveTo>
                <a:pt x="0" y="23092"/>
              </a:moveTo>
              <a:lnTo>
                <a:pt x="859626" y="23092"/>
              </a:lnTo>
            </a:path>
          </a:pathLst>
        </a:custGeom>
        <a:noFill/>
        <a:ln w="425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BO" sz="500" kern="1200"/>
        </a:p>
      </dsp:txBody>
      <dsp:txXfrm>
        <a:off x="5574637" y="3308135"/>
        <a:ext cx="42981" cy="42981"/>
      </dsp:txXfrm>
    </dsp:sp>
    <dsp:sp modelId="{ACB8D7B0-76CD-48A5-A34F-80CE797942AC}">
      <dsp:nvSpPr>
        <dsp:cNvPr id="0" name=""/>
        <dsp:cNvSpPr/>
      </dsp:nvSpPr>
      <dsp:spPr>
        <a:xfrm>
          <a:off x="6025941" y="2792359"/>
          <a:ext cx="2149067" cy="1074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BO" sz="1600" kern="1200" dirty="0" smtClean="0"/>
            <a:t>FORMACION HOMOGENEA DEL PERSONAL DE SALUD EN CALIDAD</a:t>
          </a:r>
          <a:endParaRPr lang="es-BO" sz="1600" kern="1200" dirty="0"/>
        </a:p>
      </dsp:txBody>
      <dsp:txXfrm>
        <a:off x="6057413" y="2823831"/>
        <a:ext cx="2086123" cy="10115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39A46-656D-47B3-8E61-64172EC53472}">
      <dsp:nvSpPr>
        <dsp:cNvPr id="0" name=""/>
        <dsp:cNvSpPr/>
      </dsp:nvSpPr>
      <dsp:spPr>
        <a:xfrm>
          <a:off x="4561" y="1865350"/>
          <a:ext cx="2151167" cy="1075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 dirty="0"/>
        </a:p>
      </dsp:txBody>
      <dsp:txXfrm>
        <a:off x="36064" y="1896853"/>
        <a:ext cx="2088161" cy="1012577"/>
      </dsp:txXfrm>
    </dsp:sp>
    <dsp:sp modelId="{5689E782-32C4-41D1-9CD0-66D5F8131BF8}">
      <dsp:nvSpPr>
        <dsp:cNvPr id="0" name=""/>
        <dsp:cNvSpPr/>
      </dsp:nvSpPr>
      <dsp:spPr>
        <a:xfrm rot="18770822">
          <a:off x="1953307" y="1916182"/>
          <a:ext cx="1265312" cy="46230"/>
        </a:xfrm>
        <a:custGeom>
          <a:avLst/>
          <a:gdLst/>
          <a:ahLst/>
          <a:cxnLst/>
          <a:rect l="0" t="0" r="0" b="0"/>
          <a:pathLst>
            <a:path>
              <a:moveTo>
                <a:pt x="0" y="23115"/>
              </a:moveTo>
              <a:lnTo>
                <a:pt x="1265312" y="23115"/>
              </a:lnTo>
            </a:path>
          </a:pathLst>
        </a:custGeom>
        <a:noFill/>
        <a:ln w="425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554330" y="1907664"/>
        <a:ext cx="63265" cy="63265"/>
      </dsp:txXfrm>
    </dsp:sp>
    <dsp:sp modelId="{B5889C98-7CD0-4516-819D-37DAE965069C}">
      <dsp:nvSpPr>
        <dsp:cNvPr id="0" name=""/>
        <dsp:cNvSpPr/>
      </dsp:nvSpPr>
      <dsp:spPr>
        <a:xfrm>
          <a:off x="3016197" y="937659"/>
          <a:ext cx="2151167" cy="10755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 dirty="0"/>
        </a:p>
      </dsp:txBody>
      <dsp:txXfrm>
        <a:off x="3047700" y="969162"/>
        <a:ext cx="2088161" cy="1012577"/>
      </dsp:txXfrm>
    </dsp:sp>
    <dsp:sp modelId="{E9EFEE35-E386-4E31-BB6C-DA05891DBF32}">
      <dsp:nvSpPr>
        <dsp:cNvPr id="0" name=""/>
        <dsp:cNvSpPr/>
      </dsp:nvSpPr>
      <dsp:spPr>
        <a:xfrm rot="19457599">
          <a:off x="5067764" y="1143106"/>
          <a:ext cx="1059668" cy="46230"/>
        </a:xfrm>
        <a:custGeom>
          <a:avLst/>
          <a:gdLst/>
          <a:ahLst/>
          <a:cxnLst/>
          <a:rect l="0" t="0" r="0" b="0"/>
          <a:pathLst>
            <a:path>
              <a:moveTo>
                <a:pt x="0" y="23115"/>
              </a:moveTo>
              <a:lnTo>
                <a:pt x="1059668" y="23115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5571106" y="1139729"/>
        <a:ext cx="52983" cy="52983"/>
      </dsp:txXfrm>
    </dsp:sp>
    <dsp:sp modelId="{1083B710-8454-4C58-9C3C-9A8384889CE4}">
      <dsp:nvSpPr>
        <dsp:cNvPr id="0" name=""/>
        <dsp:cNvSpPr/>
      </dsp:nvSpPr>
      <dsp:spPr>
        <a:xfrm>
          <a:off x="6027832" y="319198"/>
          <a:ext cx="2151167" cy="10755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 dirty="0"/>
        </a:p>
      </dsp:txBody>
      <dsp:txXfrm>
        <a:off x="6059335" y="350701"/>
        <a:ext cx="2088161" cy="1012577"/>
      </dsp:txXfrm>
    </dsp:sp>
    <dsp:sp modelId="{6ABBB29D-50F9-4EBD-9D36-1F350B8C3132}">
      <dsp:nvSpPr>
        <dsp:cNvPr id="0" name=""/>
        <dsp:cNvSpPr/>
      </dsp:nvSpPr>
      <dsp:spPr>
        <a:xfrm rot="2142401">
          <a:off x="5067764" y="1761566"/>
          <a:ext cx="1059668" cy="46230"/>
        </a:xfrm>
        <a:custGeom>
          <a:avLst/>
          <a:gdLst/>
          <a:ahLst/>
          <a:cxnLst/>
          <a:rect l="0" t="0" r="0" b="0"/>
          <a:pathLst>
            <a:path>
              <a:moveTo>
                <a:pt x="0" y="23115"/>
              </a:moveTo>
              <a:lnTo>
                <a:pt x="1059668" y="23115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5571106" y="1758190"/>
        <a:ext cx="52983" cy="52983"/>
      </dsp:txXfrm>
    </dsp:sp>
    <dsp:sp modelId="{512C8522-E106-4A60-8B9A-3516D8179854}">
      <dsp:nvSpPr>
        <dsp:cNvPr id="0" name=""/>
        <dsp:cNvSpPr/>
      </dsp:nvSpPr>
      <dsp:spPr>
        <a:xfrm>
          <a:off x="6027832" y="1556120"/>
          <a:ext cx="2151167" cy="10755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/>
        </a:p>
      </dsp:txBody>
      <dsp:txXfrm>
        <a:off x="6059335" y="1587623"/>
        <a:ext cx="2088161" cy="1012577"/>
      </dsp:txXfrm>
    </dsp:sp>
    <dsp:sp modelId="{F726A300-B1E9-41AA-B47A-FDAA995AFD86}">
      <dsp:nvSpPr>
        <dsp:cNvPr id="0" name=""/>
        <dsp:cNvSpPr/>
      </dsp:nvSpPr>
      <dsp:spPr>
        <a:xfrm rot="2829178">
          <a:off x="1953307" y="2843873"/>
          <a:ext cx="1265312" cy="46230"/>
        </a:xfrm>
        <a:custGeom>
          <a:avLst/>
          <a:gdLst/>
          <a:ahLst/>
          <a:cxnLst/>
          <a:rect l="0" t="0" r="0" b="0"/>
          <a:pathLst>
            <a:path>
              <a:moveTo>
                <a:pt x="0" y="23115"/>
              </a:moveTo>
              <a:lnTo>
                <a:pt x="1265312" y="23115"/>
              </a:lnTo>
            </a:path>
          </a:pathLst>
        </a:custGeom>
        <a:noFill/>
        <a:ln w="425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554330" y="2835355"/>
        <a:ext cx="63265" cy="63265"/>
      </dsp:txXfrm>
    </dsp:sp>
    <dsp:sp modelId="{259B86CE-417B-43C6-9158-437B1693340D}">
      <dsp:nvSpPr>
        <dsp:cNvPr id="0" name=""/>
        <dsp:cNvSpPr/>
      </dsp:nvSpPr>
      <dsp:spPr>
        <a:xfrm>
          <a:off x="3016197" y="2793042"/>
          <a:ext cx="2151167" cy="10755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 dirty="0"/>
        </a:p>
      </dsp:txBody>
      <dsp:txXfrm>
        <a:off x="3047700" y="2824545"/>
        <a:ext cx="2088161" cy="1012577"/>
      </dsp:txXfrm>
    </dsp:sp>
    <dsp:sp modelId="{0D68632B-EA9A-4A87-B70E-175118C8587D}">
      <dsp:nvSpPr>
        <dsp:cNvPr id="0" name=""/>
        <dsp:cNvSpPr/>
      </dsp:nvSpPr>
      <dsp:spPr>
        <a:xfrm rot="21430029">
          <a:off x="5166891" y="3288578"/>
          <a:ext cx="774549" cy="46230"/>
        </a:xfrm>
        <a:custGeom>
          <a:avLst/>
          <a:gdLst/>
          <a:ahLst/>
          <a:cxnLst/>
          <a:rect l="0" t="0" r="0" b="0"/>
          <a:pathLst>
            <a:path>
              <a:moveTo>
                <a:pt x="0" y="23115"/>
              </a:moveTo>
              <a:lnTo>
                <a:pt x="774549" y="23115"/>
              </a:lnTo>
            </a:path>
          </a:pathLst>
        </a:custGeom>
        <a:noFill/>
        <a:ln w="425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5534802" y="3292330"/>
        <a:ext cx="38727" cy="38727"/>
      </dsp:txXfrm>
    </dsp:sp>
    <dsp:sp modelId="{1584F8FB-0CBE-422F-8945-6FD50A9154D4}">
      <dsp:nvSpPr>
        <dsp:cNvPr id="0" name=""/>
        <dsp:cNvSpPr/>
      </dsp:nvSpPr>
      <dsp:spPr>
        <a:xfrm>
          <a:off x="5940967" y="2754762"/>
          <a:ext cx="2151167" cy="10755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4400" kern="1200"/>
        </a:p>
      </dsp:txBody>
      <dsp:txXfrm>
        <a:off x="5972470" y="2786265"/>
        <a:ext cx="2088161" cy="10125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499E4-AB82-48B2-A395-947E3723A6D5}">
      <dsp:nvSpPr>
        <dsp:cNvPr id="0" name=""/>
        <dsp:cNvSpPr/>
      </dsp:nvSpPr>
      <dsp:spPr>
        <a:xfrm rot="5400000">
          <a:off x="-282859" y="1561164"/>
          <a:ext cx="1257890" cy="152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1C091-D2D4-4EAC-A113-84620B58B361}">
      <dsp:nvSpPr>
        <dsp:cNvPr id="0" name=""/>
        <dsp:cNvSpPr/>
      </dsp:nvSpPr>
      <dsp:spPr>
        <a:xfrm>
          <a:off x="3114" y="753364"/>
          <a:ext cx="1690289" cy="10141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CALIDAD TECNICA</a:t>
          </a:r>
          <a:endParaRPr lang="es-ES" sz="1400" kern="1200" dirty="0"/>
        </a:p>
      </dsp:txBody>
      <dsp:txXfrm>
        <a:off x="32818" y="783068"/>
        <a:ext cx="1630881" cy="954765"/>
      </dsp:txXfrm>
    </dsp:sp>
    <dsp:sp modelId="{342AF92B-995E-44AD-BA76-EF37328DEB97}">
      <dsp:nvSpPr>
        <dsp:cNvPr id="0" name=""/>
        <dsp:cNvSpPr/>
      </dsp:nvSpPr>
      <dsp:spPr>
        <a:xfrm rot="5400000">
          <a:off x="-282859" y="2828881"/>
          <a:ext cx="1257890" cy="1521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81207-F786-4628-8CF5-A1A750459606}">
      <dsp:nvSpPr>
        <dsp:cNvPr id="0" name=""/>
        <dsp:cNvSpPr/>
      </dsp:nvSpPr>
      <dsp:spPr>
        <a:xfrm>
          <a:off x="3114" y="2021081"/>
          <a:ext cx="1690289" cy="10141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CALIDAD PERCIBIDA</a:t>
          </a:r>
          <a:endParaRPr lang="es-ES" sz="1400" kern="1200" dirty="0"/>
        </a:p>
      </dsp:txBody>
      <dsp:txXfrm>
        <a:off x="32818" y="2050785"/>
        <a:ext cx="1630881" cy="954765"/>
      </dsp:txXfrm>
    </dsp:sp>
    <dsp:sp modelId="{8DB0620B-953C-4AD5-8440-A19F1ABFC4F0}">
      <dsp:nvSpPr>
        <dsp:cNvPr id="0" name=""/>
        <dsp:cNvSpPr/>
      </dsp:nvSpPr>
      <dsp:spPr>
        <a:xfrm>
          <a:off x="350998" y="3462740"/>
          <a:ext cx="2238258" cy="15212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BFDFB-4674-4327-AFEF-B3EB8E300728}">
      <dsp:nvSpPr>
        <dsp:cNvPr id="0" name=""/>
        <dsp:cNvSpPr/>
      </dsp:nvSpPr>
      <dsp:spPr>
        <a:xfrm>
          <a:off x="3114" y="3288798"/>
          <a:ext cx="1690289" cy="10141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CALIDAD DEL ENTORNO Y DE LA GESTION</a:t>
          </a:r>
          <a:endParaRPr lang="es-ES" sz="1400" kern="1200" dirty="0"/>
        </a:p>
      </dsp:txBody>
      <dsp:txXfrm>
        <a:off x="32818" y="3318502"/>
        <a:ext cx="1630881" cy="954765"/>
      </dsp:txXfrm>
    </dsp:sp>
    <dsp:sp modelId="{64F133B2-1E4E-4652-A405-A9C59293BCA9}">
      <dsp:nvSpPr>
        <dsp:cNvPr id="0" name=""/>
        <dsp:cNvSpPr/>
      </dsp:nvSpPr>
      <dsp:spPr>
        <a:xfrm rot="16200000">
          <a:off x="1965224" y="2828881"/>
          <a:ext cx="1257890" cy="1521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2449F-8DD8-4486-88A1-993B158EB7B6}">
      <dsp:nvSpPr>
        <dsp:cNvPr id="0" name=""/>
        <dsp:cNvSpPr/>
      </dsp:nvSpPr>
      <dsp:spPr>
        <a:xfrm>
          <a:off x="2251199" y="3288798"/>
          <a:ext cx="1690289" cy="10141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AMBIENTE FISICO CONFORT Y SEGURIDAD</a:t>
          </a:r>
          <a:endParaRPr lang="es-ES" sz="1400" kern="1200" dirty="0"/>
        </a:p>
      </dsp:txBody>
      <dsp:txXfrm>
        <a:off x="2280903" y="3318502"/>
        <a:ext cx="1630881" cy="954765"/>
      </dsp:txXfrm>
    </dsp:sp>
    <dsp:sp modelId="{4264CFBF-D691-4C42-9D6D-B321EAE6DBB2}">
      <dsp:nvSpPr>
        <dsp:cNvPr id="0" name=""/>
        <dsp:cNvSpPr/>
      </dsp:nvSpPr>
      <dsp:spPr>
        <a:xfrm rot="16200000">
          <a:off x="1965224" y="1561164"/>
          <a:ext cx="1257890" cy="15212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265B7-A2E9-4E55-BBC0-40D1D2976F5A}">
      <dsp:nvSpPr>
        <dsp:cNvPr id="0" name=""/>
        <dsp:cNvSpPr/>
      </dsp:nvSpPr>
      <dsp:spPr>
        <a:xfrm>
          <a:off x="2251199" y="2021081"/>
          <a:ext cx="1690289" cy="101417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RELACION MEDICO PACIENTE</a:t>
          </a:r>
          <a:endParaRPr lang="es-ES" sz="1400" kern="1200" dirty="0"/>
        </a:p>
      </dsp:txBody>
      <dsp:txXfrm>
        <a:off x="2280903" y="2050785"/>
        <a:ext cx="1630881" cy="954765"/>
      </dsp:txXfrm>
    </dsp:sp>
    <dsp:sp modelId="{5CED5582-41FC-410E-9B26-9828F6E60E72}">
      <dsp:nvSpPr>
        <dsp:cNvPr id="0" name=""/>
        <dsp:cNvSpPr/>
      </dsp:nvSpPr>
      <dsp:spPr>
        <a:xfrm>
          <a:off x="2599083" y="927306"/>
          <a:ext cx="2238258" cy="152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F2A55-553E-45ED-BA04-3B29A38E91E2}">
      <dsp:nvSpPr>
        <dsp:cNvPr id="0" name=""/>
        <dsp:cNvSpPr/>
      </dsp:nvSpPr>
      <dsp:spPr>
        <a:xfrm>
          <a:off x="2251199" y="753364"/>
          <a:ext cx="1690289" cy="10141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HACER LO CORRECTO EN EL MOMONTO OPORTONO Y CON EL MENOR DAÑO</a:t>
          </a:r>
          <a:endParaRPr lang="es-ES" sz="1400" kern="1200" dirty="0"/>
        </a:p>
      </dsp:txBody>
      <dsp:txXfrm>
        <a:off x="2280903" y="783068"/>
        <a:ext cx="1630881" cy="954765"/>
      </dsp:txXfrm>
    </dsp:sp>
    <dsp:sp modelId="{18A1E333-5448-4C1D-9457-396D66901F3E}">
      <dsp:nvSpPr>
        <dsp:cNvPr id="0" name=""/>
        <dsp:cNvSpPr/>
      </dsp:nvSpPr>
      <dsp:spPr>
        <a:xfrm rot="5400000">
          <a:off x="4213309" y="1561164"/>
          <a:ext cx="1257890" cy="1521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EAEBA-BFDE-466A-BB58-ED12FBD6CE54}">
      <dsp:nvSpPr>
        <dsp:cNvPr id="0" name=""/>
        <dsp:cNvSpPr/>
      </dsp:nvSpPr>
      <dsp:spPr>
        <a:xfrm>
          <a:off x="4499284" y="753364"/>
          <a:ext cx="1690289" cy="10141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PRACTICA BASADA EN EVIDENCIA CIENTIFICA</a:t>
          </a:r>
          <a:endParaRPr lang="es-ES" sz="1400" kern="1200" dirty="0"/>
        </a:p>
      </dsp:txBody>
      <dsp:txXfrm>
        <a:off x="4528988" y="783068"/>
        <a:ext cx="1630881" cy="954765"/>
      </dsp:txXfrm>
    </dsp:sp>
    <dsp:sp modelId="{4129357D-6682-4001-AF42-25924042A2FF}">
      <dsp:nvSpPr>
        <dsp:cNvPr id="0" name=""/>
        <dsp:cNvSpPr/>
      </dsp:nvSpPr>
      <dsp:spPr>
        <a:xfrm rot="5400000">
          <a:off x="4213309" y="2828881"/>
          <a:ext cx="1257890" cy="15212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279BA-7C3C-4583-84C8-5B746D1CC81C}">
      <dsp:nvSpPr>
        <dsp:cNvPr id="0" name=""/>
        <dsp:cNvSpPr/>
      </dsp:nvSpPr>
      <dsp:spPr>
        <a:xfrm>
          <a:off x="4499284" y="2021081"/>
          <a:ext cx="1690289" cy="10141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TRATO DIGNO CON CALIDAD Y CALIDEZ</a:t>
          </a:r>
          <a:endParaRPr lang="es-ES" sz="1400" kern="1200" dirty="0"/>
        </a:p>
      </dsp:txBody>
      <dsp:txXfrm>
        <a:off x="4528988" y="2050785"/>
        <a:ext cx="1630881" cy="954765"/>
      </dsp:txXfrm>
    </dsp:sp>
    <dsp:sp modelId="{08AC021A-6DE5-4205-ACB0-9955BBF86985}">
      <dsp:nvSpPr>
        <dsp:cNvPr id="0" name=""/>
        <dsp:cNvSpPr/>
      </dsp:nvSpPr>
      <dsp:spPr>
        <a:xfrm>
          <a:off x="4499284" y="3288798"/>
          <a:ext cx="1690289" cy="10141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COMODIDAD DEL USUARIO CLIMA ORGANISACIONAL</a:t>
          </a:r>
          <a:endParaRPr lang="es-ES" sz="1400" kern="1200" dirty="0"/>
        </a:p>
      </dsp:txBody>
      <dsp:txXfrm>
        <a:off x="4528988" y="3318502"/>
        <a:ext cx="1630881" cy="9547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2A682-3DAC-46F0-B9CD-908FEDB660EF}">
      <dsp:nvSpPr>
        <dsp:cNvPr id="0" name=""/>
        <dsp:cNvSpPr/>
      </dsp:nvSpPr>
      <dsp:spPr>
        <a:xfrm>
          <a:off x="2610401" y="2640092"/>
          <a:ext cx="664758" cy="16200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2379" y="0"/>
              </a:lnTo>
              <a:lnTo>
                <a:pt x="332379" y="1620019"/>
              </a:lnTo>
              <a:lnTo>
                <a:pt x="664758" y="1620019"/>
              </a:lnTo>
            </a:path>
          </a:pathLst>
        </a:custGeom>
        <a:noFill/>
        <a:ln w="425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600" kern="1200"/>
        </a:p>
      </dsp:txBody>
      <dsp:txXfrm>
        <a:off x="2899003" y="3406324"/>
        <a:ext cx="87555" cy="87555"/>
      </dsp:txXfrm>
    </dsp:sp>
    <dsp:sp modelId="{4FEDBC57-3C85-41E8-9C91-02EF5C2B1719}">
      <dsp:nvSpPr>
        <dsp:cNvPr id="0" name=""/>
        <dsp:cNvSpPr/>
      </dsp:nvSpPr>
      <dsp:spPr>
        <a:xfrm>
          <a:off x="2610401" y="2542064"/>
          <a:ext cx="542923" cy="98027"/>
        </a:xfrm>
        <a:custGeom>
          <a:avLst/>
          <a:gdLst/>
          <a:ahLst/>
          <a:cxnLst/>
          <a:rect l="0" t="0" r="0" b="0"/>
          <a:pathLst>
            <a:path>
              <a:moveTo>
                <a:pt x="0" y="98027"/>
              </a:moveTo>
              <a:lnTo>
                <a:pt x="271461" y="98027"/>
              </a:lnTo>
              <a:lnTo>
                <a:pt x="271461" y="0"/>
              </a:lnTo>
              <a:lnTo>
                <a:pt x="542923" y="0"/>
              </a:lnTo>
            </a:path>
          </a:pathLst>
        </a:custGeom>
        <a:noFill/>
        <a:ln w="425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868071" y="2577285"/>
        <a:ext cx="27585" cy="27585"/>
      </dsp:txXfrm>
    </dsp:sp>
    <dsp:sp modelId="{07C1D9B3-9E6A-4E01-BBB2-A9E7F5A19489}">
      <dsp:nvSpPr>
        <dsp:cNvPr id="0" name=""/>
        <dsp:cNvSpPr/>
      </dsp:nvSpPr>
      <dsp:spPr>
        <a:xfrm>
          <a:off x="2610401" y="902513"/>
          <a:ext cx="633357" cy="1737579"/>
        </a:xfrm>
        <a:custGeom>
          <a:avLst/>
          <a:gdLst/>
          <a:ahLst/>
          <a:cxnLst/>
          <a:rect l="0" t="0" r="0" b="0"/>
          <a:pathLst>
            <a:path>
              <a:moveTo>
                <a:pt x="0" y="1737579"/>
              </a:moveTo>
              <a:lnTo>
                <a:pt x="316678" y="1737579"/>
              </a:lnTo>
              <a:lnTo>
                <a:pt x="316678" y="0"/>
              </a:lnTo>
              <a:lnTo>
                <a:pt x="633357" y="0"/>
              </a:lnTo>
            </a:path>
          </a:pathLst>
        </a:custGeom>
        <a:noFill/>
        <a:ln w="425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600" kern="1200"/>
        </a:p>
      </dsp:txBody>
      <dsp:txXfrm>
        <a:off x="2880845" y="1725067"/>
        <a:ext cx="92470" cy="92470"/>
      </dsp:txXfrm>
    </dsp:sp>
    <dsp:sp modelId="{D3844502-429B-4A65-A35B-88BB00BF8C89}">
      <dsp:nvSpPr>
        <dsp:cNvPr id="0" name=""/>
        <dsp:cNvSpPr/>
      </dsp:nvSpPr>
      <dsp:spPr>
        <a:xfrm rot="16200000">
          <a:off x="-524205" y="2140431"/>
          <a:ext cx="5269893" cy="999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TRIANGULO DE GARANTIA DE CALIDAD</a:t>
          </a:r>
          <a:endParaRPr lang="es-ES" sz="1600" kern="1200" dirty="0"/>
        </a:p>
      </dsp:txBody>
      <dsp:txXfrm>
        <a:off x="-524205" y="2140431"/>
        <a:ext cx="5269893" cy="999321"/>
      </dsp:txXfrm>
    </dsp:sp>
    <dsp:sp modelId="{2BF17B96-AB4D-4625-BE34-0E04048C589E}">
      <dsp:nvSpPr>
        <dsp:cNvPr id="0" name=""/>
        <dsp:cNvSpPr/>
      </dsp:nvSpPr>
      <dsp:spPr>
        <a:xfrm>
          <a:off x="3243759" y="207035"/>
          <a:ext cx="3277773" cy="13909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DISEÑO DE CALIDAD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(DISEÑO ORGANIZACIONAL)</a:t>
          </a:r>
          <a:endParaRPr lang="es-ES" sz="1600" kern="1200" dirty="0"/>
        </a:p>
      </dsp:txBody>
      <dsp:txXfrm>
        <a:off x="3243759" y="207035"/>
        <a:ext cx="3277773" cy="1390955"/>
      </dsp:txXfrm>
    </dsp:sp>
    <dsp:sp modelId="{2E408F14-9876-43D1-9CDD-EA450A207F45}">
      <dsp:nvSpPr>
        <dsp:cNvPr id="0" name=""/>
        <dsp:cNvSpPr/>
      </dsp:nvSpPr>
      <dsp:spPr>
        <a:xfrm>
          <a:off x="3153325" y="1864779"/>
          <a:ext cx="3277773" cy="13545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smtClean="0"/>
            <a:t>CONTROL DE CALIDAD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smtClean="0"/>
            <a:t>(SUPERVISION Y EVALUACION)</a:t>
          </a:r>
          <a:endParaRPr lang="es-ES" sz="1800" kern="1200" dirty="0"/>
        </a:p>
      </dsp:txBody>
      <dsp:txXfrm>
        <a:off x="3153325" y="1864779"/>
        <a:ext cx="3277773" cy="1354569"/>
      </dsp:txXfrm>
    </dsp:sp>
    <dsp:sp modelId="{05318F1E-3221-4ADA-BDBB-CD98396AE3A2}">
      <dsp:nvSpPr>
        <dsp:cNvPr id="0" name=""/>
        <dsp:cNvSpPr/>
      </dsp:nvSpPr>
      <dsp:spPr>
        <a:xfrm>
          <a:off x="3275160" y="3496091"/>
          <a:ext cx="3277773" cy="1528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MEJORAMIENTO DE CALIDAD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(RESOLUCION OPORTUNA DE PROB)</a:t>
          </a:r>
          <a:endParaRPr lang="es-ES" sz="1600" kern="1200" dirty="0"/>
        </a:p>
      </dsp:txBody>
      <dsp:txXfrm>
        <a:off x="3275160" y="3496091"/>
        <a:ext cx="3277773" cy="1528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Rectángulo redondeado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Título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0" name="19 Subtítulo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dondear rectángulo de esquina sencilla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Rectángulo redondeado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12 Marcador de título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472B4F2-6235-4899-BB54-482AB34CD59E}" type="datetimeFigureOut">
              <a:rPr lang="es-BO" smtClean="0"/>
              <a:t>05/07/2014</a:t>
            </a:fld>
            <a:endParaRPr lang="es-BO" dirty="0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s-B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D5FAA3D-4BBA-4112-B275-15D67C143ED3}" type="slidenum">
              <a:rPr lang="es-BO" smtClean="0"/>
              <a:t>‹Nº›</a:t>
            </a:fld>
            <a:endParaRPr lang="es-B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GESTION DE CALIDAD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016824" cy="1752600"/>
          </a:xfrm>
        </p:spPr>
        <p:txBody>
          <a:bodyPr/>
          <a:lstStyle/>
          <a:p>
            <a:r>
              <a:rPr lang="es-BO" dirty="0" smtClean="0"/>
              <a:t>Integrantes: Lic. Aidee Coila Z</a:t>
            </a:r>
          </a:p>
          <a:p>
            <a:r>
              <a:rPr lang="es-BO" dirty="0" smtClean="0"/>
              <a:t>                              Lic. Esther Fernández</a:t>
            </a:r>
          </a:p>
          <a:p>
            <a:r>
              <a:rPr lang="es-BO" dirty="0" smtClean="0"/>
              <a:t>                            Lic. Mónica Vásquez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IMPLEMENTACION DE POLÍTICAS DE CALIDAD EN SALUD.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s-BO" b="1" dirty="0"/>
          </a:p>
          <a:p>
            <a:pPr>
              <a:buNone/>
            </a:pPr>
            <a:r>
              <a:rPr lang="es-BO" dirty="0"/>
              <a:t>¿QUE ES UNA POLITICA PUBLICA?</a:t>
            </a:r>
          </a:p>
          <a:p>
            <a:pPr>
              <a:buNone/>
            </a:pPr>
            <a:r>
              <a:rPr lang="es-BO" dirty="0" smtClean="0"/>
              <a:t> </a:t>
            </a:r>
            <a:r>
              <a:rPr lang="es-BO" b="1" dirty="0"/>
              <a:t>Es un instrumento mediante el cual se </a:t>
            </a:r>
            <a:r>
              <a:rPr lang="es-BO" b="1" dirty="0" smtClean="0"/>
              <a:t>pretende alcanzar </a:t>
            </a:r>
            <a:r>
              <a:rPr lang="es-BO" b="1" dirty="0"/>
              <a:t>desde </a:t>
            </a:r>
            <a:r>
              <a:rPr lang="es-BO" b="1" dirty="0" smtClean="0"/>
              <a:t>el Estado</a:t>
            </a:r>
            <a:r>
              <a:rPr lang="es-BO" b="1" dirty="0"/>
              <a:t>, en forma sistemática y coherente, ciertos objetivos </a:t>
            </a:r>
            <a:r>
              <a:rPr lang="es-BO" b="1" dirty="0" smtClean="0"/>
              <a:t>de interés </a:t>
            </a:r>
            <a:r>
              <a:rPr lang="es-BO" b="1" dirty="0"/>
              <a:t>para el bienestar de toda la </a:t>
            </a:r>
            <a:r>
              <a:rPr lang="es-BO" b="1" dirty="0" smtClean="0"/>
              <a:t>sociedad</a:t>
            </a:r>
          </a:p>
          <a:p>
            <a:pPr>
              <a:buNone/>
            </a:pPr>
            <a:r>
              <a:rPr lang="es-BO" dirty="0" smtClean="0"/>
              <a:t> </a:t>
            </a:r>
            <a:r>
              <a:rPr lang="es-BO" b="1" dirty="0" smtClean="0"/>
              <a:t>Un enunciado propositivo, intencional, planeado, no simplemente reactivo </a:t>
            </a:r>
            <a:r>
              <a:rPr lang="es-BO" b="1" dirty="0"/>
              <a:t>o casual, el cual surge de la sociedad y que busca </a:t>
            </a:r>
            <a:r>
              <a:rPr lang="es-BO" b="1" dirty="0" smtClean="0"/>
              <a:t>el bienestar </a:t>
            </a:r>
            <a:r>
              <a:rPr lang="es-BO" b="1" dirty="0"/>
              <a:t>público, el bien común o de la </a:t>
            </a:r>
            <a:r>
              <a:rPr lang="es-BO" b="1" dirty="0" smtClean="0"/>
              <a:t>colectividad</a:t>
            </a:r>
          </a:p>
          <a:p>
            <a:pPr>
              <a:buNone/>
            </a:pPr>
            <a:r>
              <a:rPr lang="es-BO" dirty="0" smtClean="0"/>
              <a:t> </a:t>
            </a:r>
            <a:r>
              <a:rPr lang="es-BO" b="1" dirty="0"/>
              <a:t>Tiene tres componentes principales:</a:t>
            </a:r>
          </a:p>
          <a:p>
            <a:pPr>
              <a:buNone/>
            </a:pPr>
            <a:r>
              <a:rPr lang="es-BO" dirty="0"/>
              <a:t> Los principios que la orientan</a:t>
            </a:r>
          </a:p>
          <a:p>
            <a:pPr>
              <a:buNone/>
            </a:pPr>
            <a:r>
              <a:rPr lang="es-BO" dirty="0"/>
              <a:t> Los </a:t>
            </a:r>
            <a:r>
              <a:rPr lang="es-BO" dirty="0" smtClean="0"/>
              <a:t>instrumentos mediante </a:t>
            </a:r>
            <a:r>
              <a:rPr lang="es-BO" dirty="0"/>
              <a:t>los cuales se ejecuta</a:t>
            </a:r>
          </a:p>
          <a:p>
            <a:pPr>
              <a:buNone/>
            </a:pPr>
            <a:r>
              <a:rPr lang="es-BO" dirty="0"/>
              <a:t> Los servicios o acciones principales que promueve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IMPLEMENTACION DE POLÍTICAS DE CALIDAD EN SALUD.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BO" b="1" dirty="0" smtClean="0"/>
              <a:t> </a:t>
            </a:r>
            <a:r>
              <a:rPr lang="es-BO" dirty="0" smtClean="0"/>
              <a:t> </a:t>
            </a:r>
            <a:r>
              <a:rPr lang="es-BO" dirty="0"/>
              <a:t>Las políticas públicas; “</a:t>
            </a:r>
            <a:r>
              <a:rPr lang="es-BO" b="1" i="1" dirty="0"/>
              <a:t>responsabilidad del Estado, no solo del Gobierno”</a:t>
            </a:r>
          </a:p>
          <a:p>
            <a:pPr>
              <a:buNone/>
            </a:pPr>
            <a:r>
              <a:rPr lang="es-BO" b="1" i="1" dirty="0" smtClean="0"/>
              <a:t>El </a:t>
            </a:r>
            <a:r>
              <a:rPr lang="es-BO" b="1" i="1" dirty="0"/>
              <a:t>éxito de las políticas públicas depende de tres factores:</a:t>
            </a:r>
          </a:p>
          <a:p>
            <a:pPr>
              <a:buNone/>
            </a:pPr>
            <a:r>
              <a:rPr lang="es-BO" dirty="0"/>
              <a:t> </a:t>
            </a:r>
            <a:r>
              <a:rPr lang="es-BO" b="1" i="1" dirty="0"/>
              <a:t>La pertinencia social</a:t>
            </a:r>
          </a:p>
          <a:p>
            <a:pPr>
              <a:buNone/>
            </a:pPr>
            <a:r>
              <a:rPr lang="es-BO" dirty="0"/>
              <a:t> </a:t>
            </a:r>
            <a:r>
              <a:rPr lang="es-BO" b="1" i="1" dirty="0"/>
              <a:t>La legitimidad de quien la impulsa y promueve</a:t>
            </a:r>
          </a:p>
          <a:p>
            <a:pPr>
              <a:buNone/>
            </a:pPr>
            <a:r>
              <a:rPr lang="es-BO" dirty="0"/>
              <a:t> </a:t>
            </a:r>
            <a:r>
              <a:rPr lang="es-BO" b="1" i="1" dirty="0"/>
              <a:t>Su aceptación </a:t>
            </a:r>
            <a:r>
              <a:rPr lang="es-BO" b="1" i="1" dirty="0" smtClean="0"/>
              <a:t>social</a:t>
            </a:r>
            <a:endParaRPr lang="es-BO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724942"/>
          </a:xfrm>
        </p:spPr>
        <p:txBody>
          <a:bodyPr>
            <a:noAutofit/>
          </a:bodyPr>
          <a:lstStyle/>
          <a:p>
            <a:r>
              <a:rPr lang="es-BO" sz="1800" b="1" dirty="0" smtClean="0"/>
              <a:t>IMPLEMENTACION DE POLÍTICAS DE CALIDAD EN SALUD. </a:t>
            </a:r>
            <a:br>
              <a:rPr lang="es-BO" sz="1800" b="1" dirty="0" smtClean="0"/>
            </a:br>
            <a:r>
              <a:rPr lang="es-BO" sz="1800" b="1" dirty="0" smtClean="0"/>
              <a:t>FACTORES DEL FRACASO DE LAS POLITICAS PUBLICAS</a:t>
            </a:r>
            <a:br>
              <a:rPr lang="es-BO" sz="1800" b="1" dirty="0" smtClean="0"/>
            </a:br>
            <a:endParaRPr lang="es-BO" sz="1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s-BO" b="1" dirty="0"/>
          </a:p>
          <a:p>
            <a:r>
              <a:rPr lang="es-BO" b="1" i="1" dirty="0"/>
              <a:t>1. No responden a una prioridad precisa y evidente</a:t>
            </a:r>
          </a:p>
          <a:p>
            <a:r>
              <a:rPr lang="es-BO" b="1" i="1" dirty="0"/>
              <a:t>2. No existe voluntad ni consenso político para impulsarlas</a:t>
            </a:r>
          </a:p>
          <a:p>
            <a:r>
              <a:rPr lang="es-BO" b="1" i="1" dirty="0"/>
              <a:t>3. Baja percepción social de la prioridad de las políticas</a:t>
            </a:r>
          </a:p>
          <a:p>
            <a:r>
              <a:rPr lang="es-BO" b="1" i="1" dirty="0"/>
              <a:t>4. Pobre argumentación sobre su necesidad y beneficios</a:t>
            </a:r>
          </a:p>
          <a:p>
            <a:r>
              <a:rPr lang="es-BO" b="1" i="1" dirty="0"/>
              <a:t>5. Formulación imprecisa</a:t>
            </a:r>
          </a:p>
          <a:p>
            <a:r>
              <a:rPr lang="es-BO" b="1" i="1" dirty="0"/>
              <a:t>6. Respaldo jurídico inadecuado</a:t>
            </a:r>
          </a:p>
          <a:p>
            <a:r>
              <a:rPr lang="es-BO" b="1" i="1" dirty="0"/>
              <a:t>7. Carencia de incentivos y/o penalizaciones</a:t>
            </a:r>
          </a:p>
          <a:p>
            <a:r>
              <a:rPr lang="es-BO" b="1" i="1" dirty="0"/>
              <a:t>8. Insuficiencia de recursos para implantarlas</a:t>
            </a:r>
          </a:p>
          <a:p>
            <a:r>
              <a:rPr lang="es-BO" b="1" i="1" dirty="0"/>
              <a:t>9. Falta de seguimiento. Carencia de estructuras suficientes</a:t>
            </a:r>
          </a:p>
          <a:p>
            <a:r>
              <a:rPr lang="es-BO" b="1" i="1" dirty="0"/>
              <a:t>10. Falta de evaluación de </a:t>
            </a:r>
            <a:r>
              <a:rPr lang="es-BO" b="1" i="1" dirty="0" smtClean="0"/>
              <a:t>impactos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400" b="1" i="1" dirty="0"/>
              <a:t>DIAGNOSTICO SITUACIONAL DE LA CALIDAD EN </a:t>
            </a:r>
            <a:r>
              <a:rPr lang="es-BO" sz="2400" b="1" i="1" dirty="0" smtClean="0"/>
              <a:t>SALUD (PROBLEMAS DE CALIDAD)</a:t>
            </a:r>
            <a:endParaRPr lang="es-BO" sz="2400" dirty="0"/>
          </a:p>
        </p:txBody>
      </p:sp>
      <p:graphicFrame>
        <p:nvGraphicFramePr>
          <p:cNvPr id="14" name="13 Marcador de contenido"/>
          <p:cNvGraphicFramePr>
            <a:graphicFrameLocks noGrp="1"/>
          </p:cNvGraphicFramePr>
          <p:nvPr>
            <p:ph idx="1"/>
          </p:nvPr>
        </p:nvGraphicFramePr>
        <p:xfrm>
          <a:off x="503238" y="530225"/>
          <a:ext cx="8183562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Rectángulo"/>
          <p:cNvSpPr/>
          <p:nvPr/>
        </p:nvSpPr>
        <p:spPr>
          <a:xfrm>
            <a:off x="12204848" y="2060848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smtClean="0"/>
              <a:t>Diferente visión de la calidad entre instituciones</a:t>
            </a:r>
            <a:endParaRPr lang="es-BO" dirty="0"/>
          </a:p>
        </p:txBody>
      </p:sp>
      <p:sp>
        <p:nvSpPr>
          <p:cNvPr id="5" name="4 Rectángulo"/>
          <p:cNvSpPr/>
          <p:nvPr/>
        </p:nvSpPr>
        <p:spPr>
          <a:xfrm>
            <a:off x="12276856" y="4797152"/>
            <a:ext cx="1584176" cy="626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smtClean="0"/>
              <a:t>Variabilidad de </a:t>
            </a:r>
            <a:r>
              <a:rPr lang="es-BO" dirty="0"/>
              <a:t>l</a:t>
            </a:r>
            <a:r>
              <a:rPr lang="es-BO" dirty="0" smtClean="0"/>
              <a:t>a practica </a:t>
            </a:r>
            <a:r>
              <a:rPr lang="es-BO" dirty="0" err="1" smtClean="0"/>
              <a:t>profecional</a:t>
            </a:r>
            <a:r>
              <a:rPr lang="es-BO" dirty="0" smtClean="0"/>
              <a:t> </a:t>
            </a:r>
            <a:endParaRPr lang="es-BO" dirty="0"/>
          </a:p>
        </p:txBody>
      </p:sp>
      <p:sp>
        <p:nvSpPr>
          <p:cNvPr id="7" name="6 Rectángulo"/>
          <p:cNvSpPr/>
          <p:nvPr/>
        </p:nvSpPr>
        <p:spPr>
          <a:xfrm>
            <a:off x="12564888" y="3717032"/>
            <a:ext cx="15121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smtClean="0"/>
              <a:t>Liderazgo y </a:t>
            </a:r>
            <a:r>
              <a:rPr lang="es-BO" dirty="0" err="1" smtClean="0"/>
              <a:t>comp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652934"/>
          </a:xfrm>
        </p:spPr>
        <p:txBody>
          <a:bodyPr>
            <a:normAutofit/>
          </a:bodyPr>
          <a:lstStyle/>
          <a:p>
            <a:r>
              <a:rPr lang="es-BO" dirty="0" smtClean="0"/>
              <a:t>DEFINIR ACCIONES</a:t>
            </a:r>
            <a:endParaRPr lang="es-BO" dirty="0"/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539552" y="1484784"/>
          <a:ext cx="8183562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882424"/>
          </a:xfrm>
        </p:spPr>
        <p:txBody>
          <a:bodyPr>
            <a:normAutofit fontScale="25000" lnSpcReduction="20000"/>
          </a:bodyPr>
          <a:lstStyle/>
          <a:p>
            <a:r>
              <a:rPr lang="es-ES" sz="5600" dirty="0" smtClean="0"/>
              <a:t>POLITICAS DE CALIDAD COMO PERSPECTIVA EN LAS UNIDADES DE QUIROFANO Y EN EL AREA DE INTERNACION </a:t>
            </a:r>
          </a:p>
          <a:p>
            <a:endParaRPr lang="es-ES" sz="5600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r>
              <a:rPr lang="es-ES" sz="5600" dirty="0" smtClean="0"/>
              <a:t>Según </a:t>
            </a:r>
            <a:r>
              <a:rPr lang="es-ES" sz="5600" dirty="0"/>
              <a:t>las </a:t>
            </a:r>
            <a:r>
              <a:rPr lang="es-ES" sz="5600" dirty="0" smtClean="0"/>
              <a:t>políticas </a:t>
            </a:r>
            <a:r>
              <a:rPr lang="es-ES" sz="5600" dirty="0"/>
              <a:t>de </a:t>
            </a:r>
            <a:r>
              <a:rPr lang="es-ES" sz="5600" dirty="0" smtClean="0"/>
              <a:t>atención, se ven  </a:t>
            </a:r>
            <a:r>
              <a:rPr lang="es-ES" sz="5600" dirty="0"/>
              <a:t>por conveniente el conseguir la </a:t>
            </a:r>
            <a:r>
              <a:rPr lang="es-ES" sz="5600" dirty="0" smtClean="0"/>
              <a:t>acreditación </a:t>
            </a:r>
            <a:r>
              <a:rPr lang="es-ES" sz="5600" dirty="0"/>
              <a:t>bajo el cumplimiento de distintos requisitos, como por ejemplo, la </a:t>
            </a:r>
            <a:r>
              <a:rPr lang="es-ES" sz="5600" dirty="0" smtClean="0"/>
              <a:t>distribución </a:t>
            </a:r>
            <a:r>
              <a:rPr lang="es-ES" sz="5600" dirty="0"/>
              <a:t>de los ambientes</a:t>
            </a:r>
            <a:r>
              <a:rPr lang="es-ES" sz="5600" dirty="0" smtClean="0"/>
              <a:t>, a formación </a:t>
            </a:r>
            <a:r>
              <a:rPr lang="es-ES" sz="5600" dirty="0"/>
              <a:t>del personal, la </a:t>
            </a:r>
            <a:r>
              <a:rPr lang="es-ES" sz="5600" dirty="0" smtClean="0"/>
              <a:t>preparación </a:t>
            </a:r>
            <a:r>
              <a:rPr lang="es-ES" sz="5600" dirty="0"/>
              <a:t>y </a:t>
            </a:r>
            <a:r>
              <a:rPr lang="es-ES" sz="5600" dirty="0" smtClean="0"/>
              <a:t>realización, así </a:t>
            </a:r>
            <a:r>
              <a:rPr lang="es-ES" sz="5600" dirty="0"/>
              <a:t>como </a:t>
            </a:r>
            <a:r>
              <a:rPr lang="es-ES" sz="5600" dirty="0" smtClean="0"/>
              <a:t>también </a:t>
            </a:r>
            <a:r>
              <a:rPr lang="es-ES" sz="5600" dirty="0"/>
              <a:t>manejo del material.</a:t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>La </a:t>
            </a:r>
            <a:r>
              <a:rPr lang="es-ES" sz="5600" dirty="0" smtClean="0"/>
              <a:t>priorización </a:t>
            </a:r>
            <a:r>
              <a:rPr lang="es-ES" sz="5600" dirty="0"/>
              <a:t>y </a:t>
            </a:r>
            <a:r>
              <a:rPr lang="es-ES" sz="5600" dirty="0" smtClean="0"/>
              <a:t>distribución  </a:t>
            </a:r>
            <a:r>
              <a:rPr lang="es-ES" sz="5600" dirty="0"/>
              <a:t>de pacientes de acuerdo a las especialidades asignadas.</a:t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>La calidad de los servicios de salud </a:t>
            </a:r>
            <a:r>
              <a:rPr lang="es-ES" sz="5600" dirty="0" smtClean="0"/>
              <a:t>constituye  simultáneamente  </a:t>
            </a:r>
            <a:r>
              <a:rPr lang="es-ES" sz="5600" dirty="0"/>
              <a:t>derechos y deberes de los actores </a:t>
            </a:r>
            <a:r>
              <a:rPr lang="es-ES" sz="5600" dirty="0" smtClean="0"/>
              <a:t>intervinientes.</a:t>
            </a: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>Uno de los derechos de los </a:t>
            </a:r>
            <a:r>
              <a:rPr lang="es-ES" sz="5600" dirty="0" smtClean="0"/>
              <a:t>clientes o </a:t>
            </a:r>
            <a:r>
              <a:rPr lang="es-ES" sz="5600" dirty="0"/>
              <a:t>usuarios , es el que se les brinde la </a:t>
            </a:r>
            <a:r>
              <a:rPr lang="es-ES" sz="5600" dirty="0" smtClean="0"/>
              <a:t>atención </a:t>
            </a:r>
            <a:r>
              <a:rPr lang="es-ES" sz="5600" dirty="0"/>
              <a:t>que se merecen.</a:t>
            </a:r>
            <a:br>
              <a:rPr lang="es-ES" sz="5600" dirty="0"/>
            </a:br>
            <a:r>
              <a:rPr lang="es-ES" sz="5600" dirty="0"/>
              <a:t>Un deber del usuario es el de exigir y valorar la </a:t>
            </a:r>
            <a:r>
              <a:rPr lang="es-ES" sz="5600" dirty="0" smtClean="0"/>
              <a:t>atención </a:t>
            </a:r>
            <a:r>
              <a:rPr lang="es-ES" sz="5600" dirty="0"/>
              <a:t>que se les brinda.</a:t>
            </a:r>
            <a:br>
              <a:rPr lang="es-ES" sz="5600" dirty="0"/>
            </a:br>
            <a:r>
              <a:rPr lang="es-ES" sz="5600" dirty="0"/>
              <a:t>Un deber del estado es ser garante  de salud y de su </a:t>
            </a:r>
            <a:r>
              <a:rPr lang="es-ES" sz="5600" dirty="0" smtClean="0"/>
              <a:t>recuperación  </a:t>
            </a:r>
            <a:r>
              <a:rPr lang="es-ES" sz="5600" dirty="0"/>
              <a:t>para toda la </a:t>
            </a:r>
            <a:r>
              <a:rPr lang="es-ES" sz="5600" dirty="0" smtClean="0"/>
              <a:t>ciudadanía.</a:t>
            </a:r>
            <a:r>
              <a:rPr lang="es-ES" sz="5600" dirty="0"/>
              <a:t/>
            </a:r>
            <a:br>
              <a:rPr lang="es-ES" sz="5600" dirty="0"/>
            </a:br>
            <a:r>
              <a:rPr lang="es-ES" sz="5600" dirty="0"/>
              <a:t/>
            </a:r>
            <a:br>
              <a:rPr lang="es-ES" sz="5600" dirty="0"/>
            </a:br>
            <a:endParaRPr lang="es-ES" sz="5600" dirty="0"/>
          </a:p>
        </p:txBody>
      </p:sp>
    </p:spTree>
    <p:extLst>
      <p:ext uri="{BB962C8B-B14F-4D97-AF65-F5344CB8AC3E}">
        <p14:creationId xmlns:p14="http://schemas.microsoft.com/office/powerpoint/2010/main" val="94970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VISION – MISION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s-ES" b="1" dirty="0" smtClean="0"/>
          </a:p>
          <a:p>
            <a:pPr marL="0" indent="0">
              <a:buNone/>
            </a:pPr>
            <a:r>
              <a:rPr lang="es-ES" b="1" dirty="0"/>
              <a:t>OBJETIVO </a:t>
            </a:r>
            <a:r>
              <a:rPr lang="es-ES" b="1" dirty="0" smtClean="0"/>
              <a:t>DEL PROCESOS 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Homologar los </a:t>
            </a:r>
            <a:r>
              <a:rPr lang="es-ES" b="1" dirty="0" smtClean="0"/>
              <a:t>estándares de </a:t>
            </a:r>
            <a:r>
              <a:rPr lang="es-ES" b="1" dirty="0"/>
              <a:t>calidad técnica e</a:t>
            </a:r>
          </a:p>
          <a:p>
            <a:pPr marL="0" indent="0">
              <a:buNone/>
            </a:pPr>
            <a:r>
              <a:rPr lang="es-ES" b="1" dirty="0"/>
              <a:t>interpersonal en </a:t>
            </a:r>
            <a:r>
              <a:rPr lang="es-ES" b="1" dirty="0" smtClean="0"/>
              <a:t>los establecimientos públicos del </a:t>
            </a:r>
            <a:r>
              <a:rPr lang="es-ES" b="1" dirty="0"/>
              <a:t>sector salud</a:t>
            </a:r>
            <a:endParaRPr lang="es-ES" dirty="0"/>
          </a:p>
          <a:p>
            <a:endParaRPr lang="es-ES" b="1" dirty="0"/>
          </a:p>
          <a:p>
            <a:endParaRPr lang="es-ES" b="1" dirty="0" smtClean="0"/>
          </a:p>
          <a:p>
            <a:pPr marL="0" indent="0">
              <a:buNone/>
            </a:pPr>
            <a:r>
              <a:rPr lang="es-ES" b="1" dirty="0" smtClean="0"/>
              <a:t>VISIÓN </a:t>
            </a:r>
          </a:p>
          <a:p>
            <a:pPr marL="0" indent="0">
              <a:buNone/>
            </a:pPr>
            <a:endParaRPr lang="es-ES" b="1" dirty="0" smtClean="0"/>
          </a:p>
          <a:p>
            <a:pPr marL="0" indent="0">
              <a:buNone/>
            </a:pPr>
            <a:r>
              <a:rPr lang="es-ES" b="1" dirty="0" smtClean="0"/>
              <a:t>Los ciudadanos reciben </a:t>
            </a:r>
            <a:r>
              <a:rPr lang="es-ES" b="1" dirty="0"/>
              <a:t>servicios de</a:t>
            </a:r>
          </a:p>
          <a:p>
            <a:pPr marL="0" indent="0">
              <a:buNone/>
            </a:pPr>
            <a:r>
              <a:rPr lang="es-ES" b="1" dirty="0"/>
              <a:t>salud con </a:t>
            </a:r>
            <a:r>
              <a:rPr lang="es-ES" b="1" dirty="0" smtClean="0"/>
              <a:t>igual calidad </a:t>
            </a:r>
            <a:r>
              <a:rPr lang="es-ES" b="1" dirty="0"/>
              <a:t>en </a:t>
            </a:r>
            <a:r>
              <a:rPr lang="es-ES" b="1" dirty="0" smtClean="0"/>
              <a:t>las instituciones públicas</a:t>
            </a:r>
          </a:p>
          <a:p>
            <a:endParaRPr lang="es-ES" b="1" dirty="0"/>
          </a:p>
          <a:p>
            <a:pPr marL="0" indent="0">
              <a:buNone/>
            </a:pPr>
            <a:r>
              <a:rPr lang="es-ES" b="1" dirty="0" smtClean="0"/>
              <a:t>MISIÓN 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 smtClean="0"/>
              <a:t>Promover </a:t>
            </a:r>
            <a:r>
              <a:rPr lang="es-ES" b="1" dirty="0"/>
              <a:t>servicios </a:t>
            </a:r>
            <a:r>
              <a:rPr lang="es-ES" b="1" dirty="0" smtClean="0"/>
              <a:t>de salud </a:t>
            </a:r>
            <a:r>
              <a:rPr lang="es-ES" b="1" dirty="0"/>
              <a:t>que oferten la</a:t>
            </a:r>
          </a:p>
          <a:p>
            <a:pPr marL="0" indent="0">
              <a:buNone/>
            </a:pPr>
            <a:r>
              <a:rPr lang="es-ES" b="1" dirty="0"/>
              <a:t>máxima </a:t>
            </a:r>
            <a:r>
              <a:rPr lang="es-ES" b="1" dirty="0" smtClean="0"/>
              <a:t>calidad técnica </a:t>
            </a:r>
            <a:r>
              <a:rPr lang="es-ES" b="1" dirty="0"/>
              <a:t>e </a:t>
            </a:r>
            <a:r>
              <a:rPr lang="es-ES" b="1" dirty="0" smtClean="0"/>
              <a:t>interpersonal a </a:t>
            </a:r>
            <a:r>
              <a:rPr lang="es-ES" b="1" dirty="0"/>
              <a:t>los </a:t>
            </a:r>
            <a:r>
              <a:rPr lang="es-ES" b="1" dirty="0" smtClean="0"/>
              <a:t>usuarios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82390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1400" b="0" dirty="0"/>
              <a:t/>
            </a:r>
            <a:br>
              <a:rPr lang="es-ES" sz="1400" b="0" dirty="0"/>
            </a:br>
            <a:r>
              <a:rPr lang="es-ES" sz="1400" dirty="0"/>
              <a:t>¿QUE ES LO QUE SE HOMOLOGARÁ?</a:t>
            </a:r>
            <a:br>
              <a:rPr lang="es-ES" sz="1400" dirty="0"/>
            </a:br>
            <a:r>
              <a:rPr lang="es-ES" sz="1400" b="0" dirty="0"/>
              <a:t> </a:t>
            </a:r>
            <a:r>
              <a:rPr lang="es-ES" sz="1400" dirty="0"/>
              <a:t>La calidad tiene tres dimensiones que se expresan en la atención de salud,</a:t>
            </a:r>
            <a:br>
              <a:rPr lang="es-ES" sz="1400" dirty="0"/>
            </a:br>
            <a:r>
              <a:rPr lang="es-ES" sz="1400" b="0" dirty="0"/>
              <a:t> </a:t>
            </a:r>
            <a:r>
              <a:rPr lang="es-ES" sz="1400" dirty="0"/>
              <a:t>No basta trabajar solo en una de ellas,</a:t>
            </a:r>
            <a:br>
              <a:rPr lang="es-ES" sz="1400" dirty="0"/>
            </a:br>
            <a:r>
              <a:rPr lang="es-ES" sz="1400" b="0" dirty="0"/>
              <a:t> </a:t>
            </a:r>
            <a:r>
              <a:rPr lang="es-ES" sz="1400" dirty="0"/>
              <a:t>Se homologará la calidad realizando acciones con enfoque tridimensional</a:t>
            </a:r>
            <a:r>
              <a:rPr lang="es-ES" sz="1400" dirty="0" smtClean="0"/>
              <a:t>.</a:t>
            </a:r>
            <a:endParaRPr lang="es-ES" sz="1400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996988"/>
              </p:ext>
            </p:extLst>
          </p:nvPr>
        </p:nvGraphicFramePr>
        <p:xfrm>
          <a:off x="11412760" y="-26965"/>
          <a:ext cx="8183562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570629834"/>
              </p:ext>
            </p:extLst>
          </p:nvPr>
        </p:nvGraphicFramePr>
        <p:xfrm>
          <a:off x="1547664" y="-12147"/>
          <a:ext cx="6192688" cy="5056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6079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513822"/>
              </p:ext>
            </p:extLst>
          </p:nvPr>
        </p:nvGraphicFramePr>
        <p:xfrm>
          <a:off x="503238" y="530225"/>
          <a:ext cx="8173218" cy="5275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69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 rot="20593346">
            <a:off x="399872" y="1864940"/>
            <a:ext cx="77454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 R A C I A 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 rot="20321508">
            <a:off x="2363825" y="3119544"/>
            <a:ext cx="51227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s-MX" sz="3200" b="1" i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 Black" pitchFamily="34" charset="0"/>
              </a:rPr>
              <a:t>LA CALIDAD ES RESPONSABILIDAD  DE TODOS</a:t>
            </a:r>
            <a:endParaRPr lang="es-ES_tradnl" sz="3200" b="1" i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55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184</TotalTime>
  <Words>605</Words>
  <Application>Microsoft Office PowerPoint</Application>
  <PresentationFormat>Presentación en pantalla (4:3)</PresentationFormat>
  <Paragraphs>97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Aspecto</vt:lpstr>
      <vt:lpstr>GESTION DE CALIDAD </vt:lpstr>
      <vt:lpstr>IMPLEMENTACION DE POLÍTICAS DE CALIDAD EN SALUD.</vt:lpstr>
      <vt:lpstr>IMPLEMENTACION DE POLÍTICAS DE CALIDAD EN SALUD. </vt:lpstr>
      <vt:lpstr>IMPLEMENTACION DE POLÍTICAS DE CALIDAD EN SALUD.  FACTORES DEL FRACASO DE LAS POLITICAS PUBLICAS </vt:lpstr>
      <vt:lpstr>DIAGNOSTICO SITUACIONAL DE LA CALIDAD EN SALUD (PROBLEMAS DE CALIDAD)</vt:lpstr>
      <vt:lpstr>DEFINIR ACCIONES</vt:lpstr>
      <vt:lpstr>Presentación de PowerPoint</vt:lpstr>
      <vt:lpstr>VISION – MISION </vt:lpstr>
      <vt:lpstr> ¿QUE ES LO QUE SE HOMOLOGARÁ?  La calidad tiene tres dimensiones que se expresan en la atención de salud,  No basta trabajar solo en una de ellas,  Se homologará la calidad realizando acciones con enfoque tridimensional.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minedu</dc:creator>
  <cp:lastModifiedBy>Hp435</cp:lastModifiedBy>
  <cp:revision>19</cp:revision>
  <dcterms:created xsi:type="dcterms:W3CDTF">2014-07-05T02:51:35Z</dcterms:created>
  <dcterms:modified xsi:type="dcterms:W3CDTF">2014-07-05T14:26:50Z</dcterms:modified>
</cp:coreProperties>
</file>