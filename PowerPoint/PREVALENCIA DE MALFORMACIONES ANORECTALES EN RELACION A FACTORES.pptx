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21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A99009C-EE07-41D7-B4F3-909427D4F7C0}" type="datetimeFigureOut">
              <a:rPr lang="en-US" smtClean="0"/>
              <a:t>11/14/2009</a:t>
            </a:fld>
            <a:endParaRPr lang="en-U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F8E8EA2-5F5B-4174-9E13-6A3E5467DFBC}" type="slidenum">
              <a:rPr lang="en-US" smtClean="0"/>
              <a:t>‹Nº›</a:t>
            </a:fld>
            <a:endParaRPr lang="en-US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PREVALENCIA DE MALFORMACIONES ANORECTALES EN RELACION A FACTORES DE RIESGO</a:t>
            </a:r>
            <a:endParaRPr lang="en-U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TESIS: LILIAN ZAPATA CLAROS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JUSTIFICACION 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</TotalTime>
  <Words>16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Flujo</vt:lpstr>
      <vt:lpstr>PREVALENCIA DE MALFORMACIONES ANORECTALES EN RELACION A FACTORES DE RIESGO</vt:lpstr>
      <vt:lpstr>JUSTIFICACION </vt:lpstr>
    </vt:vector>
  </TitlesOfParts>
  <Company>ARMADA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PREVALENCIA DE MALFORMACIONES ANORECTALES EN RELACION A FACTORES DE RIESGO</dc:title>
  <dc:creator>David</dc:creator>
  <cp:lastModifiedBy>David</cp:lastModifiedBy>
  <cp:revision>2</cp:revision>
  <dcterms:created xsi:type="dcterms:W3CDTF">2009-11-14T19:24:43Z</dcterms:created>
  <dcterms:modified xsi:type="dcterms:W3CDTF">2009-11-14T19:35:25Z</dcterms:modified>
</cp:coreProperties>
</file>