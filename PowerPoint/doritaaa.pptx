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-4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B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22BCB1C3-6A69-4A69-904F-9E630F231F97}" type="datetimeFigureOut">
              <a:rPr lang="es-BO" smtClean="0"/>
              <a:t>19/09/2013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7DBCD7F-5768-4EE6-93DC-8915B171D54C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0213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dirty="0"/>
              <a:t>Patrón de Eliminación</a:t>
            </a:r>
            <a:r>
              <a:rPr lang="es-BO" dirty="0" smtClean="0"/>
              <a:t>: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71600" y="2060848"/>
            <a:ext cx="6777317" cy="3797009"/>
          </a:xfrm>
        </p:spPr>
        <p:txBody>
          <a:bodyPr>
            <a:normAutofit lnSpcReduction="10000"/>
          </a:bodyPr>
          <a:lstStyle/>
          <a:p>
            <a:pPr marL="68580" indent="0">
              <a:buNone/>
            </a:pPr>
            <a:endParaRPr lang="es-BO" dirty="0"/>
          </a:p>
          <a:p>
            <a:r>
              <a:rPr lang="es-BO" dirty="0"/>
              <a:t>Paciente despierto poco comunicativo indica  que su patrón de eliminación en su vida diaria era adecuada, ingesta de líquidos en 24 horas era de aproximadamente de 1 y 1/2  a 2 litros de refrescos o agua.</a:t>
            </a:r>
          </a:p>
          <a:p>
            <a:r>
              <a:rPr lang="es-BO" dirty="0"/>
              <a:t>Su patrón de eliminación urinaria  era de 2 a 3 veces en 24 horas, de características normales.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93919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Patrón </a:t>
            </a:r>
            <a:r>
              <a:rPr lang="es-BO" dirty="0"/>
              <a:t>de actividad y Ejercicio</a:t>
            </a:r>
            <a:r>
              <a:rPr lang="es-BO" dirty="0" smtClean="0"/>
              <a:t>.-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Actualmente </a:t>
            </a:r>
            <a:r>
              <a:rPr lang="es-BO" dirty="0"/>
              <a:t>en reposo relativo presenta inestabilidad en la marcha por debilidad muscular, y herida quirúrgica mas drenajes, necesita ayuda de otra persona para movilizarse y deambular (movilización asistida),tono muscular disminuido, necesita ayuda para que  se realice su aseo personal y vestirse.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75724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 dirty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341656"/>
              </p:ext>
            </p:extLst>
          </p:nvPr>
        </p:nvGraphicFramePr>
        <p:xfrm>
          <a:off x="323528" y="620688"/>
          <a:ext cx="8712968" cy="61161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8192"/>
                <a:gridCol w="1440160"/>
                <a:gridCol w="2016224"/>
                <a:gridCol w="1728192"/>
                <a:gridCol w="1800200"/>
              </a:tblGrid>
              <a:tr h="6480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Dx de Enfermería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4471" marR="244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Objetivo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4471" marR="244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Intervenciones de enfermería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4471" marR="244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Principio Científico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4471" marR="244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Evaluación 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4471" marR="24471" marT="0" marB="0"/>
                </a:tc>
              </a:tr>
              <a:tr h="52565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Alteración del patrón de eliminación intestinal relacionado al reposo prolongado y falta de movimiento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4471" marR="2447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Ayudar al paciente a realizar ejercicios pasivos asistidos que ayuden a favorecer la eliminación intestinal y eviten el distención abdominal 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4471" marR="24471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200" dirty="0">
                          <a:effectLst/>
                        </a:rPr>
                        <a:t> Monitorización constante de signos vitales por turno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200" dirty="0">
                          <a:effectLst/>
                        </a:rPr>
                        <a:t>Realizar ejercicios pasivos asistidos.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200" dirty="0">
                          <a:effectLst/>
                        </a:rPr>
                        <a:t>Coordinar con la nutricionista para una dieta rica en fibra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200" dirty="0">
                          <a:effectLst/>
                        </a:rPr>
                        <a:t>Administración de laxantes según prescripción medica.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200" dirty="0">
                          <a:effectLst/>
                        </a:rPr>
                        <a:t>Colocación de enemas por razón necesaria según indicación medica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200" dirty="0">
                          <a:effectLst/>
                        </a:rPr>
                        <a:t>Vigilar y evaluar datos de distención abdominal.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200" dirty="0">
                          <a:effectLst/>
                        </a:rPr>
                        <a:t>Hacer deambular la paciente una vez esté en condiciones óptimas.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 dirty="0">
                          <a:effectLst/>
                        </a:rPr>
                        <a:t> </a:t>
                      </a:r>
                    </a:p>
                    <a:p>
                      <a:pPr marL="342900" lvl="0" indent="-34290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200" dirty="0">
                          <a:effectLst/>
                        </a:rPr>
                        <a:t>Colocación de faja abdominal para la deambulación</a:t>
                      </a:r>
                      <a:endParaRPr lang="es-BO" sz="12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4471" marR="244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1 Los signos vitales son expresiones objetivas que se manifiestan en un proceso constante del sujeto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2 Los ejercicios realizadas ayudaran a aumentar el tono muscular 2La actividad física ayuda a mantener el peristaltismo asi como también ayuda a eliminar gases orales y rectales.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5 La nutrición adecuada comprende cantidades suficiente de hidratos de carbono, grasas proteínas y minerales, etc. 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4471" marR="2447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 dirty="0">
                          <a:effectLst/>
                        </a:rPr>
                        <a:t>Paciente durante su internación mejoro el funcionamiento intestinal, disminuyó los dolores tipo flato y pudo recobrar sus hábitos de eliminación.</a:t>
                      </a:r>
                      <a:endParaRPr lang="es-BO" sz="12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4471" marR="24471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36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 dirty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757910"/>
              </p:ext>
            </p:extLst>
          </p:nvPr>
        </p:nvGraphicFramePr>
        <p:xfrm>
          <a:off x="611560" y="764704"/>
          <a:ext cx="8352928" cy="55392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8112"/>
                <a:gridCol w="1656184"/>
                <a:gridCol w="2088232"/>
                <a:gridCol w="2232248"/>
                <a:gridCol w="1368152"/>
              </a:tblGrid>
              <a:tr h="7200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Dx de Enfermería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8365" marR="283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Objetivo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8365" marR="283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Intervenciones de enfermería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8365" marR="283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Principio Científico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8365" marR="283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Evaluación 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8365" marR="28365" marT="0" marB="0"/>
                </a:tc>
              </a:tr>
              <a:tr h="45365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Disminución de la actividad física y déficit de autocuidado, baño/higiene, relacionado con la debilidad muscular y fatiga debido al reposo en cama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8365" marR="283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Se realizara por parte del personal de enfermería las acciones necesarias para cubrir las necesidades del autocuidado del paciente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8365" marR="283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1 Se realizara aseo completo, baño de esponja, ducha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2 Cambio de cama y vestimenta en el turno de mañana (y cuando sea necesario)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3 Ayudar en las tareas de alimentación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4 Recuperar la independencia de las actividades de vida diaria en cuanto sea posible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5 Colaborar con el paciente después de realizar sus necesidades fisiológicas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8365" marR="283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1 Las percusiones en brazos y piernas durante el baño desde la región distal hacia la proximal aumenta la circulación venosa y a través de ello también s elimina células muertas e impurezas de la piel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2 El ambiente inmediato y ropa de cama, del paciente deben estar libres de polvo , proporcionar confort y bienestar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3 Todas las células del organismo necesitan nutrientes para el bienestar físico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4 Sostiene sus derechos, opiniones  y  actividades sin admitir intervención ajena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>
                          <a:effectLst/>
                        </a:rPr>
                        <a:t>5 La limpieza de la piel ayuda a prevenir posibles infecciones</a:t>
                      </a:r>
                      <a:endParaRPr lang="es-BO" sz="12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8365" marR="283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200" dirty="0">
                          <a:effectLst/>
                        </a:rPr>
                        <a:t>Paciente después de su mejoría indica que participara en las actividades planificadas, logrando independencia en algunas actividades</a:t>
                      </a:r>
                      <a:endParaRPr lang="es-BO" sz="12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8365" marR="2836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95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38</TotalTime>
  <Words>526</Words>
  <Application>Microsoft Office PowerPoint</Application>
  <PresentationFormat>Presentación en pantalla (4:3)</PresentationFormat>
  <Paragraphs>44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Austin</vt:lpstr>
      <vt:lpstr>Presentación de PowerPoint</vt:lpstr>
      <vt:lpstr>Patrón de Eliminación:</vt:lpstr>
      <vt:lpstr>Patrón de actividad y Ejercicio.-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LILI</dc:creator>
  <cp:lastModifiedBy>LILI</cp:lastModifiedBy>
  <cp:revision>5</cp:revision>
  <dcterms:created xsi:type="dcterms:W3CDTF">2013-09-20T01:44:13Z</dcterms:created>
  <dcterms:modified xsi:type="dcterms:W3CDTF">2013-09-20T02:22:39Z</dcterms:modified>
</cp:coreProperties>
</file>