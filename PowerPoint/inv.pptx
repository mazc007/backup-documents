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9144000" cy="6858000" type="screen4x3"/>
  <p:notesSz cx="6858000" cy="9144000"/>
  <p:defaultTextStyle>
    <a:defPPr>
      <a:defRPr lang="es-B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2" d="100"/>
          <a:sy n="62" d="100"/>
        </p:scale>
        <p:origin x="-642" y="7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B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DB2D4-C1D0-4B6F-ADB2-4893410BAC33}" type="datetimeFigureOut">
              <a:rPr lang="es-BO" smtClean="0"/>
              <a:t>11/04/2014</a:t>
            </a:fld>
            <a:endParaRPr lang="es-B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23534-2AF4-4063-9480-1C25ED23C038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946542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DB2D4-C1D0-4B6F-ADB2-4893410BAC33}" type="datetimeFigureOut">
              <a:rPr lang="es-BO" smtClean="0"/>
              <a:t>11/04/2014</a:t>
            </a:fld>
            <a:endParaRPr lang="es-B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23534-2AF4-4063-9480-1C25ED23C038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839476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DB2D4-C1D0-4B6F-ADB2-4893410BAC33}" type="datetimeFigureOut">
              <a:rPr lang="es-BO" smtClean="0"/>
              <a:t>11/04/2014</a:t>
            </a:fld>
            <a:endParaRPr lang="es-B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23534-2AF4-4063-9480-1C25ED23C038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669578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DB2D4-C1D0-4B6F-ADB2-4893410BAC33}" type="datetimeFigureOut">
              <a:rPr lang="es-BO" smtClean="0"/>
              <a:t>11/04/2014</a:t>
            </a:fld>
            <a:endParaRPr lang="es-B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23534-2AF4-4063-9480-1C25ED23C038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122348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DB2D4-C1D0-4B6F-ADB2-4893410BAC33}" type="datetimeFigureOut">
              <a:rPr lang="es-BO" smtClean="0"/>
              <a:t>11/04/2014</a:t>
            </a:fld>
            <a:endParaRPr lang="es-B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23534-2AF4-4063-9480-1C25ED23C038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190845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DB2D4-C1D0-4B6F-ADB2-4893410BAC33}" type="datetimeFigureOut">
              <a:rPr lang="es-BO" smtClean="0"/>
              <a:t>11/04/2014</a:t>
            </a:fld>
            <a:endParaRPr lang="es-B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23534-2AF4-4063-9480-1C25ED23C038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312692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DB2D4-C1D0-4B6F-ADB2-4893410BAC33}" type="datetimeFigureOut">
              <a:rPr lang="es-BO" smtClean="0"/>
              <a:t>11/04/2014</a:t>
            </a:fld>
            <a:endParaRPr lang="es-B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23534-2AF4-4063-9480-1C25ED23C038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596259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DB2D4-C1D0-4B6F-ADB2-4893410BAC33}" type="datetimeFigureOut">
              <a:rPr lang="es-BO" smtClean="0"/>
              <a:t>11/04/2014</a:t>
            </a:fld>
            <a:endParaRPr lang="es-B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23534-2AF4-4063-9480-1C25ED23C038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802013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B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DB2D4-C1D0-4B6F-ADB2-4893410BAC33}" type="datetimeFigureOut">
              <a:rPr lang="es-BO" smtClean="0"/>
              <a:t>11/04/2014</a:t>
            </a:fld>
            <a:endParaRPr lang="es-B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23534-2AF4-4063-9480-1C25ED23C038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533781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DB2D4-C1D0-4B6F-ADB2-4893410BAC33}" type="datetimeFigureOut">
              <a:rPr lang="es-BO" smtClean="0"/>
              <a:t>11/04/2014</a:t>
            </a:fld>
            <a:endParaRPr lang="es-B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23534-2AF4-4063-9480-1C25ED23C038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8227591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DB2D4-C1D0-4B6F-ADB2-4893410BAC33}" type="datetimeFigureOut">
              <a:rPr lang="es-BO" smtClean="0"/>
              <a:t>11/04/2014</a:t>
            </a:fld>
            <a:endParaRPr lang="es-B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23534-2AF4-4063-9480-1C25ED23C038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682895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EDB2D4-C1D0-4B6F-ADB2-4893410BAC33}" type="datetimeFigureOut">
              <a:rPr lang="es-BO" smtClean="0"/>
              <a:t>11/04/2014</a:t>
            </a:fld>
            <a:endParaRPr lang="es-B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B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A23534-2AF4-4063-9480-1C25ED23C038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515101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B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8 Grupo"/>
          <p:cNvGrpSpPr/>
          <p:nvPr/>
        </p:nvGrpSpPr>
        <p:grpSpPr>
          <a:xfrm>
            <a:off x="1484843" y="915886"/>
            <a:ext cx="6120680" cy="4785414"/>
            <a:chOff x="-190162" y="-498394"/>
            <a:chExt cx="4827862" cy="4785414"/>
          </a:xfrm>
        </p:grpSpPr>
        <p:sp>
          <p:nvSpPr>
            <p:cNvPr id="3" name="2 Conector"/>
            <p:cNvSpPr/>
            <p:nvPr/>
          </p:nvSpPr>
          <p:spPr>
            <a:xfrm>
              <a:off x="0" y="0"/>
              <a:ext cx="4447540" cy="4201160"/>
            </a:xfrm>
            <a:prstGeom prst="flowChartConnector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s-BO"/>
            </a:p>
          </p:txBody>
        </p:sp>
        <p:grpSp>
          <p:nvGrpSpPr>
            <p:cNvPr id="4" name="7 Grupo"/>
            <p:cNvGrpSpPr/>
            <p:nvPr/>
          </p:nvGrpSpPr>
          <p:grpSpPr>
            <a:xfrm>
              <a:off x="-190162" y="-498394"/>
              <a:ext cx="4827862" cy="4785414"/>
              <a:chOff x="-1852538" y="-2078440"/>
              <a:chExt cx="8908816" cy="6711234"/>
            </a:xfrm>
          </p:grpSpPr>
          <p:pic>
            <p:nvPicPr>
              <p:cNvPr id="5" name="0 Imagen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1852538" y="-2078440"/>
                <a:ext cx="8908816" cy="6711234"/>
              </a:xfrm>
              <a:prstGeom prst="rect">
                <a:avLst/>
              </a:prstGeom>
            </p:spPr>
          </p:pic>
          <p:sp>
            <p:nvSpPr>
              <p:cNvPr id="6" name="Cuadro de texto 2"/>
              <p:cNvSpPr txBox="1">
                <a:spLocks noChangeArrowheads="1"/>
              </p:cNvSpPr>
              <p:nvPr/>
            </p:nvSpPr>
            <p:spPr bwMode="auto">
              <a:xfrm>
                <a:off x="3014770" y="-857223"/>
                <a:ext cx="3690607" cy="4268800"/>
              </a:xfrm>
              <a:prstGeom prst="rect">
                <a:avLst/>
              </a:prstGeom>
              <a:noFill/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s-BO" sz="1600" dirty="0">
                    <a:effectLst/>
                    <a:latin typeface="Monotype Corsiva"/>
                    <a:ea typeface="Calibri"/>
                    <a:cs typeface="Times New Roman"/>
                  </a:rPr>
                  <a:t>Hola: </a:t>
                </a:r>
                <a:endParaRPr lang="es-BO" sz="2800" dirty="0">
                  <a:effectLst/>
                  <a:latin typeface="Calibri"/>
                  <a:ea typeface="Calibri"/>
                  <a:cs typeface="Times New Roman"/>
                </a:endParaRPr>
              </a:p>
              <a:p>
                <a:pPr algn="ctr"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s-BO" sz="1600" dirty="0">
                    <a:effectLst/>
                    <a:latin typeface="Monotype Corsiva"/>
                    <a:ea typeface="Calibri"/>
                    <a:cs typeface="Times New Roman"/>
                  </a:rPr>
                  <a:t>¡Soy </a:t>
                </a:r>
                <a:r>
                  <a:rPr lang="es-BO" sz="1600" dirty="0" err="1">
                    <a:effectLst/>
                    <a:latin typeface="Monotype Corsiva"/>
                    <a:ea typeface="Calibri"/>
                    <a:cs typeface="Times New Roman"/>
                  </a:rPr>
                  <a:t>Anthonela</a:t>
                </a:r>
                <a:r>
                  <a:rPr lang="es-BO" sz="1600" dirty="0">
                    <a:effectLst/>
                    <a:latin typeface="Monotype Corsiva"/>
                    <a:ea typeface="Calibri"/>
                    <a:cs typeface="Times New Roman"/>
                  </a:rPr>
                  <a:t> !</a:t>
                </a:r>
                <a:endParaRPr lang="es-BO" sz="2800" dirty="0">
                  <a:effectLst/>
                  <a:latin typeface="Calibri"/>
                  <a:ea typeface="Calibri"/>
                  <a:cs typeface="Times New Roman"/>
                </a:endParaRPr>
              </a:p>
              <a:p>
                <a:pPr algn="just"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s-BO" sz="1600" dirty="0">
                    <a:effectLst/>
                    <a:latin typeface="Monotype Corsiva"/>
                    <a:ea typeface="Calibri"/>
                    <a:cs typeface="Times New Roman"/>
                  </a:rPr>
                  <a:t>Mis papitos: Edwin y Lilian, desean compartir contigo mi buena llegada, invitándote a pasar una tarde agradable llena de juegos y diversión,  este 19 de abril a horas 15:00 pm. en su domicilio C/N. Arauco # 3445. Zona sud.</a:t>
                </a:r>
                <a:endParaRPr lang="es-BO" sz="2800" dirty="0">
                  <a:effectLst/>
                  <a:latin typeface="Calibri"/>
                  <a:ea typeface="Calibri"/>
                  <a:cs typeface="Times New Roman"/>
                </a:endParaRPr>
              </a:p>
              <a:p>
                <a:pPr algn="r"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s-BO" sz="1600" dirty="0">
                    <a:effectLst/>
                    <a:latin typeface="Monotype Corsiva"/>
                    <a:ea typeface="Calibri"/>
                    <a:cs typeface="Times New Roman"/>
                  </a:rPr>
                  <a:t>¡Te esperamos no faltes</a:t>
                </a:r>
                <a:r>
                  <a:rPr lang="es-BO" sz="1200" dirty="0">
                    <a:effectLst/>
                    <a:latin typeface="Monotype Corsiva"/>
                    <a:ea typeface="Calibri"/>
                    <a:cs typeface="Times New Roman"/>
                  </a:rPr>
                  <a:t>!</a:t>
                </a:r>
                <a:endParaRPr lang="es-BO" sz="2000" dirty="0">
                  <a:effectLst/>
                  <a:latin typeface="Calibri"/>
                  <a:ea typeface="Calibri"/>
                  <a:cs typeface="Times New Roman"/>
                </a:endParaRPr>
              </a:p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s-BO" sz="1000" dirty="0">
                    <a:effectLst/>
                    <a:latin typeface="Calibri"/>
                    <a:ea typeface="Calibri"/>
                    <a:cs typeface="Times New Roman"/>
                  </a:rPr>
                  <a:t> </a:t>
                </a:r>
                <a:endParaRPr lang="es-BO" sz="1600" dirty="0">
                  <a:effectLst/>
                  <a:latin typeface="Calibri"/>
                  <a:ea typeface="Calibri"/>
                  <a:cs typeface="Times New Roman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788462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59</Words>
  <Application>Microsoft Office PowerPoint</Application>
  <PresentationFormat>Presentación en pantalla (4:3)</PresentationFormat>
  <Paragraphs>5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2" baseType="lpstr">
      <vt:lpstr>Tema de Office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LILI</dc:creator>
  <cp:lastModifiedBy>LILI</cp:lastModifiedBy>
  <cp:revision>2</cp:revision>
  <dcterms:created xsi:type="dcterms:W3CDTF">2014-04-07T20:18:03Z</dcterms:created>
  <dcterms:modified xsi:type="dcterms:W3CDTF">2014-04-11T20:57:11Z</dcterms:modified>
</cp:coreProperties>
</file>