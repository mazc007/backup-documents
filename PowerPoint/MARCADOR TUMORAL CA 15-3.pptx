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64" r:id="rId4"/>
    <p:sldId id="265" r:id="rId5"/>
    <p:sldId id="266" r:id="rId6"/>
    <p:sldId id="257" r:id="rId7"/>
    <p:sldId id="261" r:id="rId8"/>
    <p:sldId id="260" r:id="rId9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p" initials="x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Rectángulo redondeado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Título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0" name="19 Subtítulo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Rectángulo redondeado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Redondear rectángulo de esquina sencilla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Rectángulo redondeado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12 Marcador de título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808D7632-9221-4DBF-B3B7-8FD6D124834D}" type="datetimeFigureOut">
              <a:rPr lang="es-BO" smtClean="0"/>
              <a:t>20/08/2014</a:t>
            </a:fld>
            <a:endParaRPr lang="es-BO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36ECACD5-15CB-4CD6-A71A-D76756999B85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58670"/>
            <a:ext cx="8280920" cy="6210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37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7787580" cy="584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840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4664"/>
            <a:ext cx="8064896" cy="6453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0792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63" y="476672"/>
            <a:ext cx="7896877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762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image.slidesharecdn.com/marcadorestumorales2009-100126233440-phpapp01/95/m-a-r-c-a-d-o-r-e-s-t-u-m-o-r-a-l-e-s-2009-70-728.jpg?cb=12645724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41" y="332656"/>
            <a:ext cx="7944883" cy="548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660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BO" dirty="0" smtClean="0"/>
          </a:p>
          <a:p>
            <a:r>
              <a:rPr lang="es-BO" dirty="0" smtClean="0"/>
              <a:t>.</a:t>
            </a:r>
            <a:endParaRPr lang="es-BO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693420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841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63" y="476672"/>
            <a:ext cx="8064896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3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y graci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764704"/>
            <a:ext cx="4980384" cy="498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9424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109</TotalTime>
  <Words>1</Words>
  <Application>Microsoft Office PowerPoint</Application>
  <PresentationFormat>Presentación en pantalla (4:3)</PresentationFormat>
  <Paragraphs>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Aspecto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MARCADOR TUMORAL CA 15-3</dc:title>
  <dc:creator>sergio</dc:creator>
  <cp:lastModifiedBy>xp</cp:lastModifiedBy>
  <cp:revision>12</cp:revision>
  <dcterms:created xsi:type="dcterms:W3CDTF">2014-08-09T01:34:54Z</dcterms:created>
  <dcterms:modified xsi:type="dcterms:W3CDTF">2014-08-21T01:10:19Z</dcterms:modified>
</cp:coreProperties>
</file>