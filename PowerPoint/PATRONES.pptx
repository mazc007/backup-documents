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59" r:id="rId5"/>
  </p:sldIdLst>
  <p:sldSz cx="9144000" cy="6858000" type="screen4x3"/>
  <p:notesSz cx="6858000" cy="9144000"/>
  <p:defaultTextStyle>
    <a:defPPr>
      <a:defRPr lang="es-B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100" d="100"/>
          <a:sy n="100" d="100"/>
        </p:scale>
        <p:origin x="354" y="113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43" name="Group 42"/>
          <p:cNvGrpSpPr/>
          <p:nvPr/>
        </p:nvGrpSpPr>
        <p:grpSpPr>
          <a:xfrm>
            <a:off x="-382404" y="0"/>
            <a:ext cx="9932332" cy="6858000"/>
            <a:chOff x="-382404" y="0"/>
            <a:chExt cx="9932332" cy="6858000"/>
          </a:xfrm>
        </p:grpSpPr>
        <p:grpSp>
          <p:nvGrpSpPr>
            <p:cNvPr id="44" name="Group 44"/>
            <p:cNvGrpSpPr/>
            <p:nvPr/>
          </p:nvGrpSpPr>
          <p:grpSpPr>
            <a:xfrm>
              <a:off x="0" y="0"/>
              <a:ext cx="9144000" cy="6858000"/>
              <a:chOff x="0" y="0"/>
              <a:chExt cx="9144000" cy="6858000"/>
            </a:xfrm>
          </p:grpSpPr>
          <p:grpSp>
            <p:nvGrpSpPr>
              <p:cNvPr id="70" name="Group 4"/>
              <p:cNvGrpSpPr/>
              <p:nvPr/>
            </p:nvGrpSpPr>
            <p:grpSpPr>
              <a:xfrm>
                <a:off x="0" y="0"/>
                <a:ext cx="2514600" cy="6858000"/>
                <a:chOff x="0" y="0"/>
                <a:chExt cx="2514600" cy="6858000"/>
              </a:xfrm>
            </p:grpSpPr>
            <p:sp>
              <p:nvSpPr>
                <p:cNvPr id="115" name="Rectangle 11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1" name="Group 5"/>
              <p:cNvGrpSpPr/>
              <p:nvPr/>
            </p:nvGrpSpPr>
            <p:grpSpPr>
              <a:xfrm>
                <a:off x="422910" y="0"/>
                <a:ext cx="2514600" cy="6858000"/>
                <a:chOff x="0" y="0"/>
                <a:chExt cx="2514600" cy="6858000"/>
              </a:xfrm>
            </p:grpSpPr>
            <p:sp>
              <p:nvSpPr>
                <p:cNvPr id="85" name="Rectangle 8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5" name="Freeform 44"/>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Freeform 51"/>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Hexagon 52"/>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reeform 57"/>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67"/>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68"/>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4649096" y="-21511"/>
            <a:ext cx="3505200" cy="23128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733365" y="2708476"/>
            <a:ext cx="3313355" cy="1702160"/>
          </a:xfrm>
        </p:spPr>
        <p:txBody>
          <a:bodyPr>
            <a:normAutofit/>
          </a:bodyPr>
          <a:lstStyle>
            <a:lvl1pPr>
              <a:defRPr sz="3600"/>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4733365" y="4421080"/>
            <a:ext cx="3309803" cy="1260629"/>
          </a:xfrm>
        </p:spPr>
        <p:txBody>
          <a:bodyPr>
            <a:normAutofit/>
          </a:bodyPr>
          <a:lstStyle>
            <a:lvl1pPr marL="0" indent="0" algn="l">
              <a:buNone/>
              <a:defRPr sz="1800">
                <a:solidFill>
                  <a:srgbClr val="42424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dirty="0"/>
          </a:p>
        </p:txBody>
      </p:sp>
      <p:sp>
        <p:nvSpPr>
          <p:cNvPr id="4" name="Date Placeholder 3"/>
          <p:cNvSpPr>
            <a:spLocks noGrp="1"/>
          </p:cNvSpPr>
          <p:nvPr>
            <p:ph type="dt" sz="half" idx="10"/>
          </p:nvPr>
        </p:nvSpPr>
        <p:spPr>
          <a:xfrm>
            <a:off x="4738744" y="1516828"/>
            <a:ext cx="2133600" cy="750981"/>
          </a:xfrm>
        </p:spPr>
        <p:txBody>
          <a:bodyPr anchor="b"/>
          <a:lstStyle>
            <a:lvl1pPr algn="l">
              <a:defRPr sz="2400"/>
            </a:lvl1pPr>
          </a:lstStyle>
          <a:p>
            <a:fld id="{28E93B75-C4EE-42CA-899E-35B688343AAB}" type="datetimeFigureOut">
              <a:rPr lang="es-BO" smtClean="0"/>
              <a:t>19/09/2013</a:t>
            </a:fld>
            <a:endParaRPr lang="es-BO"/>
          </a:p>
        </p:txBody>
      </p:sp>
      <p:sp>
        <p:nvSpPr>
          <p:cNvPr id="50" name="Rectangle 49"/>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a:xfrm>
            <a:off x="5303520" y="5719966"/>
            <a:ext cx="2831592" cy="365125"/>
          </a:xfrm>
        </p:spPr>
        <p:txBody>
          <a:bodyPr>
            <a:normAutofit/>
          </a:bodyPr>
          <a:lstStyle>
            <a:lvl1pPr>
              <a:defRPr>
                <a:solidFill>
                  <a:schemeClr val="accent1"/>
                </a:solidFill>
              </a:defRPr>
            </a:lvl1pPr>
          </a:lstStyle>
          <a:p>
            <a:endParaRPr lang="es-BO"/>
          </a:p>
        </p:txBody>
      </p:sp>
      <p:sp>
        <p:nvSpPr>
          <p:cNvPr id="6" name="Slide Number Placeholder 5"/>
          <p:cNvSpPr>
            <a:spLocks noGrp="1"/>
          </p:cNvSpPr>
          <p:nvPr>
            <p:ph type="sldNum" sz="quarter" idx="12"/>
          </p:nvPr>
        </p:nvSpPr>
        <p:spPr>
          <a:xfrm>
            <a:off x="4649096" y="5719966"/>
            <a:ext cx="643666" cy="365125"/>
          </a:xfrm>
        </p:spPr>
        <p:txBody>
          <a:bodyPr/>
          <a:lstStyle>
            <a:lvl1pPr>
              <a:defRPr>
                <a:solidFill>
                  <a:schemeClr val="accent1"/>
                </a:solidFill>
              </a:defRPr>
            </a:lvl1pPr>
          </a:lstStyle>
          <a:p>
            <a:fld id="{C9D20D23-1FE6-4E66-A692-74E339CC5A44}" type="slidenum">
              <a:rPr lang="es-BO" smtClean="0"/>
              <a:t>‹Nº›</a:t>
            </a:fld>
            <a:endParaRPr lang="es-BO"/>
          </a:p>
        </p:txBody>
      </p:sp>
      <p:sp>
        <p:nvSpPr>
          <p:cNvPr id="89" name="Rectangle 88"/>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a:p>
        </p:txBody>
      </p:sp>
      <p:sp>
        <p:nvSpPr>
          <p:cNvPr id="3" name="Content Placeholder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28E93B75-C4EE-42CA-899E-35B688343AAB}" type="datetimeFigureOut">
              <a:rPr lang="es-BO" smtClean="0"/>
              <a:t>19/09/2013</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C9D20D23-1FE6-4E66-A692-74E339CC5A44}" type="slidenum">
              <a:rPr lang="es-BO" smtClean="0"/>
              <a:t>‹Nº›</a:t>
            </a:fld>
            <a:endParaRPr lang="es-BO"/>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258645" y="2900829"/>
            <a:ext cx="6637468" cy="1362075"/>
          </a:xfrm>
        </p:spPr>
        <p:txBody>
          <a:bodyPr anchor="b"/>
          <a:lstStyle>
            <a:lvl1pPr algn="l">
              <a:defRPr sz="4000" b="0" cap="none" baseline="0"/>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258645" y="4267200"/>
            <a:ext cx="6637467" cy="1520413"/>
          </a:xfrm>
        </p:spPr>
        <p:txBody>
          <a:bodyPr anchor="t"/>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28E93B75-C4EE-42CA-899E-35B688343AAB}" type="datetimeFigureOut">
              <a:rPr lang="es-BO" smtClean="0"/>
              <a:t>19/09/2013</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C9D20D23-1FE6-4E66-A692-74E339CC5A44}" type="slidenum">
              <a:rPr lang="es-BO" smtClean="0"/>
              <a:t>‹Nº›</a:t>
            </a:fld>
            <a:endParaRPr lang="es-BO"/>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a:p>
        </p:txBody>
      </p:sp>
      <p:sp>
        <p:nvSpPr>
          <p:cNvPr id="5" name="Date Placeholder 4"/>
          <p:cNvSpPr>
            <a:spLocks noGrp="1"/>
          </p:cNvSpPr>
          <p:nvPr>
            <p:ph type="dt" sz="half" idx="10"/>
          </p:nvPr>
        </p:nvSpPr>
        <p:spPr/>
        <p:txBody>
          <a:bodyPr/>
          <a:lstStyle/>
          <a:p>
            <a:fld id="{28E93B75-C4EE-42CA-899E-35B688343AAB}" type="datetimeFigureOut">
              <a:rPr lang="es-BO" smtClean="0"/>
              <a:t>19/09/2013</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C9D20D23-1FE6-4E66-A692-74E339CC5A44}" type="slidenum">
              <a:rPr lang="es-BO" smtClean="0"/>
              <a:t>‹Nº›</a:t>
            </a:fld>
            <a:endParaRPr lang="es-BO"/>
          </a:p>
        </p:txBody>
      </p:sp>
      <p:sp>
        <p:nvSpPr>
          <p:cNvPr id="9" name="Content Placeholder 8"/>
          <p:cNvSpPr>
            <a:spLocks noGrp="1"/>
          </p:cNvSpPr>
          <p:nvPr>
            <p:ph sz="quarter" idx="13"/>
          </p:nvPr>
        </p:nvSpPr>
        <p:spPr>
          <a:xfrm>
            <a:off x="1042416" y="2313432"/>
            <a:ext cx="3419856" cy="349300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11" name="Content Placeholder 10"/>
          <p:cNvSpPr>
            <a:spLocks noGrp="1"/>
          </p:cNvSpPr>
          <p:nvPr>
            <p:ph sz="quarter" idx="14"/>
          </p:nvPr>
        </p:nvSpPr>
        <p:spPr>
          <a:xfrm>
            <a:off x="4645152" y="2313431"/>
            <a:ext cx="3419856" cy="349300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a:p>
        </p:txBody>
      </p:sp>
      <p:sp>
        <p:nvSpPr>
          <p:cNvPr id="3" name="Text Placeholder 2"/>
          <p:cNvSpPr>
            <a:spLocks noGrp="1"/>
          </p:cNvSpPr>
          <p:nvPr>
            <p:ph type="body" idx="1"/>
          </p:nvPr>
        </p:nvSpPr>
        <p:spPr>
          <a:xfrm>
            <a:off x="1412111" y="2316009"/>
            <a:ext cx="3057148"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Content Placeholder 3"/>
          <p:cNvSpPr>
            <a:spLocks noGrp="1"/>
          </p:cNvSpPr>
          <p:nvPr>
            <p:ph sz="half" idx="2"/>
          </p:nvPr>
        </p:nvSpPr>
        <p:spPr>
          <a:xfrm>
            <a:off x="1041721"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5011837" y="2316010"/>
            <a:ext cx="3055717"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Content Placeholder 5"/>
          <p:cNvSpPr>
            <a:spLocks noGrp="1"/>
          </p:cNvSpPr>
          <p:nvPr>
            <p:ph sz="quarter" idx="4"/>
          </p:nvPr>
        </p:nvSpPr>
        <p:spPr>
          <a:xfrm>
            <a:off x="4645152"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28E93B75-C4EE-42CA-899E-35B688343AAB}" type="datetimeFigureOut">
              <a:rPr lang="es-BO" smtClean="0"/>
              <a:t>19/09/2013</a:t>
            </a:fld>
            <a:endParaRPr lang="es-BO"/>
          </a:p>
        </p:txBody>
      </p:sp>
      <p:sp>
        <p:nvSpPr>
          <p:cNvPr id="8" name="Footer Placeholder 7"/>
          <p:cNvSpPr>
            <a:spLocks noGrp="1"/>
          </p:cNvSpPr>
          <p:nvPr>
            <p:ph type="ftr" sz="quarter" idx="11"/>
          </p:nvPr>
        </p:nvSpPr>
        <p:spPr/>
        <p:txBody>
          <a:bodyPr/>
          <a:lstStyle/>
          <a:p>
            <a:endParaRPr lang="es-BO"/>
          </a:p>
        </p:txBody>
      </p:sp>
      <p:sp>
        <p:nvSpPr>
          <p:cNvPr id="9" name="Slide Number Placeholder 8"/>
          <p:cNvSpPr>
            <a:spLocks noGrp="1"/>
          </p:cNvSpPr>
          <p:nvPr>
            <p:ph type="sldNum" sz="quarter" idx="12"/>
          </p:nvPr>
        </p:nvSpPr>
        <p:spPr/>
        <p:txBody>
          <a:bodyPr/>
          <a:lstStyle/>
          <a:p>
            <a:fld id="{C9D20D23-1FE6-4E66-A692-74E339CC5A44}" type="slidenum">
              <a:rPr lang="es-BO" smtClean="0"/>
              <a:t>‹Nº›</a:t>
            </a:fld>
            <a:endParaRPr lang="es-BO"/>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a:p>
        </p:txBody>
      </p:sp>
      <p:sp>
        <p:nvSpPr>
          <p:cNvPr id="3" name="Date Placeholder 2"/>
          <p:cNvSpPr>
            <a:spLocks noGrp="1"/>
          </p:cNvSpPr>
          <p:nvPr>
            <p:ph type="dt" sz="half" idx="10"/>
          </p:nvPr>
        </p:nvSpPr>
        <p:spPr/>
        <p:txBody>
          <a:bodyPr/>
          <a:lstStyle/>
          <a:p>
            <a:fld id="{28E93B75-C4EE-42CA-899E-35B688343AAB}" type="datetimeFigureOut">
              <a:rPr lang="es-BO" smtClean="0"/>
              <a:t>19/09/2013</a:t>
            </a:fld>
            <a:endParaRPr lang="es-BO"/>
          </a:p>
        </p:txBody>
      </p:sp>
      <p:sp>
        <p:nvSpPr>
          <p:cNvPr id="4" name="Footer Placeholder 3"/>
          <p:cNvSpPr>
            <a:spLocks noGrp="1"/>
          </p:cNvSpPr>
          <p:nvPr>
            <p:ph type="ftr" sz="quarter" idx="11"/>
          </p:nvPr>
        </p:nvSpPr>
        <p:spPr/>
        <p:txBody>
          <a:bodyPr/>
          <a:lstStyle/>
          <a:p>
            <a:endParaRPr lang="es-BO"/>
          </a:p>
        </p:txBody>
      </p:sp>
      <p:sp>
        <p:nvSpPr>
          <p:cNvPr id="5" name="Slide Number Placeholder 4"/>
          <p:cNvSpPr>
            <a:spLocks noGrp="1"/>
          </p:cNvSpPr>
          <p:nvPr>
            <p:ph type="sldNum" sz="quarter" idx="12"/>
          </p:nvPr>
        </p:nvSpPr>
        <p:spPr/>
        <p:txBody>
          <a:bodyPr/>
          <a:lstStyle/>
          <a:p>
            <a:fld id="{C9D20D23-1FE6-4E66-A692-74E339CC5A44}" type="slidenum">
              <a:rPr lang="es-BO" smtClean="0"/>
              <a:t>‹Nº›</a:t>
            </a:fld>
            <a:endParaRPr lang="es-BO"/>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E93B75-C4EE-42CA-899E-35B688343AAB}" type="datetimeFigureOut">
              <a:rPr lang="es-BO" smtClean="0"/>
              <a:t>19/09/2013</a:t>
            </a:fld>
            <a:endParaRPr lang="es-BO"/>
          </a:p>
        </p:txBody>
      </p:sp>
      <p:sp>
        <p:nvSpPr>
          <p:cNvPr id="3" name="Footer Placeholder 2"/>
          <p:cNvSpPr>
            <a:spLocks noGrp="1"/>
          </p:cNvSpPr>
          <p:nvPr>
            <p:ph type="ftr" sz="quarter" idx="11"/>
          </p:nvPr>
        </p:nvSpPr>
        <p:spPr/>
        <p:txBody>
          <a:bodyPr/>
          <a:lstStyle/>
          <a:p>
            <a:endParaRPr lang="es-BO"/>
          </a:p>
        </p:txBody>
      </p:sp>
      <p:sp>
        <p:nvSpPr>
          <p:cNvPr id="4" name="Slide Number Placeholder 3"/>
          <p:cNvSpPr>
            <a:spLocks noGrp="1"/>
          </p:cNvSpPr>
          <p:nvPr>
            <p:ph type="sldNum" sz="quarter" idx="12"/>
          </p:nvPr>
        </p:nvSpPr>
        <p:spPr/>
        <p:txBody>
          <a:bodyPr/>
          <a:lstStyle/>
          <a:p>
            <a:fld id="{C9D20D23-1FE6-4E66-A692-74E339CC5A44}" type="slidenum">
              <a:rPr lang="es-BO" smtClean="0"/>
              <a:t>‹Nº›</a:t>
            </a:fld>
            <a:endParaRPr lang="es-BO"/>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2" name="Group 4"/>
              <p:cNvGrpSpPr/>
              <p:nvPr/>
            </p:nvGrpSpPr>
            <p:grpSpPr>
              <a:xfrm>
                <a:off x="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5"/>
              <p:cNvGrpSpPr/>
              <p:nvPr/>
            </p:nvGrpSpPr>
            <p:grpSpPr>
              <a:xfrm>
                <a:off x="42291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4"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Freeform 46"/>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Hexagon 51"/>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58"/>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69"/>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28E93B75-C4EE-42CA-899E-35B688343AAB}" type="datetimeFigureOut">
              <a:rPr lang="es-BO" smtClean="0"/>
              <a:t>19/09/2013</a:t>
            </a:fld>
            <a:endParaRPr lang="es-BO"/>
          </a:p>
        </p:txBody>
      </p:sp>
      <p:sp>
        <p:nvSpPr>
          <p:cNvPr id="7" name="Slide Number Placeholder 6"/>
          <p:cNvSpPr>
            <a:spLocks noGrp="1"/>
          </p:cNvSpPr>
          <p:nvPr>
            <p:ph type="sldNum" sz="quarter" idx="12"/>
          </p:nvPr>
        </p:nvSpPr>
        <p:spPr/>
        <p:txBody>
          <a:bodyPr/>
          <a:lstStyle/>
          <a:p>
            <a:fld id="{C9D20D23-1FE6-4E66-A692-74E339CC5A44}" type="slidenum">
              <a:rPr lang="es-BO" smtClean="0"/>
              <a:t>‹Nº›</a:t>
            </a:fld>
            <a:endParaRPr lang="es-BO"/>
          </a:p>
        </p:txBody>
      </p:sp>
      <p:sp>
        <p:nvSpPr>
          <p:cNvPr id="58" name="Rectangle 57"/>
          <p:cNvSpPr/>
          <p:nvPr/>
        </p:nvSpPr>
        <p:spPr>
          <a:xfrm>
            <a:off x="905571" y="601883"/>
            <a:ext cx="3562257" cy="5648445"/>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145894" y="856527"/>
            <a:ext cx="3090440" cy="5150734"/>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61" name="Rectangle 60"/>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s-BO"/>
          </a:p>
        </p:txBody>
      </p:sp>
      <p:sp>
        <p:nvSpPr>
          <p:cNvPr id="2" name="Title 1"/>
          <p:cNvSpPr>
            <a:spLocks noGrp="1"/>
          </p:cNvSpPr>
          <p:nvPr>
            <p:ph type="title"/>
          </p:nvPr>
        </p:nvSpPr>
        <p:spPr>
          <a:xfrm>
            <a:off x="4739833" y="2657434"/>
            <a:ext cx="3304572" cy="1463153"/>
          </a:xfrm>
        </p:spPr>
        <p:txBody>
          <a:bodyPr anchor="b">
            <a:normAutofit/>
          </a:bodyPr>
          <a:lstStyle>
            <a:lvl1pPr algn="l">
              <a:defRPr sz="2800" b="0"/>
            </a:lvl1pPr>
          </a:lstStyle>
          <a:p>
            <a:r>
              <a:rPr lang="es-ES" smtClean="0"/>
              <a:t>Haga clic para modificar el estilo de título del patrón</a:t>
            </a:r>
            <a:endParaRPr lang="en-US"/>
          </a:p>
        </p:txBody>
      </p:sp>
      <p:sp>
        <p:nvSpPr>
          <p:cNvPr id="4" name="Text Placeholder 3"/>
          <p:cNvSpPr>
            <a:spLocks noGrp="1"/>
          </p:cNvSpPr>
          <p:nvPr>
            <p:ph type="body" sz="half" idx="2"/>
          </p:nvPr>
        </p:nvSpPr>
        <p:spPr>
          <a:xfrm>
            <a:off x="4736592" y="4136994"/>
            <a:ext cx="3298784" cy="1517904"/>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5" name="Group 4"/>
              <p:cNvGrpSpPr/>
              <p:nvPr/>
            </p:nvGrpSpPr>
            <p:grpSpPr>
              <a:xfrm>
                <a:off x="0" y="0"/>
                <a:ext cx="2514600" cy="6858000"/>
                <a:chOff x="0" y="0"/>
                <a:chExt cx="2514600" cy="6858000"/>
              </a:xfrm>
            </p:grpSpPr>
            <p:sp>
              <p:nvSpPr>
                <p:cNvPr id="87" name="Rectangle 8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6" name="Group 5"/>
              <p:cNvGrpSpPr/>
              <p:nvPr/>
            </p:nvGrpSpPr>
            <p:grpSpPr>
              <a:xfrm>
                <a:off x="42291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7" name="Group 9"/>
              <p:cNvGrpSpPr/>
              <p:nvPr/>
            </p:nvGrpSpPr>
            <p:grpSpPr>
              <a:xfrm rot="10800000">
                <a:off x="662940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8" name="Rectangle 77"/>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Freeform 45"/>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Hexagon 50"/>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62"/>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Hexagon 69"/>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Hexagon 70"/>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Hexagon 71"/>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72"/>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73"/>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4" name="Rectangle 93"/>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p:cNvSpPr/>
          <p:nvPr/>
        </p:nvSpPr>
        <p:spPr>
          <a:xfrm>
            <a:off x="905571" y="601883"/>
            <a:ext cx="3562257" cy="5648445"/>
          </a:xfrm>
          <a:prstGeom prst="rect">
            <a:avLst/>
          </a:prstGeom>
          <a:solidFill>
            <a:srgbClr val="FFFFFF"/>
          </a:solidFill>
          <a:ln w="31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34424" y="2660904"/>
            <a:ext cx="3300984" cy="1463040"/>
          </a:xfrm>
        </p:spPr>
        <p:txBody>
          <a:bodyPr anchor="b">
            <a:normAutofit/>
          </a:bodyPr>
          <a:lstStyle>
            <a:lvl1pPr algn="l">
              <a:defRPr sz="2800" b="0"/>
            </a:lvl1pPr>
          </a:lstStyle>
          <a:p>
            <a:r>
              <a:rPr lang="es-ES" smtClean="0"/>
              <a:t>Haga clic para modificar el estilo de título del patrón</a:t>
            </a:r>
            <a:endParaRPr lang="en-US"/>
          </a:p>
        </p:txBody>
      </p:sp>
      <p:sp>
        <p:nvSpPr>
          <p:cNvPr id="3" name="Picture Placeholder 2"/>
          <p:cNvSpPr>
            <a:spLocks noGrp="1"/>
          </p:cNvSpPr>
          <p:nvPr>
            <p:ph type="pic" idx="1"/>
          </p:nvPr>
        </p:nvSpPr>
        <p:spPr>
          <a:xfrm>
            <a:off x="1005208" y="693795"/>
            <a:ext cx="3359623" cy="5468112"/>
          </a:xfrm>
        </p:spPr>
        <p:txBody>
          <a:bodyPr/>
          <a:lstStyle>
            <a:lvl1pPr marL="0" indent="0">
              <a:buNone/>
              <a:defRPr sz="32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4734630" y="4133088"/>
            <a:ext cx="3300573" cy="1519561"/>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28E93B75-C4EE-42CA-899E-35B688343AAB}" type="datetimeFigureOut">
              <a:rPr lang="es-BO" smtClean="0"/>
              <a:t>19/09/2013</a:t>
            </a:fld>
            <a:endParaRPr lang="es-BO"/>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s-BO"/>
          </a:p>
        </p:txBody>
      </p:sp>
      <p:sp>
        <p:nvSpPr>
          <p:cNvPr id="7" name="Slide Number Placeholder 6"/>
          <p:cNvSpPr>
            <a:spLocks noGrp="1"/>
          </p:cNvSpPr>
          <p:nvPr>
            <p:ph type="sldNum" sz="quarter" idx="12"/>
          </p:nvPr>
        </p:nvSpPr>
        <p:spPr/>
        <p:txBody>
          <a:bodyPr/>
          <a:lstStyle/>
          <a:p>
            <a:fld id="{C9D20D23-1FE6-4E66-A692-74E339CC5A44}" type="slidenum">
              <a:rPr lang="es-BO" smtClean="0"/>
              <a:t>‹Nº›</a:t>
            </a:fld>
            <a:endParaRPr lang="es-BO"/>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a:p>
        </p:txBody>
      </p:sp>
      <p:sp>
        <p:nvSpPr>
          <p:cNvPr id="3" name="Vertical Text Placeholder 2"/>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Date Placeholder 3"/>
          <p:cNvSpPr>
            <a:spLocks noGrp="1"/>
          </p:cNvSpPr>
          <p:nvPr>
            <p:ph type="dt" sz="half" idx="10"/>
          </p:nvPr>
        </p:nvSpPr>
        <p:spPr/>
        <p:txBody>
          <a:bodyPr/>
          <a:lstStyle/>
          <a:p>
            <a:fld id="{28E93B75-C4EE-42CA-899E-35B688343AAB}" type="datetimeFigureOut">
              <a:rPr lang="es-BO" smtClean="0"/>
              <a:t>19/09/2013</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C9D20D23-1FE6-4E66-A692-74E339CC5A44}" type="slidenum">
              <a:rPr lang="es-BO" smtClean="0"/>
              <a:t>‹Nº›</a:t>
            </a:fld>
            <a:endParaRPr lang="es-BO"/>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030147"/>
            <a:ext cx="1484453" cy="4780344"/>
          </a:xfrm>
        </p:spPr>
        <p:txBody>
          <a:bodyPr vert="eaVert" anchor="ctr"/>
          <a:lstStyle/>
          <a:p>
            <a:r>
              <a:rPr lang="es-ES" smtClean="0"/>
              <a:t>Haga clic para modificar el estilo de título del patrón</a:t>
            </a:r>
            <a:endParaRPr lang="en-US"/>
          </a:p>
        </p:txBody>
      </p:sp>
      <p:sp>
        <p:nvSpPr>
          <p:cNvPr id="3" name="Vertical Text Placeholder 2"/>
          <p:cNvSpPr>
            <a:spLocks noGrp="1"/>
          </p:cNvSpPr>
          <p:nvPr>
            <p:ph type="body" orient="vert" idx="1"/>
          </p:nvPr>
        </p:nvSpPr>
        <p:spPr>
          <a:xfrm>
            <a:off x="1053296" y="1030147"/>
            <a:ext cx="5423704" cy="4780344"/>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Date Placeholder 3"/>
          <p:cNvSpPr>
            <a:spLocks noGrp="1"/>
          </p:cNvSpPr>
          <p:nvPr>
            <p:ph type="dt" sz="half" idx="10"/>
          </p:nvPr>
        </p:nvSpPr>
        <p:spPr/>
        <p:txBody>
          <a:bodyPr/>
          <a:lstStyle/>
          <a:p>
            <a:fld id="{28E93B75-C4EE-42CA-899E-35B688343AAB}" type="datetimeFigureOut">
              <a:rPr lang="es-BO" smtClean="0"/>
              <a:t>19/09/2013</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C9D20D23-1FE6-4E66-A692-74E339CC5A44}" type="slidenum">
              <a:rPr lang="es-BO" smtClean="0"/>
              <a:t>‹Nº›</a:t>
            </a:fld>
            <a:endParaRPr lang="es-BO"/>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42" name="Group 41"/>
          <p:cNvGrpSpPr/>
          <p:nvPr/>
        </p:nvGrpSpPr>
        <p:grpSpPr>
          <a:xfrm>
            <a:off x="-304800" y="0"/>
            <a:ext cx="9932332" cy="6858000"/>
            <a:chOff x="-382404" y="0"/>
            <a:chExt cx="9932332" cy="6858000"/>
          </a:xfrm>
        </p:grpSpPr>
        <p:grpSp>
          <p:nvGrpSpPr>
            <p:cNvPr id="43" name="Group 44"/>
            <p:cNvGrpSpPr/>
            <p:nvPr/>
          </p:nvGrpSpPr>
          <p:grpSpPr>
            <a:xfrm>
              <a:off x="0" y="0"/>
              <a:ext cx="9144000" cy="6858000"/>
              <a:chOff x="0" y="0"/>
              <a:chExt cx="9144000" cy="6858000"/>
            </a:xfrm>
          </p:grpSpPr>
          <p:grpSp>
            <p:nvGrpSpPr>
              <p:cNvPr id="101" name="Group 4"/>
              <p:cNvGrpSpPr/>
              <p:nvPr/>
            </p:nvGrpSpPr>
            <p:grpSpPr>
              <a:xfrm>
                <a:off x="0" y="0"/>
                <a:ext cx="2514600" cy="6858000"/>
                <a:chOff x="0" y="0"/>
                <a:chExt cx="2514600" cy="6858000"/>
              </a:xfrm>
            </p:grpSpPr>
            <p:sp>
              <p:nvSpPr>
                <p:cNvPr id="113" name="Rectangle 112"/>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 name="Group 5"/>
              <p:cNvGrpSpPr/>
              <p:nvPr/>
            </p:nvGrpSpPr>
            <p:grpSpPr>
              <a:xfrm>
                <a:off x="422910" y="0"/>
                <a:ext cx="2514600" cy="6858000"/>
                <a:chOff x="0" y="0"/>
                <a:chExt cx="2514600" cy="6858000"/>
              </a:xfrm>
            </p:grpSpPr>
            <p:sp>
              <p:nvSpPr>
                <p:cNvPr id="110" name="Rectangle 109"/>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9"/>
              <p:cNvGrpSpPr/>
              <p:nvPr/>
            </p:nvGrpSpPr>
            <p:grpSpPr>
              <a:xfrm rot="10800000">
                <a:off x="6629400" y="0"/>
                <a:ext cx="2514600" cy="6858000"/>
                <a:chOff x="0" y="0"/>
                <a:chExt cx="2514600" cy="6858000"/>
              </a:xfrm>
            </p:grpSpPr>
            <p:sp>
              <p:nvSpPr>
                <p:cNvPr id="107" name="Rectangle 10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4" name="Rectangle 103"/>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Freeform 43"/>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Freeform 44"/>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Freeform 45"/>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Hexagon 49"/>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Hexagon 50"/>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Hexagon 57"/>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Hexagon 94"/>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Hexagon 95"/>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Hexagon 96"/>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Hexagon 97"/>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Freeform 98"/>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Freeform 99"/>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Rectangle 65"/>
          <p:cNvSpPr/>
          <p:nvPr/>
        </p:nvSpPr>
        <p:spPr>
          <a:xfrm>
            <a:off x="457200" y="333487"/>
            <a:ext cx="8229600" cy="618564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p:cNvSpPr/>
          <p:nvPr/>
        </p:nvSpPr>
        <p:spPr>
          <a:xfrm>
            <a:off x="4561242" y="-21511"/>
            <a:ext cx="3679116" cy="699244"/>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043490" y="1027664"/>
            <a:ext cx="7024744" cy="1143000"/>
          </a:xfrm>
          <a:prstGeom prst="rect">
            <a:avLst/>
          </a:prstGeom>
        </p:spPr>
        <p:txBody>
          <a:bodyPr vert="horz" lIns="91440" tIns="45720" rIns="91440" bIns="45720" rtlCol="0" anchor="b">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043492" y="2323652"/>
            <a:ext cx="6777317" cy="3508977"/>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5997388" y="224492"/>
            <a:ext cx="2133600" cy="365125"/>
          </a:xfrm>
          <a:prstGeom prst="rect">
            <a:avLst/>
          </a:prstGeom>
        </p:spPr>
        <p:txBody>
          <a:bodyPr vert="horz" lIns="91440" tIns="45720" rIns="91440" bIns="45720" rtlCol="0" anchor="ctr"/>
          <a:lstStyle>
            <a:lvl1pPr algn="r">
              <a:defRPr sz="1200">
                <a:solidFill>
                  <a:srgbClr val="FEFEFE"/>
                </a:solidFill>
              </a:defRPr>
            </a:lvl1pPr>
          </a:lstStyle>
          <a:p>
            <a:fld id="{28E93B75-C4EE-42CA-899E-35B688343AAB}" type="datetimeFigureOut">
              <a:rPr lang="es-BO" smtClean="0"/>
              <a:t>19/09/2013</a:t>
            </a:fld>
            <a:endParaRPr lang="es-BO"/>
          </a:p>
        </p:txBody>
      </p:sp>
      <p:sp>
        <p:nvSpPr>
          <p:cNvPr id="5" name="Footer Placeholder 4"/>
          <p:cNvSpPr>
            <a:spLocks noGrp="1"/>
          </p:cNvSpPr>
          <p:nvPr>
            <p:ph type="ftr" sz="quarter" idx="3"/>
          </p:nvPr>
        </p:nvSpPr>
        <p:spPr>
          <a:xfrm>
            <a:off x="4641448" y="5852160"/>
            <a:ext cx="3502152" cy="365125"/>
          </a:xfrm>
          <a:prstGeom prst="rect">
            <a:avLst/>
          </a:prstGeom>
        </p:spPr>
        <p:txBody>
          <a:bodyPr vert="horz" lIns="91440" tIns="45720" rIns="91440" bIns="45720" rtlCol="0" anchor="ctr"/>
          <a:lstStyle>
            <a:lvl1pPr algn="r">
              <a:defRPr sz="1200">
                <a:solidFill>
                  <a:schemeClr val="accent1"/>
                </a:solidFill>
              </a:defRPr>
            </a:lvl1pPr>
          </a:lstStyle>
          <a:p>
            <a:endParaRPr lang="es-BO"/>
          </a:p>
        </p:txBody>
      </p:sp>
      <p:sp>
        <p:nvSpPr>
          <p:cNvPr id="6" name="Slide Number Placeholder 5"/>
          <p:cNvSpPr>
            <a:spLocks noGrp="1"/>
          </p:cNvSpPr>
          <p:nvPr>
            <p:ph type="sldNum" sz="quarter" idx="4"/>
          </p:nvPr>
        </p:nvSpPr>
        <p:spPr>
          <a:xfrm>
            <a:off x="4649096" y="224491"/>
            <a:ext cx="1332156" cy="365125"/>
          </a:xfrm>
          <a:prstGeom prst="rect">
            <a:avLst/>
          </a:prstGeom>
        </p:spPr>
        <p:txBody>
          <a:bodyPr vert="horz" lIns="91440" tIns="45720" rIns="91440" bIns="45720" rtlCol="0" anchor="ctr"/>
          <a:lstStyle>
            <a:lvl1pPr algn="l">
              <a:defRPr sz="1200">
                <a:solidFill>
                  <a:srgbClr val="FEFEFE"/>
                </a:solidFill>
              </a:defRPr>
            </a:lvl1pPr>
          </a:lstStyle>
          <a:p>
            <a:fld id="{C9D20D23-1FE6-4E66-A692-74E339CC5A44}" type="slidenum">
              <a:rPr lang="es-BO" smtClean="0"/>
              <a:t>‹Nº›</a:t>
            </a:fld>
            <a:endParaRPr lang="es-BO"/>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274320" algn="l" defTabSz="914400" rtl="0"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lstStyle/>
          <a:p>
            <a:r>
              <a:rPr lang="es-BO" dirty="0" smtClean="0"/>
              <a:t>PATRONES</a:t>
            </a:r>
            <a:endParaRPr lang="es-BO" dirty="0"/>
          </a:p>
        </p:txBody>
      </p:sp>
      <p:sp>
        <p:nvSpPr>
          <p:cNvPr id="3" name="2 Subtítulo"/>
          <p:cNvSpPr>
            <a:spLocks noGrp="1"/>
          </p:cNvSpPr>
          <p:nvPr>
            <p:ph type="subTitle" idx="1"/>
          </p:nvPr>
        </p:nvSpPr>
        <p:spPr/>
        <p:txBody>
          <a:bodyPr/>
          <a:lstStyle/>
          <a:p>
            <a:endParaRPr lang="es-BO"/>
          </a:p>
        </p:txBody>
      </p:sp>
    </p:spTree>
    <p:extLst>
      <p:ext uri="{BB962C8B-B14F-4D97-AF65-F5344CB8AC3E}">
        <p14:creationId xmlns:p14="http://schemas.microsoft.com/office/powerpoint/2010/main" val="335836514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pPr lvl="0"/>
            <a:r>
              <a:rPr lang="es-BO" b="1" dirty="0" smtClean="0"/>
              <a:t>-</a:t>
            </a:r>
            <a:r>
              <a:rPr lang="es-BO" dirty="0" smtClean="0"/>
              <a:t> Patrón de Autopercepción y </a:t>
            </a:r>
            <a:r>
              <a:rPr lang="es-BO" dirty="0" err="1" smtClean="0"/>
              <a:t>Autoconcepto</a:t>
            </a:r>
            <a:r>
              <a:rPr lang="es-BO" dirty="0" smtClean="0"/>
              <a:t>:</a:t>
            </a:r>
            <a:endParaRPr lang="es-BO" dirty="0"/>
          </a:p>
        </p:txBody>
      </p:sp>
      <p:sp>
        <p:nvSpPr>
          <p:cNvPr id="3" name="2 Marcador de contenido"/>
          <p:cNvSpPr>
            <a:spLocks noGrp="1"/>
          </p:cNvSpPr>
          <p:nvPr>
            <p:ph idx="1"/>
          </p:nvPr>
        </p:nvSpPr>
        <p:spPr/>
        <p:txBody>
          <a:bodyPr>
            <a:normAutofit lnSpcReduction="10000"/>
          </a:bodyPr>
          <a:lstStyle/>
          <a:p>
            <a:pPr marL="0" indent="0">
              <a:buNone/>
            </a:pPr>
            <a:endParaRPr lang="es-BO" dirty="0"/>
          </a:p>
          <a:p>
            <a:r>
              <a:rPr lang="es-BO" dirty="0"/>
              <a:t>Paciente se encuentra triste y deprimido ya que la parece algo increíble lo que le sucedió ya que anteriormente siempre fue una persona: religiosa, tranquila afectiva con sus hijos y buen trabajador. Existen momentos en los que él se siente culpable ya que si el paciente no hubiese salido de casa nada le habría ocurrido y continuaría con sus actividades de rutina.</a:t>
            </a:r>
          </a:p>
        </p:txBody>
      </p:sp>
    </p:spTree>
    <p:extLst>
      <p:ext uri="{BB962C8B-B14F-4D97-AF65-F5344CB8AC3E}">
        <p14:creationId xmlns:p14="http://schemas.microsoft.com/office/powerpoint/2010/main" val="364155012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lvl="0"/>
            <a:r>
              <a:rPr lang="es-BO" dirty="0" smtClean="0"/>
              <a:t>Relaciones </a:t>
            </a:r>
            <a:r>
              <a:rPr lang="es-BO" dirty="0"/>
              <a:t>del Rol:</a:t>
            </a:r>
            <a:endParaRPr lang="es-BO" dirty="0"/>
          </a:p>
        </p:txBody>
      </p:sp>
      <p:sp>
        <p:nvSpPr>
          <p:cNvPr id="3" name="2 Marcador de contenido"/>
          <p:cNvSpPr>
            <a:spLocks noGrp="1"/>
          </p:cNvSpPr>
          <p:nvPr>
            <p:ph idx="1"/>
          </p:nvPr>
        </p:nvSpPr>
        <p:spPr>
          <a:xfrm>
            <a:off x="1043492" y="2060848"/>
            <a:ext cx="6777317" cy="4320480"/>
          </a:xfrm>
        </p:spPr>
        <p:txBody>
          <a:bodyPr>
            <a:normAutofit lnSpcReduction="10000"/>
          </a:bodyPr>
          <a:lstStyle/>
          <a:p>
            <a:pPr marL="68580" indent="0">
              <a:buNone/>
            </a:pPr>
            <a:r>
              <a:rPr lang="es-BO" dirty="0"/>
              <a:t> </a:t>
            </a:r>
            <a:endParaRPr lang="es-BO" dirty="0"/>
          </a:p>
          <a:p>
            <a:r>
              <a:rPr lang="es-BO" dirty="0"/>
              <a:t>Teme que una vez este fuera del hospital no pueda hacer sus actividades de rutina, ahora estando internado ya se siente aburrido, inútil, teme por sus hijos, por su esposa, por el trabajo; le asusta pensar que será despedido de su trabajo y aun mas esta con la intriga de cuando retornara a su trabajo ya que sabes que una vez este fuera del hospital tendrá que guardar reposo hasta estar completamente recuperado. </a:t>
            </a:r>
          </a:p>
          <a:p>
            <a:endParaRPr lang="es-BO" dirty="0"/>
          </a:p>
        </p:txBody>
      </p:sp>
    </p:spTree>
    <p:extLst>
      <p:ext uri="{BB962C8B-B14F-4D97-AF65-F5344CB8AC3E}">
        <p14:creationId xmlns:p14="http://schemas.microsoft.com/office/powerpoint/2010/main" val="25500958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BO"/>
          </a:p>
        </p:txBody>
      </p:sp>
      <p:graphicFrame>
        <p:nvGraphicFramePr>
          <p:cNvPr id="4" name="3 Marcador de contenido"/>
          <p:cNvGraphicFramePr>
            <a:graphicFrameLocks noGrp="1"/>
          </p:cNvGraphicFramePr>
          <p:nvPr>
            <p:ph idx="1"/>
            <p:extLst>
              <p:ext uri="{D42A27DB-BD31-4B8C-83A1-F6EECF244321}">
                <p14:modId xmlns:p14="http://schemas.microsoft.com/office/powerpoint/2010/main" val="2136149020"/>
              </p:ext>
            </p:extLst>
          </p:nvPr>
        </p:nvGraphicFramePr>
        <p:xfrm>
          <a:off x="683568" y="729463"/>
          <a:ext cx="8208911" cy="5723873"/>
        </p:xfrm>
        <a:graphic>
          <a:graphicData uri="http://schemas.openxmlformats.org/drawingml/2006/table">
            <a:tbl>
              <a:tblPr firstRow="1" firstCol="1" bandRow="1">
                <a:tableStyleId>{5C22544A-7EE6-4342-B048-85BDC9FD1C3A}</a:tableStyleId>
              </a:tblPr>
              <a:tblGrid>
                <a:gridCol w="1641283"/>
                <a:gridCol w="1641907"/>
                <a:gridCol w="1641907"/>
                <a:gridCol w="1641907"/>
                <a:gridCol w="1641907"/>
              </a:tblGrid>
              <a:tr h="343273">
                <a:tc>
                  <a:txBody>
                    <a:bodyPr/>
                    <a:lstStyle/>
                    <a:p>
                      <a:pPr algn="just">
                        <a:lnSpc>
                          <a:spcPct val="115000"/>
                        </a:lnSpc>
                        <a:spcAft>
                          <a:spcPts val="0"/>
                        </a:spcAft>
                      </a:pPr>
                      <a:r>
                        <a:rPr lang="es-BO" sz="700">
                          <a:effectLst/>
                        </a:rPr>
                        <a:t>Diagnósticos de enfermería </a:t>
                      </a:r>
                      <a:endParaRPr lang="es-BO" sz="700">
                        <a:effectLst/>
                        <a:latin typeface="Cambria"/>
                        <a:ea typeface="Calibri"/>
                        <a:cs typeface="Times New Roman"/>
                      </a:endParaRPr>
                    </a:p>
                  </a:txBody>
                  <a:tcPr marL="43036" marR="43036" marT="0" marB="0"/>
                </a:tc>
                <a:tc>
                  <a:txBody>
                    <a:bodyPr/>
                    <a:lstStyle/>
                    <a:p>
                      <a:pPr algn="just">
                        <a:lnSpc>
                          <a:spcPct val="115000"/>
                        </a:lnSpc>
                        <a:spcAft>
                          <a:spcPts val="0"/>
                        </a:spcAft>
                      </a:pPr>
                      <a:r>
                        <a:rPr lang="es-BO" sz="700">
                          <a:effectLst/>
                        </a:rPr>
                        <a:t>Objetivos </a:t>
                      </a:r>
                      <a:endParaRPr lang="es-BO" sz="700">
                        <a:effectLst/>
                        <a:latin typeface="Cambria"/>
                        <a:ea typeface="Calibri"/>
                        <a:cs typeface="Times New Roman"/>
                      </a:endParaRPr>
                    </a:p>
                  </a:txBody>
                  <a:tcPr marL="43036" marR="43036" marT="0" marB="0"/>
                </a:tc>
                <a:tc>
                  <a:txBody>
                    <a:bodyPr/>
                    <a:lstStyle/>
                    <a:p>
                      <a:pPr algn="just">
                        <a:lnSpc>
                          <a:spcPct val="115000"/>
                        </a:lnSpc>
                        <a:spcAft>
                          <a:spcPts val="0"/>
                        </a:spcAft>
                      </a:pPr>
                      <a:r>
                        <a:rPr lang="es-BO" sz="700">
                          <a:effectLst/>
                        </a:rPr>
                        <a:t>Planes de enfermería </a:t>
                      </a:r>
                      <a:endParaRPr lang="es-BO" sz="700">
                        <a:effectLst/>
                        <a:latin typeface="Cambria"/>
                        <a:ea typeface="Calibri"/>
                        <a:cs typeface="Times New Roman"/>
                      </a:endParaRPr>
                    </a:p>
                  </a:txBody>
                  <a:tcPr marL="43036" marR="43036" marT="0" marB="0"/>
                </a:tc>
                <a:tc>
                  <a:txBody>
                    <a:bodyPr/>
                    <a:lstStyle/>
                    <a:p>
                      <a:pPr algn="just">
                        <a:lnSpc>
                          <a:spcPct val="115000"/>
                        </a:lnSpc>
                        <a:spcAft>
                          <a:spcPts val="0"/>
                        </a:spcAft>
                      </a:pPr>
                      <a:r>
                        <a:rPr lang="es-BO" sz="700">
                          <a:effectLst/>
                        </a:rPr>
                        <a:t>Criterios  de evaluación </a:t>
                      </a:r>
                      <a:endParaRPr lang="es-BO" sz="700">
                        <a:effectLst/>
                        <a:latin typeface="Cambria"/>
                        <a:ea typeface="Calibri"/>
                        <a:cs typeface="Times New Roman"/>
                      </a:endParaRPr>
                    </a:p>
                  </a:txBody>
                  <a:tcPr marL="43036" marR="43036" marT="0" marB="0"/>
                </a:tc>
                <a:tc>
                  <a:txBody>
                    <a:bodyPr/>
                    <a:lstStyle/>
                    <a:p>
                      <a:pPr algn="just">
                        <a:lnSpc>
                          <a:spcPct val="115000"/>
                        </a:lnSpc>
                        <a:spcAft>
                          <a:spcPts val="0"/>
                        </a:spcAft>
                      </a:pPr>
                      <a:r>
                        <a:rPr lang="es-BO" sz="700">
                          <a:effectLst/>
                        </a:rPr>
                        <a:t>Evaluación </a:t>
                      </a:r>
                      <a:endParaRPr lang="es-BO" sz="700">
                        <a:effectLst/>
                        <a:latin typeface="Cambria"/>
                        <a:ea typeface="Calibri"/>
                        <a:cs typeface="Times New Roman"/>
                      </a:endParaRPr>
                    </a:p>
                  </a:txBody>
                  <a:tcPr marL="43036" marR="43036" marT="0" marB="0"/>
                </a:tc>
              </a:tr>
              <a:tr h="5380600">
                <a:tc>
                  <a:txBody>
                    <a:bodyPr/>
                    <a:lstStyle/>
                    <a:p>
                      <a:pPr algn="just">
                        <a:lnSpc>
                          <a:spcPct val="115000"/>
                        </a:lnSpc>
                        <a:spcAft>
                          <a:spcPts val="0"/>
                        </a:spcAft>
                      </a:pPr>
                      <a:r>
                        <a:rPr lang="es-BO" sz="700">
                          <a:effectLst/>
                        </a:rPr>
                        <a:t> Estrés y preocupación relacionada a hospitalización.</a:t>
                      </a:r>
                    </a:p>
                    <a:p>
                      <a:pPr algn="just">
                        <a:lnSpc>
                          <a:spcPct val="115000"/>
                        </a:lnSpc>
                        <a:spcAft>
                          <a:spcPts val="0"/>
                        </a:spcAft>
                      </a:pPr>
                      <a:r>
                        <a:rPr lang="es-BO" sz="700">
                          <a:effectLst/>
                        </a:rPr>
                        <a:t> </a:t>
                      </a:r>
                    </a:p>
                    <a:p>
                      <a:pPr algn="just">
                        <a:lnSpc>
                          <a:spcPct val="115000"/>
                        </a:lnSpc>
                        <a:spcAft>
                          <a:spcPts val="0"/>
                        </a:spcAft>
                      </a:pPr>
                      <a:r>
                        <a:rPr lang="es-BO" sz="700">
                          <a:effectLst/>
                        </a:rPr>
                        <a:t>Preocupación y temor   relacionado a  probable perdida de trabajo</a:t>
                      </a:r>
                    </a:p>
                    <a:p>
                      <a:pPr algn="just">
                        <a:lnSpc>
                          <a:spcPct val="115000"/>
                        </a:lnSpc>
                        <a:spcAft>
                          <a:spcPts val="0"/>
                        </a:spcAft>
                      </a:pPr>
                      <a:r>
                        <a:rPr lang="es-BO" sz="700">
                          <a:effectLst/>
                        </a:rPr>
                        <a:t> </a:t>
                      </a:r>
                    </a:p>
                    <a:p>
                      <a:pPr algn="just">
                        <a:lnSpc>
                          <a:spcPct val="115000"/>
                        </a:lnSpc>
                        <a:spcAft>
                          <a:spcPts val="0"/>
                        </a:spcAft>
                      </a:pPr>
                      <a:r>
                        <a:rPr lang="es-BO" sz="700">
                          <a:effectLst/>
                        </a:rPr>
                        <a:t> </a:t>
                      </a:r>
                      <a:endParaRPr lang="es-BO" sz="700">
                        <a:effectLst/>
                        <a:latin typeface="Cambria"/>
                        <a:ea typeface="Calibri"/>
                        <a:cs typeface="Times New Roman"/>
                      </a:endParaRPr>
                    </a:p>
                  </a:txBody>
                  <a:tcPr marL="43036" marR="43036" marT="0" marB="0"/>
                </a:tc>
                <a:tc>
                  <a:txBody>
                    <a:bodyPr/>
                    <a:lstStyle/>
                    <a:p>
                      <a:pPr algn="just">
                        <a:lnSpc>
                          <a:spcPct val="115000"/>
                        </a:lnSpc>
                        <a:spcAft>
                          <a:spcPts val="0"/>
                        </a:spcAft>
                      </a:pPr>
                      <a:r>
                        <a:rPr lang="es-BO" sz="700">
                          <a:effectLst/>
                        </a:rPr>
                        <a:t> Mejorar el estado de ánimo del paciente mediante terapias ocupacionales que distraigan sus pensamientos </a:t>
                      </a:r>
                    </a:p>
                    <a:p>
                      <a:pPr algn="just">
                        <a:lnSpc>
                          <a:spcPct val="115000"/>
                        </a:lnSpc>
                        <a:spcAft>
                          <a:spcPts val="0"/>
                        </a:spcAft>
                      </a:pPr>
                      <a:r>
                        <a:rPr lang="es-BO" sz="700">
                          <a:effectLst/>
                        </a:rPr>
                        <a:t> </a:t>
                      </a:r>
                      <a:endParaRPr lang="es-BO" sz="700">
                        <a:effectLst/>
                        <a:latin typeface="Cambria"/>
                        <a:ea typeface="Calibri"/>
                        <a:cs typeface="Times New Roman"/>
                      </a:endParaRPr>
                    </a:p>
                  </a:txBody>
                  <a:tcPr marL="43036" marR="43036" marT="0" marB="0"/>
                </a:tc>
                <a:tc>
                  <a:txBody>
                    <a:bodyPr/>
                    <a:lstStyle/>
                    <a:p>
                      <a:pPr algn="just">
                        <a:lnSpc>
                          <a:spcPct val="115000"/>
                        </a:lnSpc>
                        <a:spcAft>
                          <a:spcPts val="0"/>
                        </a:spcAft>
                      </a:pPr>
                      <a:r>
                        <a:rPr lang="es-BO" sz="700">
                          <a:effectLst/>
                        </a:rPr>
                        <a:t>Terapia ocupacional.</a:t>
                      </a:r>
                    </a:p>
                    <a:p>
                      <a:pPr algn="just">
                        <a:lnSpc>
                          <a:spcPct val="115000"/>
                        </a:lnSpc>
                        <a:spcAft>
                          <a:spcPts val="0"/>
                        </a:spcAft>
                      </a:pPr>
                      <a:r>
                        <a:rPr lang="es-BO" sz="700">
                          <a:effectLst/>
                        </a:rPr>
                        <a:t> </a:t>
                      </a:r>
                    </a:p>
                    <a:p>
                      <a:pPr algn="just">
                        <a:lnSpc>
                          <a:spcPct val="115000"/>
                        </a:lnSpc>
                        <a:spcAft>
                          <a:spcPts val="0"/>
                        </a:spcAft>
                      </a:pPr>
                      <a:r>
                        <a:rPr lang="es-BO" sz="700">
                          <a:effectLst/>
                        </a:rPr>
                        <a:t>Prestarle periódicos, revistas, crucigramas, cartas.</a:t>
                      </a:r>
                    </a:p>
                    <a:p>
                      <a:pPr algn="just">
                        <a:lnSpc>
                          <a:spcPct val="115000"/>
                        </a:lnSpc>
                        <a:spcAft>
                          <a:spcPts val="0"/>
                        </a:spcAft>
                      </a:pPr>
                      <a:r>
                        <a:rPr lang="es-BO" sz="700">
                          <a:effectLst/>
                        </a:rPr>
                        <a:t> </a:t>
                      </a:r>
                    </a:p>
                    <a:p>
                      <a:pPr algn="just">
                        <a:lnSpc>
                          <a:spcPct val="115000"/>
                        </a:lnSpc>
                        <a:spcAft>
                          <a:spcPts val="0"/>
                        </a:spcAft>
                      </a:pPr>
                      <a:r>
                        <a:rPr lang="es-BO" sz="700">
                          <a:effectLst/>
                        </a:rPr>
                        <a:t>Hacerle hacer ejercicios para ocupar su mente dependiendo su tolerancia al dolor y su evolución medica 15 minutos durante el turno.</a:t>
                      </a:r>
                    </a:p>
                    <a:p>
                      <a:pPr algn="just">
                        <a:lnSpc>
                          <a:spcPct val="115000"/>
                        </a:lnSpc>
                        <a:spcAft>
                          <a:spcPts val="0"/>
                        </a:spcAft>
                      </a:pPr>
                      <a:r>
                        <a:rPr lang="es-BO" sz="700">
                          <a:effectLst/>
                        </a:rPr>
                        <a:t> </a:t>
                      </a:r>
                    </a:p>
                    <a:p>
                      <a:pPr algn="just">
                        <a:lnSpc>
                          <a:spcPct val="115000"/>
                        </a:lnSpc>
                        <a:spcAft>
                          <a:spcPts val="0"/>
                        </a:spcAft>
                      </a:pPr>
                      <a:r>
                        <a:rPr lang="es-BO" sz="700">
                          <a:effectLst/>
                        </a:rPr>
                        <a:t>Motivar a que dialogue de otros temas con su familia y no relacionados con su salud.</a:t>
                      </a:r>
                    </a:p>
                    <a:p>
                      <a:pPr algn="just">
                        <a:lnSpc>
                          <a:spcPct val="115000"/>
                        </a:lnSpc>
                        <a:spcAft>
                          <a:spcPts val="0"/>
                        </a:spcAft>
                      </a:pPr>
                      <a:r>
                        <a:rPr lang="es-BO" sz="700">
                          <a:effectLst/>
                        </a:rPr>
                        <a:t> </a:t>
                      </a:r>
                    </a:p>
                    <a:p>
                      <a:pPr algn="just">
                        <a:lnSpc>
                          <a:spcPct val="115000"/>
                        </a:lnSpc>
                        <a:spcAft>
                          <a:spcPts val="0"/>
                        </a:spcAft>
                      </a:pPr>
                      <a:r>
                        <a:rPr lang="es-BO" sz="700">
                          <a:effectLst/>
                        </a:rPr>
                        <a:t>Hacerlo deambular o pasearlo en silla de ruedas.</a:t>
                      </a:r>
                    </a:p>
                    <a:p>
                      <a:pPr algn="just">
                        <a:lnSpc>
                          <a:spcPct val="115000"/>
                        </a:lnSpc>
                        <a:spcAft>
                          <a:spcPts val="0"/>
                        </a:spcAft>
                      </a:pPr>
                      <a:r>
                        <a:rPr lang="es-BO" sz="700">
                          <a:effectLst/>
                        </a:rPr>
                        <a:t> </a:t>
                      </a:r>
                    </a:p>
                    <a:p>
                      <a:pPr algn="just">
                        <a:lnSpc>
                          <a:spcPct val="115000"/>
                        </a:lnSpc>
                        <a:spcAft>
                          <a:spcPts val="0"/>
                        </a:spcAft>
                      </a:pPr>
                      <a:r>
                        <a:rPr lang="es-BO" sz="700">
                          <a:effectLst/>
                        </a:rPr>
                        <a:t>Acompañarlo a que comparta con otro grupo de personas según sus diagnósticos. </a:t>
                      </a:r>
                    </a:p>
                    <a:p>
                      <a:pPr algn="just">
                        <a:lnSpc>
                          <a:spcPct val="115000"/>
                        </a:lnSpc>
                        <a:spcAft>
                          <a:spcPts val="0"/>
                        </a:spcAft>
                      </a:pPr>
                      <a:r>
                        <a:rPr lang="es-BO" sz="700">
                          <a:effectLst/>
                        </a:rPr>
                        <a:t> </a:t>
                      </a:r>
                      <a:endParaRPr lang="es-BO" sz="700">
                        <a:effectLst/>
                        <a:latin typeface="Cambria"/>
                        <a:ea typeface="Calibri"/>
                        <a:cs typeface="Times New Roman"/>
                      </a:endParaRPr>
                    </a:p>
                  </a:txBody>
                  <a:tcPr marL="43036" marR="43036" marT="0" marB="0"/>
                </a:tc>
                <a:tc>
                  <a:txBody>
                    <a:bodyPr/>
                    <a:lstStyle/>
                    <a:p>
                      <a:pPr algn="just">
                        <a:lnSpc>
                          <a:spcPct val="115000"/>
                        </a:lnSpc>
                        <a:spcAft>
                          <a:spcPts val="0"/>
                        </a:spcAft>
                      </a:pPr>
                      <a:r>
                        <a:rPr lang="es-BO" sz="700">
                          <a:effectLst/>
                        </a:rPr>
                        <a:t> Que el paciente logre distraerse y olvide momentáneamente lo problemas que tiene.</a:t>
                      </a:r>
                      <a:endParaRPr lang="es-BO" sz="700">
                        <a:effectLst/>
                        <a:latin typeface="Cambria"/>
                        <a:ea typeface="Calibri"/>
                        <a:cs typeface="Times New Roman"/>
                      </a:endParaRPr>
                    </a:p>
                  </a:txBody>
                  <a:tcPr marL="43036" marR="43036" marT="0" marB="0"/>
                </a:tc>
                <a:tc>
                  <a:txBody>
                    <a:bodyPr/>
                    <a:lstStyle/>
                    <a:p>
                      <a:pPr algn="just">
                        <a:lnSpc>
                          <a:spcPct val="115000"/>
                        </a:lnSpc>
                        <a:spcAft>
                          <a:spcPts val="0"/>
                        </a:spcAft>
                      </a:pPr>
                      <a:r>
                        <a:rPr lang="es-BO" sz="700" dirty="0">
                          <a:effectLst/>
                        </a:rPr>
                        <a:t> </a:t>
                      </a:r>
                      <a:endParaRPr lang="es-BO" sz="700" dirty="0">
                        <a:effectLst/>
                        <a:latin typeface="Cambria"/>
                        <a:ea typeface="Calibri"/>
                        <a:cs typeface="Times New Roman"/>
                      </a:endParaRPr>
                    </a:p>
                  </a:txBody>
                  <a:tcPr marL="43036" marR="43036" marT="0" marB="0"/>
                </a:tc>
              </a:tr>
            </a:tbl>
          </a:graphicData>
        </a:graphic>
      </p:graphicFrame>
      <p:sp>
        <p:nvSpPr>
          <p:cNvPr id="5" name="Rectangle 1"/>
          <p:cNvSpPr>
            <a:spLocks noChangeArrowheads="1"/>
          </p:cNvSpPr>
          <p:nvPr/>
        </p:nvSpPr>
        <p:spPr bwMode="auto">
          <a:xfrm>
            <a:off x="1812925" y="223837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BO" sz="1800" b="0" i="0" u="none" strike="noStrike" cap="none" normalizeH="0" baseline="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3860232796"/>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ustin">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Austin">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ustin">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lumMod val="100000"/>
              </a:schemeClr>
            </a:gs>
          </a:gsLst>
          <a:lin ang="5040000" scaled="1"/>
        </a:gradFill>
        <a:gradFill rotWithShape="1">
          <a:gsLst>
            <a:gs pos="0">
              <a:schemeClr val="phClr"/>
            </a:gs>
            <a:gs pos="100000">
              <a:schemeClr val="phClr">
                <a:shade val="75000"/>
                <a:satMod val="120000"/>
                <a:lumMod val="9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scene3d>
            <a:camera prst="orthographicFront">
              <a:rot lat="0" lon="0" rev="0"/>
            </a:camera>
            <a:lightRig rig="threePt" dir="tl">
              <a:rot lat="0" lon="0" rev="20400000"/>
            </a:lightRig>
          </a:scene3d>
          <a:sp3d>
            <a:bevelT w="50800" h="12700" prst="softRound"/>
          </a:sp3d>
        </a:effectStyle>
        <a:effectStyle>
          <a:effectLst>
            <a:outerShdw blurRad="44450" dist="50800" dir="5400000" sx="96000" rotWithShape="0">
              <a:srgbClr val="000000">
                <a:alpha val="34000"/>
              </a:srgbClr>
            </a:outerShdw>
          </a:effectLst>
          <a:scene3d>
            <a:camera prst="orthographicFront">
              <a:rot lat="0" lon="0" rev="0"/>
            </a:camera>
            <a:lightRig rig="threePt" dir="tl">
              <a:rot lat="0" lon="0" rev="20400000"/>
            </a:lightRig>
          </a:scene3d>
          <a:sp3d contourW="15875" prstMaterial="metal">
            <a:bevelT w="101600" h="25400" prst="softRound"/>
            <a:contourClr>
              <a:schemeClr val="phClr">
                <a:shade val="30000"/>
              </a:schemeClr>
            </a:contourClr>
          </a:sp3d>
        </a:effectStyle>
      </a:effectStyleLst>
      <a:bgFillStyleLst>
        <a:solidFill>
          <a:schemeClr val="phClr"/>
        </a:solidFill>
        <a:gradFill rotWithShape="1">
          <a:gsLst>
            <a:gs pos="0">
              <a:schemeClr val="phClr">
                <a:shade val="94000"/>
                <a:satMod val="114000"/>
                <a:lumMod val="96000"/>
              </a:schemeClr>
            </a:gs>
            <a:gs pos="62000">
              <a:schemeClr val="phClr">
                <a:tint val="92000"/>
                <a:shade val="66000"/>
                <a:satMod val="110000"/>
                <a:lumMod val="80000"/>
              </a:schemeClr>
            </a:gs>
            <a:gs pos="100000">
              <a:schemeClr val="phClr">
                <a:tint val="89000"/>
                <a:shade val="62000"/>
                <a:satMod val="110000"/>
                <a:lumMod val="72000"/>
              </a:schemeClr>
            </a:gs>
          </a:gsLst>
          <a:lin ang="5400000" scaled="0"/>
        </a:gradFill>
        <a:blipFill rotWithShape="1">
          <a:blip xmlns:r="http://schemas.openxmlformats.org/officeDocument/2006/relationships" r:embed="rId1">
            <a:duotone>
              <a:schemeClr val="phClr">
                <a:tint val="80000"/>
                <a:shade val="58000"/>
              </a:schemeClr>
              <a:schemeClr val="phClr">
                <a:tint val="73000"/>
                <a:shade val="68000"/>
                <a:satMod val="15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Austin</Template>
  <TotalTime>62</TotalTime>
  <Words>139</Words>
  <Application>Microsoft Office PowerPoint</Application>
  <PresentationFormat>Presentación en pantalla (4:3)</PresentationFormat>
  <Paragraphs>33</Paragraphs>
  <Slides>4</Slides>
  <Notes>0</Notes>
  <HiddenSlides>0</HiddenSlides>
  <MMClips>0</MMClips>
  <ScaleCrop>false</ScaleCrop>
  <HeadingPairs>
    <vt:vector size="4" baseType="variant">
      <vt:variant>
        <vt:lpstr>Tema</vt:lpstr>
      </vt:variant>
      <vt:variant>
        <vt:i4>1</vt:i4>
      </vt:variant>
      <vt:variant>
        <vt:lpstr>Títulos de diapositiva</vt:lpstr>
      </vt:variant>
      <vt:variant>
        <vt:i4>4</vt:i4>
      </vt:variant>
    </vt:vector>
  </HeadingPairs>
  <TitlesOfParts>
    <vt:vector size="5" baseType="lpstr">
      <vt:lpstr>Austin</vt:lpstr>
      <vt:lpstr>PATRONES</vt:lpstr>
      <vt:lpstr>- Patrón de Autopercepción y Autoconcepto:</vt:lpstr>
      <vt:lpstr>Relaciones del Rol:</vt:lpstr>
      <vt:lpstr>Presentación de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PATRONES</dc:title>
  <dc:creator>LILI</dc:creator>
  <cp:lastModifiedBy>LILI</cp:lastModifiedBy>
  <cp:revision>2</cp:revision>
  <dcterms:created xsi:type="dcterms:W3CDTF">2013-09-19T20:15:31Z</dcterms:created>
  <dcterms:modified xsi:type="dcterms:W3CDTF">2013-09-19T21:17:57Z</dcterms:modified>
</cp:coreProperties>
</file>