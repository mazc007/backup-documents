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6" r:id="rId2"/>
    <p:sldId id="257" r:id="rId3"/>
    <p:sldId id="258" r:id="rId4"/>
    <p:sldId id="270" r:id="rId5"/>
    <p:sldId id="261" r:id="rId6"/>
    <p:sldId id="266" r:id="rId7"/>
    <p:sldId id="263" r:id="rId8"/>
    <p:sldId id="264" r:id="rId9"/>
    <p:sldId id="265" r:id="rId10"/>
    <p:sldId id="267" r:id="rId11"/>
    <p:sldId id="268" r:id="rId12"/>
    <p:sldId id="269" r:id="rId13"/>
    <p:sldId id="271" r:id="rId14"/>
  </p:sldIdLst>
  <p:sldSz cx="9144000" cy="6858000" type="screen4x3"/>
  <p:notesSz cx="6858000" cy="9144000"/>
  <p:defaultTextStyle>
    <a:defPPr>
      <a:defRPr lang="es-B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45" d="100"/>
          <a:sy n="45" d="100"/>
        </p:scale>
        <p:origin x="-123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BO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7A4B66-6991-4F9A-A98E-CAF1E07CF713}" type="datetimeFigureOut">
              <a:rPr lang="es-BO" smtClean="0"/>
              <a:t>28/08/2010</a:t>
            </a:fld>
            <a:endParaRPr lang="es-BO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BO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B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B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5D1BC4-4FFF-4E10-850C-489516ADC3E5}" type="slidenum">
              <a:rPr lang="es-BO" smtClean="0"/>
              <a:t>‹Nº›</a:t>
            </a:fld>
            <a:endParaRPr lang="es-B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B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5D1BC4-4FFF-4E10-850C-489516ADC3E5}" type="slidenum">
              <a:rPr lang="es-BO" smtClean="0"/>
              <a:t>6</a:t>
            </a:fld>
            <a:endParaRPr lang="es-BO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Título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7" name="16 Subtítulo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sp>
        <p:nvSpPr>
          <p:cNvPr id="30" name="29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B8871-27E3-471D-97F0-1116FE97C44D}" type="datetimeFigureOut">
              <a:rPr lang="es-BO" smtClean="0"/>
              <a:pPr/>
              <a:t>28/08/2010</a:t>
            </a:fld>
            <a:endParaRPr lang="es-BO"/>
          </a:p>
        </p:txBody>
      </p:sp>
      <p:sp>
        <p:nvSpPr>
          <p:cNvPr id="19" name="18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27" name="2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EBCD3-7504-4DB7-8D0F-2B7CB095A7A8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B8871-27E3-471D-97F0-1116FE97C44D}" type="datetimeFigureOut">
              <a:rPr lang="es-BO" smtClean="0"/>
              <a:pPr/>
              <a:t>28/08/2010</a:t>
            </a:fld>
            <a:endParaRPr lang="es-B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EBCD3-7504-4DB7-8D0F-2B7CB095A7A8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B8871-27E3-471D-97F0-1116FE97C44D}" type="datetimeFigureOut">
              <a:rPr lang="es-BO" smtClean="0"/>
              <a:pPr/>
              <a:t>28/08/2010</a:t>
            </a:fld>
            <a:endParaRPr lang="es-B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EBCD3-7504-4DB7-8D0F-2B7CB095A7A8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B8871-27E3-471D-97F0-1116FE97C44D}" type="datetimeFigureOut">
              <a:rPr lang="es-BO" smtClean="0"/>
              <a:pPr/>
              <a:t>28/08/2010</a:t>
            </a:fld>
            <a:endParaRPr lang="es-B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EBCD3-7504-4DB7-8D0F-2B7CB095A7A8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B8871-27E3-471D-97F0-1116FE97C44D}" type="datetimeFigureOut">
              <a:rPr lang="es-BO" smtClean="0"/>
              <a:pPr/>
              <a:t>28/08/2010</a:t>
            </a:fld>
            <a:endParaRPr lang="es-B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EBCD3-7504-4DB7-8D0F-2B7CB095A7A8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B8871-27E3-471D-97F0-1116FE97C44D}" type="datetimeFigureOut">
              <a:rPr lang="es-BO" smtClean="0"/>
              <a:pPr/>
              <a:t>28/08/2010</a:t>
            </a:fld>
            <a:endParaRPr lang="es-B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EBCD3-7504-4DB7-8D0F-2B7CB095A7A8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B8871-27E3-471D-97F0-1116FE97C44D}" type="datetimeFigureOut">
              <a:rPr lang="es-BO" smtClean="0"/>
              <a:pPr/>
              <a:t>28/08/2010</a:t>
            </a:fld>
            <a:endParaRPr lang="es-B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EBCD3-7504-4DB7-8D0F-2B7CB095A7A8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B8871-27E3-471D-97F0-1116FE97C44D}" type="datetimeFigureOut">
              <a:rPr lang="es-BO" smtClean="0"/>
              <a:pPr/>
              <a:t>28/08/2010</a:t>
            </a:fld>
            <a:endParaRPr lang="es-B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EBCD3-7504-4DB7-8D0F-2B7CB095A7A8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Recortar y redondear rectángulo de esquina sencilla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Triángulo rectángulo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B8871-27E3-471D-97F0-1116FE97C44D}" type="datetimeFigureOut">
              <a:rPr lang="es-BO" smtClean="0"/>
              <a:pPr/>
              <a:t>28/08/2010</a:t>
            </a:fld>
            <a:endParaRPr lang="es-B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38AEBCD3-7504-4DB7-8D0F-2B7CB095A7A8}" type="slidenum">
              <a:rPr lang="es-BO" smtClean="0"/>
              <a:pPr/>
              <a:t>‹Nº›</a:t>
            </a:fld>
            <a:endParaRPr lang="es-B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s-ES" smtClean="0"/>
              <a:t>Haga clic en el icono para agregar una imagen</a:t>
            </a:r>
            <a:endParaRPr kumimoji="0" lang="en-US" dirty="0"/>
          </a:p>
        </p:txBody>
      </p:sp>
      <p:sp>
        <p:nvSpPr>
          <p:cNvPr id="10" name="9 Forma libre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10 Forma libre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B8871-27E3-471D-97F0-1116FE97C44D}" type="datetimeFigureOut">
              <a:rPr lang="es-BO" smtClean="0"/>
              <a:pPr/>
              <a:t>28/08/2010</a:t>
            </a:fld>
            <a:endParaRPr lang="es-B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EBCD3-7504-4DB7-8D0F-2B7CB095A7A8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B8871-27E3-471D-97F0-1116FE97C44D}" type="datetimeFigureOut">
              <a:rPr lang="es-BO" smtClean="0"/>
              <a:pPr/>
              <a:t>28/08/2010</a:t>
            </a:fld>
            <a:endParaRPr lang="es-B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EBCD3-7504-4DB7-8D0F-2B7CB095A7A8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Forma libre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7 Forma libre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8 Marcador de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0" name="29 Marcador de texto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  <p:sp>
        <p:nvSpPr>
          <p:cNvPr id="10" name="9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E69B8871-27E3-471D-97F0-1116FE97C44D}" type="datetimeFigureOut">
              <a:rPr lang="es-BO" smtClean="0"/>
              <a:pPr/>
              <a:t>28/08/2010</a:t>
            </a:fld>
            <a:endParaRPr lang="es-BO"/>
          </a:p>
        </p:txBody>
      </p:sp>
      <p:sp>
        <p:nvSpPr>
          <p:cNvPr id="22" name="21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s-BO"/>
          </a:p>
        </p:txBody>
      </p:sp>
      <p:sp>
        <p:nvSpPr>
          <p:cNvPr id="18" name="17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38AEBCD3-7504-4DB7-8D0F-2B7CB095A7A8}" type="slidenum">
              <a:rPr lang="es-BO" smtClean="0"/>
              <a:pPr/>
              <a:t>‹Nº›</a:t>
            </a:fld>
            <a:endParaRPr lang="es-BO"/>
          </a:p>
        </p:txBody>
      </p:sp>
      <p:grpSp>
        <p:nvGrpSpPr>
          <p:cNvPr id="2" name="1 Grupo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11 Forma libre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12 Forma libre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BO" dirty="0" smtClean="0"/>
              <a:t>TOXICOS LABORALES</a:t>
            </a:r>
            <a:endParaRPr lang="es-BO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BO" dirty="0" smtClean="0"/>
          </a:p>
          <a:p>
            <a:endParaRPr lang="es-BO" dirty="0" smtClean="0"/>
          </a:p>
          <a:p>
            <a:r>
              <a:rPr lang="es-BO" dirty="0" smtClean="0"/>
              <a:t>Lic. </a:t>
            </a:r>
            <a:r>
              <a:rPr lang="es-BO" dirty="0" err="1" smtClean="0"/>
              <a:t>Lilian</a:t>
            </a:r>
            <a:r>
              <a:rPr lang="es-BO" dirty="0" smtClean="0"/>
              <a:t> Zapata</a:t>
            </a:r>
            <a:endParaRPr lang="es-BO" dirty="0"/>
          </a:p>
        </p:txBody>
      </p:sp>
      <p:pic>
        <p:nvPicPr>
          <p:cNvPr id="1026" name="Picture 2" descr="C:\Users\Lilian\Pictures\para expo\3.bmp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57290" y="3357562"/>
            <a:ext cx="2857520" cy="285752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s-BO" dirty="0" smtClean="0"/>
              <a:t>EXPOSICION A LAS DIOXINAS Y FURANOS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BO" dirty="0" smtClean="0"/>
              <a:t>Características.- se forman de manera espontanea, como subproductos de procesos industriales. Son de lata toxicidad.</a:t>
            </a:r>
          </a:p>
          <a:p>
            <a:r>
              <a:rPr lang="es-BO" dirty="0" smtClean="0"/>
              <a:t>Incidencia.- la principal es mediante alimentos contaminados, así mismo la exposición a dioxinas, industrias que producen compuestos clorados.</a:t>
            </a:r>
          </a:p>
          <a:p>
            <a:endParaRPr lang="es-BO" dirty="0" smtClean="0"/>
          </a:p>
          <a:p>
            <a:endParaRPr lang="es-BO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Exposición a dioxinas y furanos.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BO" dirty="0" smtClean="0"/>
              <a:t>Consecuencias.- son extremadamente tóxicos, activos dosis muy pequeñas. Permanecen en el agua y el aire durante muchos años. Bioacumulables en tejidos grasos.</a:t>
            </a:r>
          </a:p>
          <a:p>
            <a:r>
              <a:rPr lang="es-BO" dirty="0" smtClean="0"/>
              <a:t>Prevención.- exposición del ambiente de las personas cumpliendo normas y manejo de las mismas</a:t>
            </a:r>
          </a:p>
          <a:p>
            <a:endParaRPr lang="es-BO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BO" dirty="0" smtClean="0"/>
              <a:t>Políticas de prevención :</a:t>
            </a:r>
            <a:endParaRPr lang="es-BO" dirty="0"/>
          </a:p>
        </p:txBody>
      </p:sp>
      <p:pic>
        <p:nvPicPr>
          <p:cNvPr id="5" name="4 Imagen" descr="imag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0962" y="2971800"/>
            <a:ext cx="4724726" cy="3171844"/>
          </a:xfrm>
          <a:prstGeom prst="rect">
            <a:avLst/>
          </a:prstGeom>
        </p:spPr>
      </p:pic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BO" dirty="0" smtClean="0"/>
              <a:t>Sustitución del cloro por otros solventes acuosos</a:t>
            </a:r>
          </a:p>
          <a:p>
            <a:r>
              <a:rPr lang="es-BO" dirty="0" smtClean="0"/>
              <a:t>Incrementar la demanda de papel no blanqueado.  </a:t>
            </a:r>
          </a:p>
          <a:p>
            <a:r>
              <a:rPr lang="es-BO" dirty="0" smtClean="0"/>
              <a:t>Prohibir la incineración de productos domésticos. Hospitalarios u otros como plaguicidas</a:t>
            </a:r>
          </a:p>
          <a:p>
            <a:r>
              <a:rPr lang="es-BO" dirty="0" smtClean="0"/>
              <a:t>Promover la separación y reducción de plásticos como </a:t>
            </a:r>
            <a:r>
              <a:rPr lang="es-BO" dirty="0" err="1" smtClean="0"/>
              <a:t>Pvc.</a:t>
            </a:r>
            <a:endParaRPr lang="es-BO" dirty="0" smtClean="0"/>
          </a:p>
          <a:p>
            <a:r>
              <a:rPr lang="es-BO" dirty="0" smtClean="0"/>
              <a:t>Desarrollar formas de control ecológico.</a:t>
            </a:r>
          </a:p>
          <a:p>
            <a:endParaRPr lang="es-BO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Ejemplos </a:t>
            </a:r>
            <a:endParaRPr lang="es-BO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BO" dirty="0" smtClean="0"/>
              <a:t>Sustancia </a:t>
            </a:r>
            <a:endParaRPr lang="es-BO" dirty="0"/>
          </a:p>
        </p:txBody>
      </p:sp>
      <p:sp>
        <p:nvSpPr>
          <p:cNvPr id="5" name="4 Marcador de texto"/>
          <p:cNvSpPr>
            <a:spLocks noGrp="1"/>
          </p:cNvSpPr>
          <p:nvPr>
            <p:ph type="body" sz="half" idx="3"/>
          </p:nvPr>
        </p:nvSpPr>
        <p:spPr/>
        <p:txBody>
          <a:bodyPr/>
          <a:lstStyle/>
          <a:p>
            <a:r>
              <a:rPr lang="es-BO" dirty="0" smtClean="0"/>
              <a:t>Efectos </a:t>
            </a:r>
            <a:r>
              <a:rPr lang="es-BO" dirty="0" err="1" smtClean="0"/>
              <a:t>teratogenicos</a:t>
            </a:r>
            <a:endParaRPr lang="es-BO" dirty="0"/>
          </a:p>
        </p:txBody>
      </p:sp>
      <p:sp>
        <p:nvSpPr>
          <p:cNvPr id="4" name="3 Marcador de contenido"/>
          <p:cNvSpPr>
            <a:spLocks noGrp="1"/>
          </p:cNvSpPr>
          <p:nvPr>
            <p:ph sz="quarter" idx="2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es-BO" dirty="0" err="1" smtClean="0"/>
              <a:t>Arsenico</a:t>
            </a:r>
            <a:r>
              <a:rPr lang="es-BO" dirty="0" smtClean="0"/>
              <a:t> </a:t>
            </a:r>
          </a:p>
          <a:p>
            <a:pPr marL="457200" indent="-457200">
              <a:buAutoNum type="arabicPeriod"/>
            </a:pPr>
            <a:r>
              <a:rPr lang="es-BO" dirty="0" smtClean="0"/>
              <a:t> xileno </a:t>
            </a:r>
          </a:p>
          <a:p>
            <a:pPr marL="457200" indent="-457200">
              <a:buAutoNum type="arabicPeriod"/>
            </a:pPr>
            <a:r>
              <a:rPr lang="es-BO" dirty="0" smtClean="0"/>
              <a:t> </a:t>
            </a:r>
            <a:r>
              <a:rPr lang="es-BO" dirty="0" err="1" smtClean="0"/>
              <a:t>estireno</a:t>
            </a:r>
            <a:r>
              <a:rPr lang="es-BO" dirty="0" smtClean="0"/>
              <a:t> </a:t>
            </a:r>
          </a:p>
          <a:p>
            <a:pPr marL="457200" indent="-457200">
              <a:buAutoNum type="arabicPeriod"/>
            </a:pPr>
            <a:r>
              <a:rPr lang="es-BO" dirty="0"/>
              <a:t> </a:t>
            </a:r>
            <a:r>
              <a:rPr lang="es-BO" dirty="0" err="1" smtClean="0"/>
              <a:t>etilbenceno</a:t>
            </a:r>
            <a:endParaRPr lang="es-BO" dirty="0" smtClean="0"/>
          </a:p>
          <a:p>
            <a:pPr marL="457200" indent="-457200">
              <a:buAutoNum type="arabicPeriod"/>
            </a:pPr>
            <a:r>
              <a:rPr lang="es-BO" dirty="0"/>
              <a:t> </a:t>
            </a:r>
            <a:r>
              <a:rPr lang="es-BO" dirty="0" err="1" smtClean="0"/>
              <a:t>toluenoxido</a:t>
            </a:r>
            <a:r>
              <a:rPr lang="es-BO" dirty="0" smtClean="0"/>
              <a:t>  </a:t>
            </a:r>
          </a:p>
          <a:p>
            <a:pPr marL="457200" indent="-457200">
              <a:buAutoNum type="arabicPeriod"/>
            </a:pPr>
            <a:r>
              <a:rPr lang="es-BO" dirty="0"/>
              <a:t> </a:t>
            </a:r>
            <a:r>
              <a:rPr lang="es-BO" dirty="0" err="1" smtClean="0"/>
              <a:t>exaclorofenol</a:t>
            </a:r>
            <a:endParaRPr lang="es-BO" dirty="0" smtClean="0"/>
          </a:p>
          <a:p>
            <a:pPr marL="457200" indent="-457200">
              <a:buAutoNum type="arabicPeriod"/>
            </a:pPr>
            <a:r>
              <a:rPr lang="es-BO" dirty="0"/>
              <a:t> </a:t>
            </a:r>
            <a:r>
              <a:rPr lang="es-BO" dirty="0" err="1" smtClean="0"/>
              <a:t>halotano</a:t>
            </a:r>
            <a:r>
              <a:rPr lang="es-BO" dirty="0" smtClean="0"/>
              <a:t> y </a:t>
            </a:r>
            <a:r>
              <a:rPr lang="es-BO" dirty="0" err="1" smtClean="0"/>
              <a:t>piroxido</a:t>
            </a:r>
            <a:r>
              <a:rPr lang="es-BO" dirty="0" smtClean="0"/>
              <a:t> de </a:t>
            </a:r>
            <a:r>
              <a:rPr lang="es-BO" dirty="0" err="1" smtClean="0"/>
              <a:t>nitrogeno</a:t>
            </a:r>
            <a:r>
              <a:rPr lang="es-BO" dirty="0" smtClean="0"/>
              <a:t>.</a:t>
            </a:r>
            <a:endParaRPr lang="es-BO" dirty="0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es-BO" dirty="0" smtClean="0"/>
              <a:t>N o </a:t>
            </a:r>
            <a:r>
              <a:rPr lang="es-BO" dirty="0" err="1" smtClean="0"/>
              <a:t>hauy</a:t>
            </a:r>
            <a:r>
              <a:rPr lang="es-BO" dirty="0" smtClean="0"/>
              <a:t> pruebas firmes SNC</a:t>
            </a:r>
          </a:p>
          <a:p>
            <a:pPr marL="457200" indent="-457200">
              <a:buAutoNum type="arabicPeriod"/>
            </a:pPr>
            <a:r>
              <a:rPr lang="es-BO" dirty="0"/>
              <a:t> </a:t>
            </a:r>
            <a:r>
              <a:rPr lang="es-BO" dirty="0" err="1" smtClean="0"/>
              <a:t>amenza</a:t>
            </a:r>
            <a:r>
              <a:rPr lang="es-BO" dirty="0" smtClean="0"/>
              <a:t> de aborto</a:t>
            </a:r>
          </a:p>
          <a:p>
            <a:pPr marL="457200" indent="-457200">
              <a:buAutoNum type="arabicPeriod"/>
            </a:pPr>
            <a:r>
              <a:rPr lang="es-BO" dirty="0"/>
              <a:t> </a:t>
            </a:r>
            <a:r>
              <a:rPr lang="es-BO" dirty="0" err="1" smtClean="0"/>
              <a:t>transtornos</a:t>
            </a:r>
            <a:r>
              <a:rPr lang="es-BO" dirty="0" smtClean="0"/>
              <a:t> menstruales</a:t>
            </a:r>
          </a:p>
          <a:p>
            <a:pPr marL="457200" indent="-457200">
              <a:buAutoNum type="arabicPeriod"/>
            </a:pPr>
            <a:r>
              <a:rPr lang="es-BO" dirty="0"/>
              <a:t> </a:t>
            </a:r>
            <a:r>
              <a:rPr lang="es-BO" dirty="0" smtClean="0"/>
              <a:t>trastornos ,</a:t>
            </a:r>
            <a:r>
              <a:rPr lang="es-BO" dirty="0" err="1" smtClean="0"/>
              <a:t>emstruales</a:t>
            </a:r>
            <a:r>
              <a:rPr lang="es-BO" dirty="0" smtClean="0"/>
              <a:t>. </a:t>
            </a:r>
          </a:p>
          <a:p>
            <a:pPr marL="457200" indent="-457200">
              <a:buAutoNum type="arabicPeriod"/>
            </a:pPr>
            <a:r>
              <a:rPr lang="es-BO" dirty="0"/>
              <a:t> </a:t>
            </a:r>
            <a:r>
              <a:rPr lang="es-BO" dirty="0" smtClean="0"/>
              <a:t>deficiencia del crecimiento </a:t>
            </a:r>
            <a:r>
              <a:rPr lang="es-BO" dirty="0" err="1" smtClean="0"/>
              <a:t>prey</a:t>
            </a:r>
            <a:r>
              <a:rPr lang="es-BO" dirty="0" smtClean="0"/>
              <a:t> posnatal</a:t>
            </a:r>
          </a:p>
          <a:p>
            <a:pPr marL="457200" indent="-457200">
              <a:buAutoNum type="arabicPeriod"/>
            </a:pPr>
            <a:r>
              <a:rPr lang="es-BO" dirty="0" smtClean="0"/>
              <a:t>Abortos, </a:t>
            </a:r>
            <a:r>
              <a:rPr lang="es-BO" dirty="0" err="1" smtClean="0"/>
              <a:t>anomalias</a:t>
            </a:r>
            <a:r>
              <a:rPr lang="es-BO" dirty="0" smtClean="0"/>
              <a:t> SNC</a:t>
            </a:r>
          </a:p>
          <a:p>
            <a:pPr marL="457200" indent="-457200">
              <a:buAutoNum type="arabicPeriod"/>
            </a:pPr>
            <a:r>
              <a:rPr lang="es-BO" dirty="0" smtClean="0"/>
              <a:t>Abortos, </a:t>
            </a:r>
            <a:r>
              <a:rPr lang="es-BO" dirty="0" err="1" smtClean="0"/>
              <a:t>anomalias</a:t>
            </a:r>
            <a:r>
              <a:rPr lang="es-BO" dirty="0" smtClean="0"/>
              <a:t> de SNC</a:t>
            </a:r>
          </a:p>
          <a:p>
            <a:pPr marL="457200" indent="-457200">
              <a:buAutoNum type="arabicPeriod"/>
            </a:pPr>
            <a:endParaRPr lang="es-BO" dirty="0" smtClean="0"/>
          </a:p>
          <a:p>
            <a:pPr marL="457200" indent="-457200">
              <a:buAutoNum type="arabicPeriod"/>
            </a:pPr>
            <a:endParaRPr lang="es-BO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 descr="F:\imagenes\19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72132" y="2649532"/>
            <a:ext cx="2286016" cy="3378224"/>
          </a:xfrm>
          <a:prstGeom prst="rect">
            <a:avLst/>
          </a:prstGeom>
          <a:noFill/>
        </p:spPr>
      </p:pic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BO" dirty="0" smtClean="0"/>
              <a:t>Prevención.- </a:t>
            </a:r>
            <a:br>
              <a:rPr lang="es-BO" dirty="0" smtClean="0"/>
            </a:b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BO" dirty="0" smtClean="0"/>
              <a:t>Mantener el motor de carros en el mejor estado posible</a:t>
            </a:r>
          </a:p>
          <a:p>
            <a:r>
              <a:rPr lang="es-BO" dirty="0" smtClean="0"/>
              <a:t>Evitar los embotellamientos</a:t>
            </a:r>
          </a:p>
          <a:p>
            <a:r>
              <a:rPr lang="es-BO" dirty="0" smtClean="0"/>
              <a:t>Ventilar los lugares donde se cocina a leña</a:t>
            </a:r>
          </a:p>
          <a:p>
            <a:r>
              <a:rPr lang="es-BO" dirty="0" smtClean="0"/>
              <a:t>Ojo las sustancias químicas son agentes peligrosos.</a:t>
            </a:r>
          </a:p>
          <a:p>
            <a:endParaRPr lang="es-BO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Agresiones físicas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BO" dirty="0" smtClean="0"/>
              <a:t>Rayos X</a:t>
            </a:r>
          </a:p>
          <a:p>
            <a:r>
              <a:rPr lang="es-BO" dirty="0" smtClean="0"/>
              <a:t>Características.- son radiaciones </a:t>
            </a:r>
            <a:r>
              <a:rPr lang="es-BO" dirty="0" err="1" smtClean="0"/>
              <a:t>electromagneticas</a:t>
            </a:r>
            <a:r>
              <a:rPr lang="es-BO" dirty="0" smtClean="0"/>
              <a:t> y pueden penetrar la </a:t>
            </a:r>
            <a:r>
              <a:rPr lang="es-BO" dirty="0" err="1" smtClean="0"/>
              <a:t>mayoria</a:t>
            </a:r>
            <a:r>
              <a:rPr lang="es-BO" dirty="0" smtClean="0"/>
              <a:t> de las sustancias y se usa con fin terapéutico. </a:t>
            </a:r>
          </a:p>
          <a:p>
            <a:endParaRPr lang="es-BO" dirty="0" smtClean="0"/>
          </a:p>
          <a:p>
            <a:pPr>
              <a:buNone/>
            </a:pPr>
            <a:r>
              <a:rPr lang="es-BO" dirty="0" smtClean="0"/>
              <a:t> </a:t>
            </a:r>
            <a:endParaRPr lang="es-BO" dirty="0"/>
          </a:p>
        </p:txBody>
      </p:sp>
      <p:pic>
        <p:nvPicPr>
          <p:cNvPr id="5" name="4 Imagen" descr="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6182" y="3753928"/>
            <a:ext cx="2071702" cy="2673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Consecuencias 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BO" dirty="0" smtClean="0"/>
              <a:t>Anormalidades </a:t>
            </a:r>
            <a:r>
              <a:rPr lang="es-BO" dirty="0" err="1" smtClean="0"/>
              <a:t>esqueleticas</a:t>
            </a:r>
            <a:endParaRPr lang="es-BO" dirty="0" smtClean="0"/>
          </a:p>
          <a:p>
            <a:r>
              <a:rPr lang="es-BO" dirty="0" smtClean="0"/>
              <a:t>Microcefalia</a:t>
            </a:r>
          </a:p>
          <a:p>
            <a:r>
              <a:rPr lang="es-BO" dirty="0" smtClean="0"/>
              <a:t>Espina </a:t>
            </a:r>
            <a:r>
              <a:rPr lang="es-BO" dirty="0" err="1" smtClean="0"/>
              <a:t>bifida</a:t>
            </a:r>
            <a:endParaRPr lang="es-BO" dirty="0" smtClean="0"/>
          </a:p>
          <a:p>
            <a:r>
              <a:rPr lang="es-BO" dirty="0" smtClean="0"/>
              <a:t>Ceguera (catara </a:t>
            </a:r>
            <a:r>
              <a:rPr lang="es-BO" dirty="0" err="1" smtClean="0"/>
              <a:t>congenita</a:t>
            </a:r>
            <a:r>
              <a:rPr lang="es-BO" dirty="0" smtClean="0"/>
              <a:t>)</a:t>
            </a:r>
          </a:p>
          <a:p>
            <a:pPr>
              <a:buNone/>
            </a:pPr>
            <a:r>
              <a:rPr lang="es-BO" dirty="0" smtClean="0"/>
              <a:t>Otras.- trastornos mentales, paladar </a:t>
            </a:r>
            <a:r>
              <a:rPr lang="es-BO" dirty="0" err="1" smtClean="0"/>
              <a:t>endido</a:t>
            </a:r>
            <a:r>
              <a:rPr lang="es-BO" dirty="0" smtClean="0"/>
              <a:t>, anormalidad es </a:t>
            </a:r>
            <a:r>
              <a:rPr lang="es-BO" dirty="0" err="1" smtClean="0"/>
              <a:t>vicerales</a:t>
            </a:r>
            <a:r>
              <a:rPr lang="es-BO" dirty="0" smtClean="0"/>
              <a:t>.</a:t>
            </a:r>
            <a:endParaRPr lang="es-BO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Imágenes </a:t>
            </a:r>
            <a:endParaRPr lang="es-BO" dirty="0"/>
          </a:p>
        </p:txBody>
      </p:sp>
      <p:pic>
        <p:nvPicPr>
          <p:cNvPr id="4098" name="Picture 2" descr="C:\Users\Lilian\Pictures\para expo\untitled.bmp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857224" y="2143116"/>
            <a:ext cx="2444833" cy="2928958"/>
          </a:xfrm>
          <a:prstGeom prst="rect">
            <a:avLst/>
          </a:prstGeom>
          <a:noFill/>
        </p:spPr>
      </p:pic>
      <p:pic>
        <p:nvPicPr>
          <p:cNvPr id="4099" name="Picture 3" descr="C:\Users\Lilian\Pictures\para expo\untitled1.bmp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57752" y="2285992"/>
            <a:ext cx="2486039" cy="328614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BO" dirty="0" smtClean="0"/>
              <a:t>Exposición a microondas, ultrasonidos y radiofrecuencias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BO" dirty="0" smtClean="0"/>
              <a:t>Se considera un tema aun muy controvertido. Ya que estamos frente a un radiador incidental</a:t>
            </a:r>
          </a:p>
          <a:p>
            <a:r>
              <a:rPr lang="es-BO" dirty="0" smtClean="0"/>
              <a:t>Estudios realizados reportan en mujeres embarazadas que estuvieron  expuestas a radiaciones sobre 100 </a:t>
            </a:r>
            <a:r>
              <a:rPr lang="es-BO" dirty="0" err="1" smtClean="0"/>
              <a:t>mw</a:t>
            </a:r>
            <a:r>
              <a:rPr lang="es-BO" dirty="0" smtClean="0"/>
              <a:t>/cm2 en si sitio de trabajo reportan:</a:t>
            </a:r>
          </a:p>
          <a:p>
            <a:r>
              <a:rPr lang="es-BO" dirty="0" smtClean="0"/>
              <a:t>Alteraciones del patrón menstrual</a:t>
            </a:r>
          </a:p>
          <a:p>
            <a:r>
              <a:rPr lang="es-BO" dirty="0" smtClean="0"/>
              <a:t>Reducción de la lactancia</a:t>
            </a:r>
          </a:p>
          <a:p>
            <a:r>
              <a:rPr lang="es-BO" dirty="0" smtClean="0"/>
              <a:t>Anomalías congénitas. </a:t>
            </a:r>
            <a:endParaRPr lang="es-BO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Hipertermia 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BO" dirty="0" smtClean="0"/>
              <a:t>Constituye un elemento teratogeno potente, causante  de anomalías congénitas principalmente del SNC.</a:t>
            </a:r>
          </a:p>
          <a:p>
            <a:r>
              <a:rPr lang="es-BO" dirty="0" smtClean="0"/>
              <a:t>Incidencia.- no se reportan cuantificaciones especificas.</a:t>
            </a:r>
          </a:p>
          <a:p>
            <a:r>
              <a:rPr lang="es-BO" dirty="0" smtClean="0"/>
              <a:t>Consecuencias.-</a:t>
            </a:r>
          </a:p>
          <a:p>
            <a:r>
              <a:rPr lang="es-BO" dirty="0" smtClean="0"/>
              <a:t>Deficiencia del crecimiento</a:t>
            </a:r>
          </a:p>
          <a:p>
            <a:r>
              <a:rPr lang="es-BO" dirty="0" smtClean="0"/>
              <a:t>Anomalías del SNC</a:t>
            </a:r>
          </a:p>
          <a:p>
            <a:r>
              <a:rPr lang="es-BO" dirty="0" smtClean="0"/>
              <a:t>Anomalías braquiales</a:t>
            </a:r>
            <a:endParaRPr lang="es-BO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BO" dirty="0" smtClean="0"/>
              <a:t>Prevención.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BO" dirty="0" smtClean="0"/>
              <a:t>En caso de fiebre medios físicos de inmediato</a:t>
            </a:r>
          </a:p>
          <a:p>
            <a:r>
              <a:rPr lang="es-BO" dirty="0" smtClean="0"/>
              <a:t>En medicamentos </a:t>
            </a:r>
            <a:r>
              <a:rPr lang="es-BO" dirty="0" err="1" smtClean="0"/>
              <a:t>acetaminofen</a:t>
            </a:r>
            <a:r>
              <a:rPr lang="es-BO" dirty="0" smtClean="0"/>
              <a:t> y no acido acetil salicílico.</a:t>
            </a:r>
          </a:p>
          <a:p>
            <a:r>
              <a:rPr lang="es-BO" dirty="0" smtClean="0"/>
              <a:t>Si hay sospecha de embarazo prohibición de asistir a saunas durante toda la gestación.</a:t>
            </a:r>
            <a:endParaRPr lang="es-BO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Hazlo por ellos.</a:t>
            </a:r>
            <a:endParaRPr lang="es-BO" dirty="0"/>
          </a:p>
        </p:txBody>
      </p:sp>
      <p:pic>
        <p:nvPicPr>
          <p:cNvPr id="8194" name="Picture 2" descr="F:\imagenes\10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500298" y="2253624"/>
            <a:ext cx="4000527" cy="362311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ujo">
  <a:themeElements>
    <a:clrScheme name="Flujo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ujo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ujo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1042</TotalTime>
  <Words>410</Words>
  <Application>Microsoft Office PowerPoint</Application>
  <PresentationFormat>Presentación en pantalla (4:3)</PresentationFormat>
  <Paragraphs>69</Paragraphs>
  <Slides>13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4" baseType="lpstr">
      <vt:lpstr>Flujo</vt:lpstr>
      <vt:lpstr>TOXICOS LABORALES</vt:lpstr>
      <vt:lpstr>EXPOSICION A LAS DIOXINAS Y FURANOS</vt:lpstr>
      <vt:lpstr>Exposición a dioxinas y furanos.</vt:lpstr>
      <vt:lpstr>Políticas de prevención :</vt:lpstr>
      <vt:lpstr>Ejemplos </vt:lpstr>
      <vt:lpstr>Prevención.-  </vt:lpstr>
      <vt:lpstr>Agresiones físicas</vt:lpstr>
      <vt:lpstr>Consecuencias </vt:lpstr>
      <vt:lpstr>Imágenes </vt:lpstr>
      <vt:lpstr>Exposición a microondas, ultrasonidos y radiofrecuencias</vt:lpstr>
      <vt:lpstr>Hipertermia </vt:lpstr>
      <vt:lpstr>Prevención.</vt:lpstr>
      <vt:lpstr>Hazlo por ellos.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TOXICOS LABORALES</dc:title>
  <dc:creator>Lilian</dc:creator>
  <cp:lastModifiedBy>Lilian</cp:lastModifiedBy>
  <cp:revision>28</cp:revision>
  <dcterms:created xsi:type="dcterms:W3CDTF">2010-08-24T06:37:06Z</dcterms:created>
  <dcterms:modified xsi:type="dcterms:W3CDTF">2010-08-28T13:35:25Z</dcterms:modified>
</cp:coreProperties>
</file>