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bin" ContentType="application/vnd.ms-office.legacyDiagramText"/>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legacyDocTextInfo.bin" ContentType="application/vnd.ms-office.legacyDocTextInfo"/>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sldIdLst>
    <p:sldId id="256" r:id="rId2"/>
    <p:sldId id="285" r:id="rId3"/>
    <p:sldId id="266" r:id="rId4"/>
    <p:sldId id="267" r:id="rId5"/>
    <p:sldId id="269" r:id="rId6"/>
    <p:sldId id="270" r:id="rId7"/>
    <p:sldId id="271" r:id="rId8"/>
    <p:sldId id="272" r:id="rId9"/>
    <p:sldId id="260" r:id="rId10"/>
    <p:sldId id="261" r:id="rId11"/>
    <p:sldId id="276" r:id="rId12"/>
    <p:sldId id="279" r:id="rId13"/>
    <p:sldId id="281" r:id="rId14"/>
    <p:sldId id="282" r:id="rId15"/>
    <p:sldId id="283" r:id="rId16"/>
    <p:sldId id="284" r:id="rId17"/>
  </p:sldIdLst>
  <p:sldSz cx="9144000" cy="6858000" type="screen4x3"/>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0" d="100"/>
          <a:sy n="50" d="100"/>
        </p:scale>
        <p:origin x="-1090" y="-6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06/relationships/legacyDocTextInfo" Target="legacyDocTextInfo.bin"/></Relationships>
</file>

<file path=ppt/drawings/_rels/vmlDrawing1.vml.rels><?xml version="1.0" encoding="UTF-8" standalone="yes"?>
<Relationships xmlns="http://schemas.openxmlformats.org/package/2006/relationships"><Relationship Id="rId3" Type="http://schemas.microsoft.com/office/2006/relationships/legacyDiagramText" Target="legacyDiagramText3.bin"/><Relationship Id="rId2" Type="http://schemas.microsoft.com/office/2006/relationships/legacyDiagramText" Target="legacyDiagramText2.bin"/><Relationship Id="rId1" Type="http://schemas.microsoft.com/office/2006/relationships/legacyDiagramText" Target="legacyDiagramText1.bin"/></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1">
        <a:schemeClr val="bg1"/>
      </p:bgRef>
    </p:bg>
    <p:spTree>
      <p:nvGrpSpPr>
        <p:cNvPr id="1" name=""/>
        <p:cNvGrpSpPr/>
        <p:nvPr/>
      </p:nvGrpSpPr>
      <p:grpSpPr>
        <a:xfrm>
          <a:off x="0" y="0"/>
          <a:ext cx="0" cy="0"/>
          <a:chOff x="0" y="0"/>
          <a:chExt cx="0" cy="0"/>
        </a:xfrm>
      </p:grpSpPr>
      <p:sp>
        <p:nvSpPr>
          <p:cNvPr id="8" name="7 Título"/>
          <p:cNvSpPr>
            <a:spLocks noGrp="1"/>
          </p:cNvSpPr>
          <p:nvPr>
            <p:ph type="ctrTitle"/>
          </p:nvPr>
        </p:nvSpPr>
        <p:spPr>
          <a:xfrm>
            <a:off x="2286000" y="3124200"/>
            <a:ext cx="6172200" cy="1894362"/>
          </a:xfrm>
        </p:spPr>
        <p:txBody>
          <a:bodyPr/>
          <a:lstStyle>
            <a:lvl1pPr>
              <a:defRPr b="1"/>
            </a:lvl1pPr>
          </a:lstStyle>
          <a:p>
            <a:r>
              <a:rPr kumimoji="0" lang="es-ES" smtClean="0"/>
              <a:t>Haga clic para modificar el estilo de título del patrón</a:t>
            </a:r>
            <a:endParaRPr kumimoji="0" lang="en-US"/>
          </a:p>
        </p:txBody>
      </p:sp>
      <p:sp>
        <p:nvSpPr>
          <p:cNvPr id="9" name="8 Subtítulo"/>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bwMode="auto">
          <a:xfrm rot="5400000">
            <a:off x="7764621" y="1174097"/>
            <a:ext cx="2286000" cy="381000"/>
          </a:xfrm>
        </p:spPr>
        <p:txBody>
          <a:bodyPr/>
          <a:lstStyle/>
          <a:p>
            <a:fld id="{78188D99-D17A-4356-87B5-4A02D962403B}" type="datetimeFigureOut">
              <a:rPr lang="es-BO" smtClean="0"/>
              <a:pPr/>
              <a:t>04/04/2014</a:t>
            </a:fld>
            <a:endParaRPr lang="es-BO"/>
          </a:p>
        </p:txBody>
      </p:sp>
      <p:sp>
        <p:nvSpPr>
          <p:cNvPr id="17" name="16 Marcador de pie de página"/>
          <p:cNvSpPr>
            <a:spLocks noGrp="1"/>
          </p:cNvSpPr>
          <p:nvPr>
            <p:ph type="ftr" sz="quarter" idx="11"/>
          </p:nvPr>
        </p:nvSpPr>
        <p:spPr bwMode="auto">
          <a:xfrm rot="5400000">
            <a:off x="7077269" y="4181669"/>
            <a:ext cx="3657600" cy="384048"/>
          </a:xfrm>
        </p:spPr>
        <p:txBody>
          <a:bodyPr/>
          <a:lstStyle/>
          <a:p>
            <a:endParaRPr lang="es-BO"/>
          </a:p>
        </p:txBody>
      </p:sp>
      <p:sp>
        <p:nvSpPr>
          <p:cNvPr id="10" name="9 Rectángulo"/>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13 Rectángulo"/>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18 Rectángulo"/>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Conector recto"/>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Conector recto"/>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19 Conector recto"/>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Conector recto"/>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Conector recto"/>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21 Conector recto"/>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26 Rectángulo"/>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Elipse"/>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Elipse"/>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23 Elipse"/>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Elipse"/>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24 Elipse"/>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28 Marcador de número de diapositiva"/>
          <p:cNvSpPr>
            <a:spLocks noGrp="1"/>
          </p:cNvSpPr>
          <p:nvPr>
            <p:ph type="sldNum" sz="quarter" idx="12"/>
          </p:nvPr>
        </p:nvSpPr>
        <p:spPr bwMode="auto">
          <a:xfrm>
            <a:off x="1325544" y="4928702"/>
            <a:ext cx="609600" cy="517524"/>
          </a:xfrm>
        </p:spPr>
        <p:txBody>
          <a:bodyPr/>
          <a:lstStyle/>
          <a:p>
            <a:fld id="{4B809F8E-7BD7-4DA5-B667-F7FB0D93DCBD}" type="slidenum">
              <a:rPr lang="es-BO" smtClean="0"/>
              <a:pPr/>
              <a:t>‹Nº›</a:t>
            </a:fld>
            <a:endParaRPr lang="es-BO"/>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8" name="7 Marcador de contenido"/>
          <p:cNvSpPr>
            <a:spLocks noGrp="1"/>
          </p:cNvSpPr>
          <p:nvPr>
            <p:ph sz="quarter" idx="1"/>
          </p:nvPr>
        </p:nvSpPr>
        <p:spPr>
          <a:xfrm>
            <a:off x="457200" y="1600200"/>
            <a:ext cx="7467600" cy="4873752"/>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4"/>
          </p:nvPr>
        </p:nvSpPr>
        <p:spPr/>
        <p:txBody>
          <a:bodyPr rtlCol="0"/>
          <a:lstStyle/>
          <a:p>
            <a:fld id="{78188D99-D17A-4356-87B5-4A02D962403B}" type="datetimeFigureOut">
              <a:rPr lang="es-BO" smtClean="0"/>
              <a:pPr/>
              <a:t>04/04/2014</a:t>
            </a:fld>
            <a:endParaRPr lang="es-BO"/>
          </a:p>
        </p:txBody>
      </p:sp>
      <p:sp>
        <p:nvSpPr>
          <p:cNvPr id="9" name="8 Marcador de número de diapositiva"/>
          <p:cNvSpPr>
            <a:spLocks noGrp="1"/>
          </p:cNvSpPr>
          <p:nvPr>
            <p:ph type="sldNum" sz="quarter" idx="15"/>
          </p:nvPr>
        </p:nvSpPr>
        <p:spPr/>
        <p:txBody>
          <a:bodyPr rtlCol="0"/>
          <a:lstStyle/>
          <a:p>
            <a:fld id="{4B809F8E-7BD7-4DA5-B667-F7FB0D93DCBD}" type="slidenum">
              <a:rPr lang="es-BO" smtClean="0"/>
              <a:pPr/>
              <a:t>‹Nº›</a:t>
            </a:fld>
            <a:endParaRPr lang="es-BO"/>
          </a:p>
        </p:txBody>
      </p:sp>
      <p:sp>
        <p:nvSpPr>
          <p:cNvPr id="10" name="9 Marcador de pie de página"/>
          <p:cNvSpPr>
            <a:spLocks noGrp="1"/>
          </p:cNvSpPr>
          <p:nvPr>
            <p:ph type="ftr" sz="quarter" idx="16"/>
          </p:nvPr>
        </p:nvSpPr>
        <p:spPr/>
        <p:txBody>
          <a:bodyPr rtlCol="0"/>
          <a:lstStyle/>
          <a:p>
            <a:endParaRPr lang="es-B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2286000" y="2895600"/>
            <a:ext cx="6172200" cy="2053590"/>
          </a:xfrm>
        </p:spPr>
        <p:txBody>
          <a:bodyPr/>
          <a:lstStyle>
            <a:lvl1pPr algn="l">
              <a:buNone/>
              <a:defRPr sz="3000" b="1" cap="small"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bwMode="auto">
          <a:xfrm rot="5400000">
            <a:off x="7763256" y="1170432"/>
            <a:ext cx="2286000" cy="381000"/>
          </a:xfrm>
        </p:spPr>
        <p:txBody>
          <a:bodyPr/>
          <a:lstStyle/>
          <a:p>
            <a:fld id="{78188D99-D17A-4356-87B5-4A02D962403B}" type="datetimeFigureOut">
              <a:rPr lang="es-BO" smtClean="0"/>
              <a:pPr/>
              <a:t>04/04/2014</a:t>
            </a:fld>
            <a:endParaRPr lang="es-BO"/>
          </a:p>
        </p:txBody>
      </p:sp>
      <p:sp>
        <p:nvSpPr>
          <p:cNvPr id="5" name="4 Marcador de pie de página"/>
          <p:cNvSpPr>
            <a:spLocks noGrp="1"/>
          </p:cNvSpPr>
          <p:nvPr>
            <p:ph type="ftr" sz="quarter" idx="11"/>
          </p:nvPr>
        </p:nvSpPr>
        <p:spPr bwMode="auto">
          <a:xfrm rot="5400000">
            <a:off x="7077456" y="4178808"/>
            <a:ext cx="3657600" cy="384048"/>
          </a:xfrm>
        </p:spPr>
        <p:txBody>
          <a:bodyPr/>
          <a:lstStyle/>
          <a:p>
            <a:endParaRPr lang="es-BO"/>
          </a:p>
        </p:txBody>
      </p:sp>
      <p:sp>
        <p:nvSpPr>
          <p:cNvPr id="9" name="8 Rectángulo"/>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Conector recto"/>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Conector recto"/>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Conector recto"/>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Conector recto"/>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16 Conector recto"/>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Rectángulo"/>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18 Elipse"/>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19 Elipse"/>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Elipse"/>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21 Elipse"/>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Elipse"/>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Conector recto"/>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5 Marcador de número de diapositiva"/>
          <p:cNvSpPr>
            <a:spLocks noGrp="1"/>
          </p:cNvSpPr>
          <p:nvPr>
            <p:ph type="sldNum" sz="quarter" idx="12"/>
          </p:nvPr>
        </p:nvSpPr>
        <p:spPr bwMode="auto">
          <a:xfrm>
            <a:off x="1340616" y="4928702"/>
            <a:ext cx="609600" cy="517524"/>
          </a:xfrm>
        </p:spPr>
        <p:txBody>
          <a:bodyPr/>
          <a:lstStyle/>
          <a:p>
            <a:fld id="{4B809F8E-7BD7-4DA5-B667-F7FB0D93DCBD}" type="slidenum">
              <a:rPr lang="es-BO" smtClean="0"/>
              <a:pPr/>
              <a:t>‹Nº›</a:t>
            </a:fld>
            <a:endParaRPr lang="es-BO"/>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p:txBody>
          <a:bodyPr/>
          <a:lstStyle/>
          <a:p>
            <a:fld id="{78188D99-D17A-4356-87B5-4A02D962403B}" type="datetimeFigureOut">
              <a:rPr lang="es-BO" smtClean="0"/>
              <a:pPr/>
              <a:t>04/04/2014</a:t>
            </a:fld>
            <a:endParaRPr lang="es-BO"/>
          </a:p>
        </p:txBody>
      </p:sp>
      <p:sp>
        <p:nvSpPr>
          <p:cNvPr id="6" name="5 Marcador de pie de página"/>
          <p:cNvSpPr>
            <a:spLocks noGrp="1"/>
          </p:cNvSpPr>
          <p:nvPr>
            <p:ph type="ftr" sz="quarter" idx="11"/>
          </p:nvPr>
        </p:nvSpPr>
        <p:spPr/>
        <p:txBody>
          <a:bodyPr/>
          <a:lstStyle/>
          <a:p>
            <a:endParaRPr lang="es-BO"/>
          </a:p>
        </p:txBody>
      </p:sp>
      <p:sp>
        <p:nvSpPr>
          <p:cNvPr id="7" name="6 Marcador de número de diapositiva"/>
          <p:cNvSpPr>
            <a:spLocks noGrp="1"/>
          </p:cNvSpPr>
          <p:nvPr>
            <p:ph type="sldNum" sz="quarter" idx="12"/>
          </p:nvPr>
        </p:nvSpPr>
        <p:spPr/>
        <p:txBody>
          <a:bodyPr/>
          <a:lstStyle/>
          <a:p>
            <a:fld id="{4B809F8E-7BD7-4DA5-B667-F7FB0D93DCBD}" type="slidenum">
              <a:rPr lang="es-BO" smtClean="0"/>
              <a:pPr/>
              <a:t>‹Nº›</a:t>
            </a:fld>
            <a:endParaRPr lang="es-BO"/>
          </a:p>
        </p:txBody>
      </p:sp>
      <p:sp>
        <p:nvSpPr>
          <p:cNvPr id="9" name="8 Marcador de contenido"/>
          <p:cNvSpPr>
            <a:spLocks noGrp="1"/>
          </p:cNvSpPr>
          <p:nvPr>
            <p:ph sz="quarter" idx="1"/>
          </p:nvPr>
        </p:nvSpPr>
        <p:spPr>
          <a:xfrm>
            <a:off x="457200" y="1600200"/>
            <a:ext cx="3657600" cy="4572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1" name="10 Marcador de contenido"/>
          <p:cNvSpPr>
            <a:spLocks noGrp="1"/>
          </p:cNvSpPr>
          <p:nvPr>
            <p:ph sz="quarter" idx="2"/>
          </p:nvPr>
        </p:nvSpPr>
        <p:spPr>
          <a:xfrm>
            <a:off x="4270248" y="1600200"/>
            <a:ext cx="3657600" cy="4572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7543800" cy="1143000"/>
          </a:xfrm>
        </p:spPr>
        <p:txBody>
          <a:bodyPr anchor="b"/>
          <a:lstStyle>
            <a:lvl1pPr>
              <a:defRPr/>
            </a:lvl1pPr>
          </a:lstStyle>
          <a:p>
            <a:r>
              <a:rPr kumimoji="0" lang="es-ES" smtClean="0"/>
              <a:t>Haga clic para modificar el estilo de título del patrón</a:t>
            </a:r>
            <a:endParaRPr kumimoji="0" lang="en-US"/>
          </a:p>
        </p:txBody>
      </p:sp>
      <p:sp>
        <p:nvSpPr>
          <p:cNvPr id="7" name="6 Marcador de fecha"/>
          <p:cNvSpPr>
            <a:spLocks noGrp="1"/>
          </p:cNvSpPr>
          <p:nvPr>
            <p:ph type="dt" sz="half" idx="10"/>
          </p:nvPr>
        </p:nvSpPr>
        <p:spPr/>
        <p:txBody>
          <a:bodyPr/>
          <a:lstStyle/>
          <a:p>
            <a:fld id="{78188D99-D17A-4356-87B5-4A02D962403B}" type="datetimeFigureOut">
              <a:rPr lang="es-BO" smtClean="0"/>
              <a:pPr/>
              <a:t>04/04/2014</a:t>
            </a:fld>
            <a:endParaRPr lang="es-BO"/>
          </a:p>
        </p:txBody>
      </p:sp>
      <p:sp>
        <p:nvSpPr>
          <p:cNvPr id="8" name="7 Marcador de pie de página"/>
          <p:cNvSpPr>
            <a:spLocks noGrp="1"/>
          </p:cNvSpPr>
          <p:nvPr>
            <p:ph type="ftr" sz="quarter" idx="11"/>
          </p:nvPr>
        </p:nvSpPr>
        <p:spPr/>
        <p:txBody>
          <a:bodyPr/>
          <a:lstStyle/>
          <a:p>
            <a:endParaRPr lang="es-BO"/>
          </a:p>
        </p:txBody>
      </p:sp>
      <p:sp>
        <p:nvSpPr>
          <p:cNvPr id="9" name="8 Marcador de número de diapositiva"/>
          <p:cNvSpPr>
            <a:spLocks noGrp="1"/>
          </p:cNvSpPr>
          <p:nvPr>
            <p:ph type="sldNum" sz="quarter" idx="12"/>
          </p:nvPr>
        </p:nvSpPr>
        <p:spPr/>
        <p:txBody>
          <a:bodyPr/>
          <a:lstStyle/>
          <a:p>
            <a:fld id="{4B809F8E-7BD7-4DA5-B667-F7FB0D93DCBD}" type="slidenum">
              <a:rPr lang="es-BO" smtClean="0"/>
              <a:pPr/>
              <a:t>‹Nº›</a:t>
            </a:fld>
            <a:endParaRPr lang="es-BO"/>
          </a:p>
        </p:txBody>
      </p:sp>
      <p:sp>
        <p:nvSpPr>
          <p:cNvPr id="11" name="10 Marcador de contenido"/>
          <p:cNvSpPr>
            <a:spLocks noGrp="1"/>
          </p:cNvSpPr>
          <p:nvPr>
            <p:ph sz="quarter" idx="2"/>
          </p:nvPr>
        </p:nvSpPr>
        <p:spPr>
          <a:xfrm>
            <a:off x="457200" y="2362200"/>
            <a:ext cx="3657600" cy="38862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3" name="12 Marcador de contenido"/>
          <p:cNvSpPr>
            <a:spLocks noGrp="1"/>
          </p:cNvSpPr>
          <p:nvPr>
            <p:ph sz="quarter" idx="4"/>
          </p:nvPr>
        </p:nvSpPr>
        <p:spPr>
          <a:xfrm>
            <a:off x="4371975" y="2362200"/>
            <a:ext cx="3657600" cy="38862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2" name="11 Marcador de texto"/>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s-ES" smtClean="0"/>
              <a:t>Haga clic para modificar el estilo de texto del patrón</a:t>
            </a:r>
          </a:p>
        </p:txBody>
      </p:sp>
      <p:sp>
        <p:nvSpPr>
          <p:cNvPr id="14" name="13 Marcador de texto"/>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s-ES" smtClean="0"/>
              <a:t>Haga clic para modificar el estilo de texto del patrón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6" name="5 Marcador de fecha"/>
          <p:cNvSpPr>
            <a:spLocks noGrp="1"/>
          </p:cNvSpPr>
          <p:nvPr>
            <p:ph type="dt" sz="half" idx="10"/>
          </p:nvPr>
        </p:nvSpPr>
        <p:spPr/>
        <p:txBody>
          <a:bodyPr rtlCol="0"/>
          <a:lstStyle/>
          <a:p>
            <a:fld id="{78188D99-D17A-4356-87B5-4A02D962403B}" type="datetimeFigureOut">
              <a:rPr lang="es-BO" smtClean="0"/>
              <a:pPr/>
              <a:t>04/04/2014</a:t>
            </a:fld>
            <a:endParaRPr lang="es-BO"/>
          </a:p>
        </p:txBody>
      </p:sp>
      <p:sp>
        <p:nvSpPr>
          <p:cNvPr id="7" name="6 Marcador de número de diapositiva"/>
          <p:cNvSpPr>
            <a:spLocks noGrp="1"/>
          </p:cNvSpPr>
          <p:nvPr>
            <p:ph type="sldNum" sz="quarter" idx="11"/>
          </p:nvPr>
        </p:nvSpPr>
        <p:spPr/>
        <p:txBody>
          <a:bodyPr rtlCol="0"/>
          <a:lstStyle/>
          <a:p>
            <a:fld id="{4B809F8E-7BD7-4DA5-B667-F7FB0D93DCBD}" type="slidenum">
              <a:rPr lang="es-BO" smtClean="0"/>
              <a:pPr/>
              <a:t>‹Nº›</a:t>
            </a:fld>
            <a:endParaRPr lang="es-BO"/>
          </a:p>
        </p:txBody>
      </p:sp>
      <p:sp>
        <p:nvSpPr>
          <p:cNvPr id="8" name="7 Marcador de pie de página"/>
          <p:cNvSpPr>
            <a:spLocks noGrp="1"/>
          </p:cNvSpPr>
          <p:nvPr>
            <p:ph type="ftr" sz="quarter" idx="12"/>
          </p:nvPr>
        </p:nvSpPr>
        <p:spPr/>
        <p:txBody>
          <a:bodyPr rtlCol="0"/>
          <a:lstStyle/>
          <a:p>
            <a:endParaRPr lang="es-B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8188D99-D17A-4356-87B5-4A02D962403B}" type="datetimeFigureOut">
              <a:rPr lang="es-BO" smtClean="0"/>
              <a:pPr/>
              <a:t>04/04/2014</a:t>
            </a:fld>
            <a:endParaRPr lang="es-BO"/>
          </a:p>
        </p:txBody>
      </p:sp>
      <p:sp>
        <p:nvSpPr>
          <p:cNvPr id="3" name="2 Marcador de pie de página"/>
          <p:cNvSpPr>
            <a:spLocks noGrp="1"/>
          </p:cNvSpPr>
          <p:nvPr>
            <p:ph type="ftr" sz="quarter" idx="11"/>
          </p:nvPr>
        </p:nvSpPr>
        <p:spPr/>
        <p:txBody>
          <a:bodyPr/>
          <a:lstStyle/>
          <a:p>
            <a:endParaRPr lang="es-BO"/>
          </a:p>
        </p:txBody>
      </p:sp>
      <p:sp>
        <p:nvSpPr>
          <p:cNvPr id="4" name="3 Marcador de número de diapositiva"/>
          <p:cNvSpPr>
            <a:spLocks noGrp="1"/>
          </p:cNvSpPr>
          <p:nvPr>
            <p:ph type="sldNum" sz="quarter" idx="12"/>
          </p:nvPr>
        </p:nvSpPr>
        <p:spPr/>
        <p:txBody>
          <a:bodyPr/>
          <a:lstStyle/>
          <a:p>
            <a:fld id="{4B809F8E-7BD7-4DA5-B667-F7FB0D93DCBD}" type="slidenum">
              <a:rPr lang="es-BO" smtClean="0"/>
              <a:pPr/>
              <a:t>‹Nº›</a:t>
            </a:fld>
            <a:endParaRPr lang="es-B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1">
        <a:schemeClr val="bg1"/>
      </p:bgRef>
    </p:bg>
    <p:spTree>
      <p:nvGrpSpPr>
        <p:cNvPr id="1" name=""/>
        <p:cNvGrpSpPr/>
        <p:nvPr/>
      </p:nvGrpSpPr>
      <p:grpSpPr>
        <a:xfrm>
          <a:off x="0" y="0"/>
          <a:ext cx="0" cy="0"/>
          <a:chOff x="0" y="0"/>
          <a:chExt cx="0" cy="0"/>
        </a:xfrm>
      </p:grpSpPr>
      <p:sp>
        <p:nvSpPr>
          <p:cNvPr id="10" name="9 Conector recto"/>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1 Título"/>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8" name="7 Conector recto"/>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8 Conector recto"/>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10 Conector recto"/>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Rectángulo"/>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17 Marcador de contenido"/>
          <p:cNvSpPr>
            <a:spLocks noGrp="1"/>
          </p:cNvSpPr>
          <p:nvPr>
            <p:ph sz="quarter" idx="1"/>
          </p:nvPr>
        </p:nvSpPr>
        <p:spPr>
          <a:xfrm>
            <a:off x="304800" y="274320"/>
            <a:ext cx="5638800" cy="6327648"/>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21" name="20 Marcador de fecha"/>
          <p:cNvSpPr>
            <a:spLocks noGrp="1"/>
          </p:cNvSpPr>
          <p:nvPr>
            <p:ph type="dt" sz="half" idx="14"/>
          </p:nvPr>
        </p:nvSpPr>
        <p:spPr/>
        <p:txBody>
          <a:bodyPr rtlCol="0"/>
          <a:lstStyle/>
          <a:p>
            <a:fld id="{78188D99-D17A-4356-87B5-4A02D962403B}" type="datetimeFigureOut">
              <a:rPr lang="es-BO" smtClean="0"/>
              <a:pPr/>
              <a:t>04/04/2014</a:t>
            </a:fld>
            <a:endParaRPr lang="es-BO"/>
          </a:p>
        </p:txBody>
      </p:sp>
      <p:sp>
        <p:nvSpPr>
          <p:cNvPr id="22" name="21 Marcador de número de diapositiva"/>
          <p:cNvSpPr>
            <a:spLocks noGrp="1"/>
          </p:cNvSpPr>
          <p:nvPr>
            <p:ph type="sldNum" sz="quarter" idx="15"/>
          </p:nvPr>
        </p:nvSpPr>
        <p:spPr/>
        <p:txBody>
          <a:bodyPr rtlCol="0"/>
          <a:lstStyle/>
          <a:p>
            <a:fld id="{4B809F8E-7BD7-4DA5-B667-F7FB0D93DCBD}" type="slidenum">
              <a:rPr lang="es-BO" smtClean="0"/>
              <a:pPr/>
              <a:t>‹Nº›</a:t>
            </a:fld>
            <a:endParaRPr lang="es-BO"/>
          </a:p>
        </p:txBody>
      </p:sp>
      <p:sp>
        <p:nvSpPr>
          <p:cNvPr id="23" name="22 Marcador de pie de página"/>
          <p:cNvSpPr>
            <a:spLocks noGrp="1"/>
          </p:cNvSpPr>
          <p:nvPr>
            <p:ph type="ftr" sz="quarter" idx="16"/>
          </p:nvPr>
        </p:nvSpPr>
        <p:spPr/>
        <p:txBody>
          <a:bodyPr rtlCol="0"/>
          <a:lstStyle/>
          <a:p>
            <a:endParaRPr lang="es-BO"/>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9" name="8 Conector recto"/>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12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1 Título"/>
          <p:cNvSpPr>
            <a:spLocks noGrp="1"/>
          </p:cNvSpPr>
          <p:nvPr>
            <p:ph type="title"/>
          </p:nvPr>
        </p:nvSpPr>
        <p:spPr>
          <a:xfrm rot="5400000">
            <a:off x="3350133" y="3200400"/>
            <a:ext cx="6309360" cy="457200"/>
          </a:xfrm>
        </p:spPr>
        <p:txBody>
          <a:bodyPr anchor="b"/>
          <a:lstStyle>
            <a:lvl1pPr algn="l">
              <a:buNone/>
              <a:defRPr sz="2000" b="1"/>
            </a:lvl1pPr>
          </a:lstStyle>
          <a:p>
            <a:r>
              <a:rPr kumimoji="0" lang="es-ES" smtClean="0"/>
              <a:t>Haga clic para modificar el estilo de título del patrón</a:t>
            </a:r>
            <a:endParaRPr kumimoji="0" lang="en-US"/>
          </a:p>
        </p:txBody>
      </p:sp>
      <p:sp>
        <p:nvSpPr>
          <p:cNvPr id="3" name="2 Marcador de posición de imagen"/>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s-ES" smtClean="0"/>
              <a:t>Haga clic en el icono para agregar una imagen</a:t>
            </a:r>
            <a:endParaRPr kumimoji="0" lang="en-US" dirty="0"/>
          </a:p>
        </p:txBody>
      </p:sp>
      <p:sp>
        <p:nvSpPr>
          <p:cNvPr id="4" name="3 Marcador de texto"/>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10" name="9 Conector recto"/>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10 Rectángulo"/>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18 Conector recto"/>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19 Conector recto"/>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16 Marcador de fecha"/>
          <p:cNvSpPr>
            <a:spLocks noGrp="1"/>
          </p:cNvSpPr>
          <p:nvPr>
            <p:ph type="dt" sz="half" idx="10"/>
          </p:nvPr>
        </p:nvSpPr>
        <p:spPr/>
        <p:txBody>
          <a:bodyPr rtlCol="0"/>
          <a:lstStyle/>
          <a:p>
            <a:fld id="{78188D99-D17A-4356-87B5-4A02D962403B}" type="datetimeFigureOut">
              <a:rPr lang="es-BO" smtClean="0"/>
              <a:pPr/>
              <a:t>04/04/2014</a:t>
            </a:fld>
            <a:endParaRPr lang="es-BO"/>
          </a:p>
        </p:txBody>
      </p:sp>
      <p:sp>
        <p:nvSpPr>
          <p:cNvPr id="18" name="17 Marcador de número de diapositiva"/>
          <p:cNvSpPr>
            <a:spLocks noGrp="1"/>
          </p:cNvSpPr>
          <p:nvPr>
            <p:ph type="sldNum" sz="quarter" idx="11"/>
          </p:nvPr>
        </p:nvSpPr>
        <p:spPr/>
        <p:txBody>
          <a:bodyPr rtlCol="0"/>
          <a:lstStyle/>
          <a:p>
            <a:fld id="{4B809F8E-7BD7-4DA5-B667-F7FB0D93DCBD}" type="slidenum">
              <a:rPr lang="es-BO" smtClean="0"/>
              <a:pPr/>
              <a:t>‹Nº›</a:t>
            </a:fld>
            <a:endParaRPr lang="es-BO"/>
          </a:p>
        </p:txBody>
      </p:sp>
      <p:sp>
        <p:nvSpPr>
          <p:cNvPr id="21" name="20 Marcador de pie de página"/>
          <p:cNvSpPr>
            <a:spLocks noGrp="1"/>
          </p:cNvSpPr>
          <p:nvPr>
            <p:ph type="ftr" sz="quarter" idx="12"/>
          </p:nvPr>
        </p:nvSpPr>
        <p:spPr/>
        <p:txBody>
          <a:bodyPr rtlCol="0"/>
          <a:lstStyle/>
          <a:p>
            <a:endParaRPr lang="es-B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8188D99-D17A-4356-87B5-4A02D962403B}" type="datetimeFigureOut">
              <a:rPr lang="es-BO" smtClean="0"/>
              <a:pPr/>
              <a:t>04/04/2014</a:t>
            </a:fld>
            <a:endParaRPr lang="es-BO"/>
          </a:p>
        </p:txBody>
      </p:sp>
      <p:sp>
        <p:nvSpPr>
          <p:cNvPr id="5" name="4 Marcador de pie de página"/>
          <p:cNvSpPr>
            <a:spLocks noGrp="1"/>
          </p:cNvSpPr>
          <p:nvPr>
            <p:ph type="ftr" sz="quarter" idx="11"/>
          </p:nvPr>
        </p:nvSpPr>
        <p:spPr/>
        <p:txBody>
          <a:bodyPr/>
          <a:lstStyle/>
          <a:p>
            <a:endParaRPr lang="es-BO"/>
          </a:p>
        </p:txBody>
      </p:sp>
      <p:sp>
        <p:nvSpPr>
          <p:cNvPr id="6" name="5 Marcador de número de diapositiva"/>
          <p:cNvSpPr>
            <a:spLocks noGrp="1"/>
          </p:cNvSpPr>
          <p:nvPr>
            <p:ph type="sldNum" sz="quarter" idx="12"/>
          </p:nvPr>
        </p:nvSpPr>
        <p:spPr/>
        <p:txBody>
          <a:bodyPr/>
          <a:lstStyle/>
          <a:p>
            <a:fld id="{4B809F8E-7BD7-4DA5-B667-F7FB0D93DCBD}" type="slidenum">
              <a:rPr lang="es-BO" smtClean="0"/>
              <a:pPr/>
              <a:t>‹Nº›</a:t>
            </a:fld>
            <a:endParaRPr lang="es-B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9"/>
            <a:ext cx="167640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8188D99-D17A-4356-87B5-4A02D962403B}" type="datetimeFigureOut">
              <a:rPr lang="es-BO" smtClean="0"/>
              <a:pPr/>
              <a:t>04/04/2014</a:t>
            </a:fld>
            <a:endParaRPr lang="es-BO"/>
          </a:p>
        </p:txBody>
      </p:sp>
      <p:sp>
        <p:nvSpPr>
          <p:cNvPr id="5" name="4 Marcador de pie de página"/>
          <p:cNvSpPr>
            <a:spLocks noGrp="1"/>
          </p:cNvSpPr>
          <p:nvPr>
            <p:ph type="ftr" sz="quarter" idx="11"/>
          </p:nvPr>
        </p:nvSpPr>
        <p:spPr/>
        <p:txBody>
          <a:bodyPr/>
          <a:lstStyle/>
          <a:p>
            <a:endParaRPr lang="es-BO"/>
          </a:p>
        </p:txBody>
      </p:sp>
      <p:sp>
        <p:nvSpPr>
          <p:cNvPr id="6" name="5 Marcador de número de diapositiva"/>
          <p:cNvSpPr>
            <a:spLocks noGrp="1"/>
          </p:cNvSpPr>
          <p:nvPr>
            <p:ph type="sldNum" sz="quarter" idx="12"/>
          </p:nvPr>
        </p:nvSpPr>
        <p:spPr/>
        <p:txBody>
          <a:bodyPr/>
          <a:lstStyle/>
          <a:p>
            <a:fld id="{4B809F8E-7BD7-4DA5-B667-F7FB0D93DCBD}" type="slidenum">
              <a:rPr lang="es-BO" smtClean="0"/>
              <a:pPr/>
              <a:t>‹Nº›</a:t>
            </a:fld>
            <a:endParaRPr lang="es-BO"/>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ítol i diagrama o organigrama">
    <p:spTree>
      <p:nvGrpSpPr>
        <p:cNvPr id="1" name=""/>
        <p:cNvGrpSpPr/>
        <p:nvPr/>
      </p:nvGrpSpPr>
      <p:grpSpPr>
        <a:xfrm>
          <a:off x="0" y="0"/>
          <a:ext cx="0" cy="0"/>
          <a:chOff x="0" y="0"/>
          <a:chExt cx="0" cy="0"/>
        </a:xfrm>
      </p:grpSpPr>
      <p:sp>
        <p:nvSpPr>
          <p:cNvPr id="2" name="Títol 1"/>
          <p:cNvSpPr>
            <a:spLocks noGrp="1"/>
          </p:cNvSpPr>
          <p:nvPr>
            <p:ph type="title"/>
          </p:nvPr>
        </p:nvSpPr>
        <p:spPr>
          <a:xfrm>
            <a:off x="533400" y="274638"/>
            <a:ext cx="8229600" cy="1143000"/>
          </a:xfrm>
        </p:spPr>
        <p:txBody>
          <a:bodyPr/>
          <a:lstStyle/>
          <a:p>
            <a:r>
              <a:rPr lang="ca-ES" smtClean="0"/>
              <a:t>Feu clic aquí per editar l'estil</a:t>
            </a:r>
            <a:endParaRPr lang="es-ES"/>
          </a:p>
        </p:txBody>
      </p:sp>
      <p:sp>
        <p:nvSpPr>
          <p:cNvPr id="3" name="Contenidor d'SmartArt 2"/>
          <p:cNvSpPr>
            <a:spLocks noGrp="1"/>
          </p:cNvSpPr>
          <p:nvPr>
            <p:ph type="dgm" idx="1"/>
          </p:nvPr>
        </p:nvSpPr>
        <p:spPr>
          <a:xfrm>
            <a:off x="457200" y="1600200"/>
            <a:ext cx="8229600" cy="4525963"/>
          </a:xfrm>
        </p:spPr>
        <p:txBody>
          <a:bodyPr/>
          <a:lstStyle/>
          <a:p>
            <a:pPr lvl="0"/>
            <a:endParaRPr lang="es-ES" noProof="0" smtClean="0"/>
          </a:p>
        </p:txBody>
      </p:sp>
      <p:sp>
        <p:nvSpPr>
          <p:cNvPr id="4" name="Rectangle 5"/>
          <p:cNvSpPr>
            <a:spLocks noGrp="1" noChangeAspect="1" noChangeArrowheads="1"/>
          </p:cNvSpPr>
          <p:nvPr>
            <p:ph type="ftr" sz="quarter" idx="10"/>
          </p:nvPr>
        </p:nvSpPr>
        <p:spPr>
          <a:ln/>
        </p:spPr>
        <p:txBody>
          <a:bodyPr/>
          <a:lstStyle>
            <a:lvl1pPr>
              <a:defRPr/>
            </a:lvl1pPr>
          </a:lstStyle>
          <a:p>
            <a:pPr>
              <a:defRPr/>
            </a:pPr>
            <a:endParaRPr lang="es-ES"/>
          </a:p>
        </p:txBody>
      </p:sp>
      <p:sp>
        <p:nvSpPr>
          <p:cNvPr id="5" name="Rectangle 6"/>
          <p:cNvSpPr>
            <a:spLocks noGrp="1" noChangeArrowheads="1"/>
          </p:cNvSpPr>
          <p:nvPr>
            <p:ph type="sldNum" sz="quarter" idx="11"/>
          </p:nvPr>
        </p:nvSpPr>
        <p:spPr>
          <a:ln/>
        </p:spPr>
        <p:txBody>
          <a:bodyPr/>
          <a:lstStyle>
            <a:lvl1pPr>
              <a:defRPr/>
            </a:lvl1pPr>
          </a:lstStyle>
          <a:p>
            <a:pPr>
              <a:defRPr/>
            </a:pPr>
            <a:fld id="{22418AA3-B5D5-4BAD-BD4B-BFB121C81486}" type="slidenum">
              <a:rPr lang="es-ES"/>
              <a:pPr>
                <a:defRPr/>
              </a:pPr>
              <a:t>‹Nº›</a:t>
            </a:fld>
            <a:endParaRPr lang="es-E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cSld name="Títol i objectes sobre el text">
    <p:spTree>
      <p:nvGrpSpPr>
        <p:cNvPr id="1" name=""/>
        <p:cNvGrpSpPr/>
        <p:nvPr/>
      </p:nvGrpSpPr>
      <p:grpSpPr>
        <a:xfrm>
          <a:off x="0" y="0"/>
          <a:ext cx="0" cy="0"/>
          <a:chOff x="0" y="0"/>
          <a:chExt cx="0" cy="0"/>
        </a:xfrm>
      </p:grpSpPr>
      <p:sp>
        <p:nvSpPr>
          <p:cNvPr id="2" name="Títol 1"/>
          <p:cNvSpPr>
            <a:spLocks noGrp="1"/>
          </p:cNvSpPr>
          <p:nvPr>
            <p:ph type="title"/>
          </p:nvPr>
        </p:nvSpPr>
        <p:spPr>
          <a:xfrm>
            <a:off x="533400" y="274638"/>
            <a:ext cx="8229600" cy="1143000"/>
          </a:xfrm>
        </p:spPr>
        <p:txBody>
          <a:bodyPr/>
          <a:lstStyle/>
          <a:p>
            <a:r>
              <a:rPr lang="ca-ES" smtClean="0"/>
              <a:t>Feu clic aquí per editar l'estil</a:t>
            </a:r>
            <a:endParaRPr lang="es-ES"/>
          </a:p>
        </p:txBody>
      </p:sp>
      <p:sp>
        <p:nvSpPr>
          <p:cNvPr id="3" name="Contenidor de contingut 2"/>
          <p:cNvSpPr>
            <a:spLocks noGrp="1"/>
          </p:cNvSpPr>
          <p:nvPr>
            <p:ph sz="half" idx="1"/>
          </p:nvPr>
        </p:nvSpPr>
        <p:spPr>
          <a:xfrm>
            <a:off x="457200" y="1600200"/>
            <a:ext cx="8229600" cy="2185988"/>
          </a:xfrm>
        </p:spPr>
        <p:txBody>
          <a:bodyPr/>
          <a:lstStyle/>
          <a:p>
            <a:pPr lvl="0"/>
            <a:r>
              <a:rPr lang="ca-ES" smtClean="0"/>
              <a:t>Feu clic aquí per editar els estils de text</a:t>
            </a:r>
          </a:p>
          <a:p>
            <a:pPr lvl="1"/>
            <a:r>
              <a:rPr lang="ca-ES" smtClean="0"/>
              <a:t>Segon nivell</a:t>
            </a:r>
          </a:p>
          <a:p>
            <a:pPr lvl="2"/>
            <a:r>
              <a:rPr lang="ca-ES" smtClean="0"/>
              <a:t>Tercer nivell</a:t>
            </a:r>
          </a:p>
          <a:p>
            <a:pPr lvl="3"/>
            <a:r>
              <a:rPr lang="ca-ES" smtClean="0"/>
              <a:t>Quart nivell</a:t>
            </a:r>
          </a:p>
          <a:p>
            <a:pPr lvl="4"/>
            <a:r>
              <a:rPr lang="ca-ES" smtClean="0"/>
              <a:t>Cinquè nivell</a:t>
            </a:r>
            <a:endParaRPr lang="es-ES"/>
          </a:p>
        </p:txBody>
      </p:sp>
      <p:sp>
        <p:nvSpPr>
          <p:cNvPr id="4" name="Contenidor de text 3"/>
          <p:cNvSpPr>
            <a:spLocks noGrp="1"/>
          </p:cNvSpPr>
          <p:nvPr>
            <p:ph type="body" sz="half" idx="2"/>
          </p:nvPr>
        </p:nvSpPr>
        <p:spPr>
          <a:xfrm>
            <a:off x="457200" y="3938588"/>
            <a:ext cx="8229600" cy="2187575"/>
          </a:xfrm>
        </p:spPr>
        <p:txBody>
          <a:bodyPr/>
          <a:lstStyle/>
          <a:p>
            <a:pPr lvl="0"/>
            <a:r>
              <a:rPr lang="ca-ES" smtClean="0"/>
              <a:t>Feu clic aquí per editar els estils de text</a:t>
            </a:r>
          </a:p>
          <a:p>
            <a:pPr lvl="1"/>
            <a:r>
              <a:rPr lang="ca-ES" smtClean="0"/>
              <a:t>Segon nivell</a:t>
            </a:r>
          </a:p>
          <a:p>
            <a:pPr lvl="2"/>
            <a:r>
              <a:rPr lang="ca-ES" smtClean="0"/>
              <a:t>Tercer nivell</a:t>
            </a:r>
          </a:p>
          <a:p>
            <a:pPr lvl="3"/>
            <a:r>
              <a:rPr lang="ca-ES" smtClean="0"/>
              <a:t>Quart nivell</a:t>
            </a:r>
          </a:p>
          <a:p>
            <a:pPr lvl="4"/>
            <a:r>
              <a:rPr lang="ca-ES" smtClean="0"/>
              <a:t>Cinquè nivell</a:t>
            </a:r>
            <a:endParaRPr lang="es-ES"/>
          </a:p>
        </p:txBody>
      </p:sp>
      <p:sp>
        <p:nvSpPr>
          <p:cNvPr id="5" name="Rectangle 5"/>
          <p:cNvSpPr>
            <a:spLocks noGrp="1" noChangeAspect="1" noChangeArrowheads="1"/>
          </p:cNvSpPr>
          <p:nvPr>
            <p:ph type="ftr" sz="quarter" idx="10"/>
          </p:nvPr>
        </p:nvSpPr>
        <p:spPr>
          <a:ln/>
        </p:spPr>
        <p:txBody>
          <a:bodyPr/>
          <a:lstStyle>
            <a:lvl1pPr>
              <a:defRPr/>
            </a:lvl1pPr>
          </a:lstStyle>
          <a:p>
            <a:pPr>
              <a:defRPr/>
            </a:pPr>
            <a:endParaRPr lang="es-ES"/>
          </a:p>
        </p:txBody>
      </p:sp>
      <p:sp>
        <p:nvSpPr>
          <p:cNvPr id="6" name="Rectangle 6"/>
          <p:cNvSpPr>
            <a:spLocks noGrp="1" noChangeArrowheads="1"/>
          </p:cNvSpPr>
          <p:nvPr>
            <p:ph type="sldNum" sz="quarter" idx="11"/>
          </p:nvPr>
        </p:nvSpPr>
        <p:spPr>
          <a:ln/>
        </p:spPr>
        <p:txBody>
          <a:bodyPr/>
          <a:lstStyle>
            <a:lvl1pPr>
              <a:defRPr/>
            </a:lvl1pPr>
          </a:lstStyle>
          <a:p>
            <a:pPr>
              <a:defRPr/>
            </a:pPr>
            <a:fld id="{FE547470-11D1-463A-93D6-8EE782AD975B}" type="slidenum">
              <a:rPr lang="es-ES"/>
              <a:pPr>
                <a:defRPr/>
              </a:pPr>
              <a:t>‹Nº›</a:t>
            </a:fld>
            <a:endParaRPr lang="es-E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lipArtAndTx">
  <p:cSld name="Títol, galeria d'imatges i text">
    <p:spTree>
      <p:nvGrpSpPr>
        <p:cNvPr id="1" name=""/>
        <p:cNvGrpSpPr/>
        <p:nvPr/>
      </p:nvGrpSpPr>
      <p:grpSpPr>
        <a:xfrm>
          <a:off x="0" y="0"/>
          <a:ext cx="0" cy="0"/>
          <a:chOff x="0" y="0"/>
          <a:chExt cx="0" cy="0"/>
        </a:xfrm>
      </p:grpSpPr>
      <p:sp>
        <p:nvSpPr>
          <p:cNvPr id="2" name="Títol 1"/>
          <p:cNvSpPr>
            <a:spLocks noGrp="1"/>
          </p:cNvSpPr>
          <p:nvPr>
            <p:ph type="title"/>
          </p:nvPr>
        </p:nvSpPr>
        <p:spPr>
          <a:xfrm>
            <a:off x="533400" y="274638"/>
            <a:ext cx="8229600" cy="1143000"/>
          </a:xfrm>
        </p:spPr>
        <p:txBody>
          <a:bodyPr/>
          <a:lstStyle/>
          <a:p>
            <a:r>
              <a:rPr lang="ca-ES" smtClean="0"/>
              <a:t>Feu clic aquí per editar l'estil</a:t>
            </a:r>
            <a:endParaRPr lang="es-ES"/>
          </a:p>
        </p:txBody>
      </p:sp>
      <p:sp>
        <p:nvSpPr>
          <p:cNvPr id="3" name="Contenidor de galeria d'imatges 2"/>
          <p:cNvSpPr>
            <a:spLocks noGrp="1"/>
          </p:cNvSpPr>
          <p:nvPr>
            <p:ph type="clipArt" sz="half" idx="1"/>
          </p:nvPr>
        </p:nvSpPr>
        <p:spPr>
          <a:xfrm>
            <a:off x="457200" y="1600200"/>
            <a:ext cx="4038600" cy="4525963"/>
          </a:xfrm>
        </p:spPr>
        <p:txBody>
          <a:bodyPr/>
          <a:lstStyle/>
          <a:p>
            <a:pPr lvl="0"/>
            <a:endParaRPr lang="es-ES" noProof="0" smtClean="0"/>
          </a:p>
        </p:txBody>
      </p:sp>
      <p:sp>
        <p:nvSpPr>
          <p:cNvPr id="4" name="Contenidor de text 3"/>
          <p:cNvSpPr>
            <a:spLocks noGrp="1"/>
          </p:cNvSpPr>
          <p:nvPr>
            <p:ph type="body" sz="half" idx="2"/>
          </p:nvPr>
        </p:nvSpPr>
        <p:spPr>
          <a:xfrm>
            <a:off x="4648200" y="1600200"/>
            <a:ext cx="4038600" cy="4525963"/>
          </a:xfrm>
        </p:spPr>
        <p:txBody>
          <a:bodyPr/>
          <a:lstStyle/>
          <a:p>
            <a:pPr lvl="0"/>
            <a:r>
              <a:rPr lang="ca-ES" smtClean="0"/>
              <a:t>Feu clic aquí per editar els estils de text</a:t>
            </a:r>
          </a:p>
          <a:p>
            <a:pPr lvl="1"/>
            <a:r>
              <a:rPr lang="ca-ES" smtClean="0"/>
              <a:t>Segon nivell</a:t>
            </a:r>
          </a:p>
          <a:p>
            <a:pPr lvl="2"/>
            <a:r>
              <a:rPr lang="ca-ES" smtClean="0"/>
              <a:t>Tercer nivell</a:t>
            </a:r>
          </a:p>
          <a:p>
            <a:pPr lvl="3"/>
            <a:r>
              <a:rPr lang="ca-ES" smtClean="0"/>
              <a:t>Quart nivell</a:t>
            </a:r>
          </a:p>
          <a:p>
            <a:pPr lvl="4"/>
            <a:r>
              <a:rPr lang="ca-ES" smtClean="0"/>
              <a:t>Cinquè nivell</a:t>
            </a:r>
            <a:endParaRPr lang="es-ES"/>
          </a:p>
        </p:txBody>
      </p:sp>
      <p:sp>
        <p:nvSpPr>
          <p:cNvPr id="5" name="Rectangle 5"/>
          <p:cNvSpPr>
            <a:spLocks noGrp="1" noChangeAspect="1" noChangeArrowheads="1"/>
          </p:cNvSpPr>
          <p:nvPr>
            <p:ph type="ftr" sz="quarter" idx="10"/>
          </p:nvPr>
        </p:nvSpPr>
        <p:spPr>
          <a:ln/>
        </p:spPr>
        <p:txBody>
          <a:bodyPr/>
          <a:lstStyle>
            <a:lvl1pPr>
              <a:defRPr/>
            </a:lvl1pPr>
          </a:lstStyle>
          <a:p>
            <a:pPr>
              <a:defRPr/>
            </a:pPr>
            <a:endParaRPr lang="es-ES"/>
          </a:p>
        </p:txBody>
      </p:sp>
      <p:sp>
        <p:nvSpPr>
          <p:cNvPr id="6" name="Rectangle 6"/>
          <p:cNvSpPr>
            <a:spLocks noGrp="1" noChangeArrowheads="1"/>
          </p:cNvSpPr>
          <p:nvPr>
            <p:ph type="sldNum" sz="quarter" idx="11"/>
          </p:nvPr>
        </p:nvSpPr>
        <p:spPr>
          <a:ln/>
        </p:spPr>
        <p:txBody>
          <a:bodyPr/>
          <a:lstStyle>
            <a:lvl1pPr>
              <a:defRPr/>
            </a:lvl1pPr>
          </a:lstStyle>
          <a:p>
            <a:pPr>
              <a:defRPr/>
            </a:pPr>
            <a:fld id="{68B5F078-4B48-4927-B1EA-37ED8E3CB765}" type="slidenum">
              <a:rPr lang="es-ES"/>
              <a:pPr>
                <a:defRPr/>
              </a:pPr>
              <a:t>‹Nº›</a:t>
            </a:fld>
            <a:endParaRPr lang="es-E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OverObj">
  <p:cSld name="Títol i text sobre els objectes">
    <p:spTree>
      <p:nvGrpSpPr>
        <p:cNvPr id="1" name=""/>
        <p:cNvGrpSpPr/>
        <p:nvPr/>
      </p:nvGrpSpPr>
      <p:grpSpPr>
        <a:xfrm>
          <a:off x="0" y="0"/>
          <a:ext cx="0" cy="0"/>
          <a:chOff x="0" y="0"/>
          <a:chExt cx="0" cy="0"/>
        </a:xfrm>
      </p:grpSpPr>
      <p:sp>
        <p:nvSpPr>
          <p:cNvPr id="2" name="Títol 1"/>
          <p:cNvSpPr>
            <a:spLocks noGrp="1"/>
          </p:cNvSpPr>
          <p:nvPr>
            <p:ph type="title"/>
          </p:nvPr>
        </p:nvSpPr>
        <p:spPr>
          <a:xfrm>
            <a:off x="533400" y="274638"/>
            <a:ext cx="8229600" cy="1143000"/>
          </a:xfrm>
        </p:spPr>
        <p:txBody>
          <a:bodyPr/>
          <a:lstStyle/>
          <a:p>
            <a:r>
              <a:rPr lang="ca-ES" smtClean="0"/>
              <a:t>Feu clic aquí per editar l'estil</a:t>
            </a:r>
            <a:endParaRPr lang="es-ES"/>
          </a:p>
        </p:txBody>
      </p:sp>
      <p:sp>
        <p:nvSpPr>
          <p:cNvPr id="3" name="Contenidor de text 2"/>
          <p:cNvSpPr>
            <a:spLocks noGrp="1"/>
          </p:cNvSpPr>
          <p:nvPr>
            <p:ph type="body" sz="half" idx="1"/>
          </p:nvPr>
        </p:nvSpPr>
        <p:spPr>
          <a:xfrm>
            <a:off x="457200" y="1600200"/>
            <a:ext cx="8229600" cy="2185988"/>
          </a:xfrm>
        </p:spPr>
        <p:txBody>
          <a:bodyPr/>
          <a:lstStyle/>
          <a:p>
            <a:pPr lvl="0"/>
            <a:r>
              <a:rPr lang="ca-ES" smtClean="0"/>
              <a:t>Feu clic aquí per editar els estils de text</a:t>
            </a:r>
          </a:p>
          <a:p>
            <a:pPr lvl="1"/>
            <a:r>
              <a:rPr lang="ca-ES" smtClean="0"/>
              <a:t>Segon nivell</a:t>
            </a:r>
          </a:p>
          <a:p>
            <a:pPr lvl="2"/>
            <a:r>
              <a:rPr lang="ca-ES" smtClean="0"/>
              <a:t>Tercer nivell</a:t>
            </a:r>
          </a:p>
          <a:p>
            <a:pPr lvl="3"/>
            <a:r>
              <a:rPr lang="ca-ES" smtClean="0"/>
              <a:t>Quart nivell</a:t>
            </a:r>
          </a:p>
          <a:p>
            <a:pPr lvl="4"/>
            <a:r>
              <a:rPr lang="ca-ES" smtClean="0"/>
              <a:t>Cinquè nivell</a:t>
            </a:r>
            <a:endParaRPr lang="es-ES"/>
          </a:p>
        </p:txBody>
      </p:sp>
      <p:sp>
        <p:nvSpPr>
          <p:cNvPr id="4" name="Contenidor de contingut 3"/>
          <p:cNvSpPr>
            <a:spLocks noGrp="1"/>
          </p:cNvSpPr>
          <p:nvPr>
            <p:ph sz="half" idx="2"/>
          </p:nvPr>
        </p:nvSpPr>
        <p:spPr>
          <a:xfrm>
            <a:off x="457200" y="3938588"/>
            <a:ext cx="8229600" cy="2187575"/>
          </a:xfrm>
        </p:spPr>
        <p:txBody>
          <a:bodyPr/>
          <a:lstStyle/>
          <a:p>
            <a:pPr lvl="0"/>
            <a:r>
              <a:rPr lang="ca-ES" smtClean="0"/>
              <a:t>Feu clic aquí per editar els estils de text</a:t>
            </a:r>
          </a:p>
          <a:p>
            <a:pPr lvl="1"/>
            <a:r>
              <a:rPr lang="ca-ES" smtClean="0"/>
              <a:t>Segon nivell</a:t>
            </a:r>
          </a:p>
          <a:p>
            <a:pPr lvl="2"/>
            <a:r>
              <a:rPr lang="ca-ES" smtClean="0"/>
              <a:t>Tercer nivell</a:t>
            </a:r>
          </a:p>
          <a:p>
            <a:pPr lvl="3"/>
            <a:r>
              <a:rPr lang="ca-ES" smtClean="0"/>
              <a:t>Quart nivell</a:t>
            </a:r>
          </a:p>
          <a:p>
            <a:pPr lvl="4"/>
            <a:r>
              <a:rPr lang="ca-ES" smtClean="0"/>
              <a:t>Cinquè nivell</a:t>
            </a:r>
            <a:endParaRPr lang="es-ES"/>
          </a:p>
        </p:txBody>
      </p:sp>
      <p:sp>
        <p:nvSpPr>
          <p:cNvPr id="5" name="Rectangle 5"/>
          <p:cNvSpPr>
            <a:spLocks noGrp="1" noChangeAspect="1" noChangeArrowheads="1"/>
          </p:cNvSpPr>
          <p:nvPr>
            <p:ph type="ftr" sz="quarter" idx="10"/>
          </p:nvPr>
        </p:nvSpPr>
        <p:spPr>
          <a:ln/>
        </p:spPr>
        <p:txBody>
          <a:bodyPr/>
          <a:lstStyle>
            <a:lvl1pPr>
              <a:defRPr/>
            </a:lvl1pPr>
          </a:lstStyle>
          <a:p>
            <a:pPr>
              <a:defRPr/>
            </a:pPr>
            <a:endParaRPr lang="es-ES"/>
          </a:p>
        </p:txBody>
      </p:sp>
      <p:sp>
        <p:nvSpPr>
          <p:cNvPr id="6" name="Rectangle 6"/>
          <p:cNvSpPr>
            <a:spLocks noGrp="1" noChangeArrowheads="1"/>
          </p:cNvSpPr>
          <p:nvPr>
            <p:ph type="sldNum" sz="quarter" idx="11"/>
          </p:nvPr>
        </p:nvSpPr>
        <p:spPr>
          <a:ln/>
        </p:spPr>
        <p:txBody>
          <a:bodyPr/>
          <a:lstStyle>
            <a:lvl1pPr>
              <a:defRPr/>
            </a:lvl1pPr>
          </a:lstStyle>
          <a:p>
            <a:pPr>
              <a:defRPr/>
            </a:pPr>
            <a:fld id="{60985682-53B6-4AF0-9957-4E778BB8D08B}" type="slidenum">
              <a:rPr lang="es-ES"/>
              <a:pPr>
                <a:defRPr/>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15 Conector recto"/>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21 Marcador de título"/>
          <p:cNvSpPr>
            <a:spLocks noGrp="1"/>
          </p:cNvSpPr>
          <p:nvPr>
            <p:ph type="title"/>
          </p:nvPr>
        </p:nvSpPr>
        <p:spPr>
          <a:xfrm>
            <a:off x="457200" y="274638"/>
            <a:ext cx="7467600" cy="1143000"/>
          </a:xfrm>
          <a:prstGeom prst="rect">
            <a:avLst/>
          </a:prstGeom>
        </p:spPr>
        <p:txBody>
          <a:bodyPr vert="horz" anchor="b">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78188D99-D17A-4356-87B5-4A02D962403B}" type="datetimeFigureOut">
              <a:rPr lang="es-BO" smtClean="0"/>
              <a:pPr/>
              <a:t>04/04/2014</a:t>
            </a:fld>
            <a:endParaRPr lang="es-BO"/>
          </a:p>
        </p:txBody>
      </p:sp>
      <p:sp>
        <p:nvSpPr>
          <p:cNvPr id="3" name="2 Marcador de pie de página"/>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s-BO"/>
          </a:p>
        </p:txBody>
      </p:sp>
      <p:sp>
        <p:nvSpPr>
          <p:cNvPr id="7" name="6 Conector recto"/>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8 Conector recto"/>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9 Rectángulo"/>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Marcador de número de diapositiva"/>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4B809F8E-7BD7-4DA5-B667-F7FB0D93DCBD}" type="slidenum">
              <a:rPr lang="es-BO" smtClean="0"/>
              <a:pPr/>
              <a:t>‹Nº›</a:t>
            </a:fld>
            <a:endParaRPr lang="es-BO"/>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 id="2147483864" r:id="rId12"/>
    <p:sldLayoutId id="2147483865" r:id="rId13"/>
    <p:sldLayoutId id="2147483866" r:id="rId14"/>
    <p:sldLayoutId id="2147483867" r:id="rId15"/>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vmlDrawing" Target="../drawings/vmlDrawing1.v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www.google.com.bo/imgres?imgurl=http://img01.lavanguardia.com/2012/10/31/El-Dr-Sanmarti-en-la-unidad-de_54353705550_53389389549_600_396.jpg&amp;imgrefurl=http://www.lavanguardia.com/salud/neurologia/20120112/54353516782/medicina-salud-epilepsia.html&amp;h=395&amp;w=600&amp;tbnid=OurODiMi5HcysM:&amp;zoom=1&amp;docid=eX7B5JKNNPof7M&amp;ei=evM8U72cLITl0QHTpYDIDw&amp;tbm=isch&amp;ved=0CNQCEIQcMFM&amp;iact=rc&amp;dur=1271&amp;page=5&amp;start=81&amp;ndsp=22"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251520" y="476672"/>
            <a:ext cx="8061520" cy="1152128"/>
          </a:xfrm>
        </p:spPr>
        <p:txBody>
          <a:bodyPr>
            <a:noAutofit/>
          </a:bodyPr>
          <a:lstStyle/>
          <a:p>
            <a:pPr algn="l"/>
            <a:r>
              <a:rPr lang="es-BO" sz="1400" dirty="0" smtClean="0">
                <a:latin typeface="Aharoni" pitchFamily="2" charset="-79"/>
                <a:cs typeface="Aharoni" pitchFamily="2" charset="-79"/>
              </a:rPr>
              <a:t>UNIVERSIDAD SIGLO XX</a:t>
            </a:r>
            <a:br>
              <a:rPr lang="es-BO" sz="1400" dirty="0" smtClean="0">
                <a:latin typeface="Aharoni" pitchFamily="2" charset="-79"/>
                <a:cs typeface="Aharoni" pitchFamily="2" charset="-79"/>
              </a:rPr>
            </a:br>
            <a:r>
              <a:rPr lang="es-BO" sz="1400" dirty="0" smtClean="0">
                <a:latin typeface="Aharoni" pitchFamily="2" charset="-79"/>
                <a:cs typeface="Aharoni" pitchFamily="2" charset="-79"/>
              </a:rPr>
              <a:t>DEPARTAMENTO DE POST GRADO</a:t>
            </a:r>
            <a:br>
              <a:rPr lang="es-BO" sz="1400" dirty="0" smtClean="0">
                <a:latin typeface="Aharoni" pitchFamily="2" charset="-79"/>
                <a:cs typeface="Aharoni" pitchFamily="2" charset="-79"/>
              </a:rPr>
            </a:br>
            <a:r>
              <a:rPr lang="es-BO" sz="1400" dirty="0" smtClean="0">
                <a:latin typeface="Aharoni" pitchFamily="2" charset="-79"/>
                <a:cs typeface="Aharoni" pitchFamily="2" charset="-79"/>
              </a:rPr>
              <a:t>MAESTRIA EN ENFERMERI MEDICO QUIRUGICO</a:t>
            </a:r>
            <a:endParaRPr lang="es-BO" sz="1400" dirty="0">
              <a:latin typeface="Aharoni" pitchFamily="2" charset="-79"/>
              <a:cs typeface="Aharoni" pitchFamily="2" charset="-79"/>
            </a:endParaRPr>
          </a:p>
        </p:txBody>
      </p:sp>
      <p:sp>
        <p:nvSpPr>
          <p:cNvPr id="3" name="2 Subtítulo"/>
          <p:cNvSpPr>
            <a:spLocks noGrp="1"/>
          </p:cNvSpPr>
          <p:nvPr>
            <p:ph type="subTitle" idx="1"/>
          </p:nvPr>
        </p:nvSpPr>
        <p:spPr>
          <a:xfrm>
            <a:off x="533400" y="1844824"/>
            <a:ext cx="7854696" cy="3960440"/>
          </a:xfrm>
        </p:spPr>
        <p:txBody>
          <a:bodyPr>
            <a:normAutofit fontScale="25000" lnSpcReduction="20000"/>
          </a:bodyPr>
          <a:lstStyle/>
          <a:p>
            <a:pPr lvl="1">
              <a:lnSpc>
                <a:spcPct val="170000"/>
              </a:lnSpc>
              <a:spcBef>
                <a:spcPts val="0"/>
              </a:spcBef>
            </a:pPr>
            <a:r>
              <a:rPr lang="es-BO" sz="8000" b="1" dirty="0" smtClean="0">
                <a:latin typeface="Arial" pitchFamily="34" charset="0"/>
                <a:cs typeface="Arial" pitchFamily="34" charset="0"/>
              </a:rPr>
              <a:t>SINDROME DE GUINLLEN BARRE</a:t>
            </a:r>
          </a:p>
          <a:p>
            <a:pPr lvl="1">
              <a:lnSpc>
                <a:spcPct val="170000"/>
              </a:lnSpc>
              <a:spcBef>
                <a:spcPts val="0"/>
              </a:spcBef>
            </a:pPr>
            <a:r>
              <a:rPr lang="es-BO" sz="8000" b="1" dirty="0" smtClean="0">
                <a:latin typeface="Arial" pitchFamily="34" charset="0"/>
                <a:cs typeface="Arial" pitchFamily="34" charset="0"/>
              </a:rPr>
              <a:t>CONVULSIONES</a:t>
            </a:r>
          </a:p>
          <a:p>
            <a:pPr lvl="1">
              <a:lnSpc>
                <a:spcPct val="170000"/>
              </a:lnSpc>
              <a:spcBef>
                <a:spcPts val="0"/>
              </a:spcBef>
            </a:pPr>
            <a:r>
              <a:rPr lang="es-BO" sz="8000" b="1" dirty="0" smtClean="0">
                <a:latin typeface="Arial" pitchFamily="34" charset="0"/>
                <a:cs typeface="Arial" pitchFamily="34" charset="0"/>
              </a:rPr>
              <a:t>EPILEPSIA</a:t>
            </a:r>
          </a:p>
          <a:p>
            <a:pPr lvl="1" algn="l">
              <a:spcBef>
                <a:spcPts val="0"/>
              </a:spcBef>
            </a:pPr>
            <a:endParaRPr lang="es-BO" sz="5600" b="1" dirty="0" smtClean="0">
              <a:latin typeface="Arial" pitchFamily="34" charset="0"/>
              <a:cs typeface="Arial" pitchFamily="34" charset="0"/>
            </a:endParaRPr>
          </a:p>
          <a:p>
            <a:pPr lvl="1" algn="l">
              <a:spcBef>
                <a:spcPts val="0"/>
              </a:spcBef>
            </a:pPr>
            <a:endParaRPr lang="es-BO" sz="5600" b="1" dirty="0" smtClean="0">
              <a:latin typeface="Arial" pitchFamily="34" charset="0"/>
              <a:cs typeface="Arial" pitchFamily="34" charset="0"/>
            </a:endParaRPr>
          </a:p>
          <a:p>
            <a:pPr lvl="1" algn="l">
              <a:spcBef>
                <a:spcPts val="0"/>
              </a:spcBef>
            </a:pPr>
            <a:endParaRPr lang="es-BO" sz="5600" b="1" dirty="0" smtClean="0">
              <a:latin typeface="Arial" pitchFamily="34" charset="0"/>
              <a:cs typeface="Arial" pitchFamily="34" charset="0"/>
            </a:endParaRPr>
          </a:p>
          <a:p>
            <a:pPr lvl="1" algn="l">
              <a:spcBef>
                <a:spcPts val="0"/>
              </a:spcBef>
            </a:pPr>
            <a:r>
              <a:rPr lang="es-BO" sz="8000" b="1" dirty="0" smtClean="0">
                <a:latin typeface="Arial" pitchFamily="34" charset="0"/>
                <a:cs typeface="Arial" pitchFamily="34" charset="0"/>
              </a:rPr>
              <a:t>PRESENTADO:                             </a:t>
            </a:r>
          </a:p>
          <a:p>
            <a:pPr lvl="1" algn="l">
              <a:spcBef>
                <a:spcPts val="0"/>
              </a:spcBef>
            </a:pPr>
            <a:endParaRPr lang="es-ES" sz="8000" dirty="0" smtClean="0"/>
          </a:p>
          <a:p>
            <a:pPr lvl="1" algn="l">
              <a:spcBef>
                <a:spcPts val="0"/>
              </a:spcBef>
            </a:pPr>
            <a:r>
              <a:rPr lang="es-ES" sz="8000" dirty="0" smtClean="0"/>
              <a:t>Esther Fernández </a:t>
            </a:r>
          </a:p>
          <a:p>
            <a:pPr lvl="1" algn="l">
              <a:spcBef>
                <a:spcPts val="0"/>
              </a:spcBef>
            </a:pPr>
            <a:r>
              <a:rPr lang="es-ES" sz="8000" dirty="0" smtClean="0"/>
              <a:t>Mirian Villarroel</a:t>
            </a:r>
          </a:p>
          <a:p>
            <a:pPr lvl="1" algn="l">
              <a:spcBef>
                <a:spcPts val="0"/>
              </a:spcBef>
            </a:pPr>
            <a:r>
              <a:rPr lang="es-ES" sz="8000" dirty="0" smtClean="0"/>
              <a:t> Pamela Carrión </a:t>
            </a:r>
          </a:p>
          <a:p>
            <a:pPr lvl="1" algn="l">
              <a:lnSpc>
                <a:spcPct val="80000"/>
              </a:lnSpc>
            </a:pPr>
            <a:endParaRPr lang="es-BO" sz="8000" b="1" dirty="0" smtClean="0">
              <a:latin typeface="Arial" pitchFamily="34" charset="0"/>
              <a:cs typeface="Arial" pitchFamily="34" charset="0"/>
            </a:endParaRPr>
          </a:p>
          <a:p>
            <a:pPr>
              <a:spcBef>
                <a:spcPts val="0"/>
              </a:spcBef>
            </a:pPr>
            <a:endParaRPr lang="es-BO" sz="8000" b="1" dirty="0" smtClean="0">
              <a:latin typeface="Arial" pitchFamily="34" charset="0"/>
              <a:cs typeface="Arial" pitchFamily="34" charset="0"/>
            </a:endParaRPr>
          </a:p>
          <a:p>
            <a:pPr>
              <a:spcBef>
                <a:spcPts val="0"/>
              </a:spcBef>
            </a:pPr>
            <a:r>
              <a:rPr lang="es-BO" sz="8000" b="1" dirty="0" smtClean="0">
                <a:latin typeface="Arial" pitchFamily="34" charset="0"/>
                <a:cs typeface="Arial" pitchFamily="34" charset="0"/>
              </a:rPr>
              <a:t>    </a:t>
            </a:r>
          </a:p>
          <a:p>
            <a:pPr algn="ctr">
              <a:spcBef>
                <a:spcPts val="0"/>
              </a:spcBef>
            </a:pPr>
            <a:r>
              <a:rPr lang="es-BO" sz="8000" b="1" dirty="0" smtClean="0">
                <a:latin typeface="Arial" pitchFamily="34" charset="0"/>
                <a:cs typeface="Arial" pitchFamily="34" charset="0"/>
              </a:rPr>
              <a:t>CBBA- BOLIVIA</a:t>
            </a:r>
            <a:endParaRPr lang="es-BO" sz="8000" dirty="0"/>
          </a:p>
        </p:txBody>
      </p:sp>
      <p:pic>
        <p:nvPicPr>
          <p:cNvPr id="4" name="3 Imagen" descr="https://encrypted-tbn3.gstatic.com/images?q=tbn:ANd9GcQs2FeR2AiW30WHrmqf4oKQAkNkE6bWKffG7x-rhHTe9xQc41Imqg"/>
          <p:cNvPicPr/>
          <p:nvPr/>
        </p:nvPicPr>
        <p:blipFill>
          <a:blip r:embed="rId2" cstate="print"/>
          <a:srcRect/>
          <a:stretch>
            <a:fillRect/>
          </a:stretch>
        </p:blipFill>
        <p:spPr bwMode="auto">
          <a:xfrm>
            <a:off x="5580112" y="3140968"/>
            <a:ext cx="2844542" cy="230425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457200" y="404664"/>
            <a:ext cx="8003232" cy="6069288"/>
          </a:xfrm>
        </p:spPr>
        <p:txBody>
          <a:bodyPr>
            <a:normAutofit fontScale="92500" lnSpcReduction="10000"/>
          </a:bodyPr>
          <a:lstStyle/>
          <a:p>
            <a:pPr algn="ctr">
              <a:buNone/>
            </a:pPr>
            <a:r>
              <a:rPr lang="es-BO" sz="3600" b="1" dirty="0" smtClean="0">
                <a:solidFill>
                  <a:schemeClr val="accent2">
                    <a:lumMod val="75000"/>
                  </a:schemeClr>
                </a:solidFill>
              </a:rPr>
              <a:t>EPILEPSIA</a:t>
            </a:r>
          </a:p>
          <a:p>
            <a:pPr>
              <a:buNone/>
            </a:pPr>
            <a:r>
              <a:rPr lang="es-BO" b="1" dirty="0" smtClean="0">
                <a:solidFill>
                  <a:schemeClr val="accent2">
                    <a:lumMod val="75000"/>
                  </a:schemeClr>
                </a:solidFill>
                <a:latin typeface="Tahoma" pitchFamily="34" charset="0"/>
                <a:ea typeface="Tahoma" pitchFamily="34" charset="0"/>
                <a:cs typeface="Tahoma" pitchFamily="34" charset="0"/>
              </a:rPr>
              <a:t>DEFINICION</a:t>
            </a:r>
          </a:p>
          <a:p>
            <a:pPr algn="just">
              <a:lnSpc>
                <a:spcPct val="150000"/>
              </a:lnSpc>
              <a:spcBef>
                <a:spcPts val="0"/>
              </a:spcBef>
              <a:buNone/>
            </a:pPr>
            <a:r>
              <a:rPr lang="es-BO" sz="3200" dirty="0" smtClean="0">
                <a:latin typeface="Tahoma" pitchFamily="34" charset="0"/>
                <a:ea typeface="Tahoma" pitchFamily="34" charset="0"/>
                <a:cs typeface="Tahoma" pitchFamily="34" charset="0"/>
              </a:rPr>
              <a:t>  Es </a:t>
            </a:r>
            <a:r>
              <a:rPr lang="es-BO" sz="3200" dirty="0" smtClean="0">
                <a:latin typeface="Tahoma" pitchFamily="34" charset="0"/>
                <a:ea typeface="Tahoma" pitchFamily="34" charset="0"/>
                <a:cs typeface="Tahoma" pitchFamily="34" charset="0"/>
              </a:rPr>
              <a:t>un trastorno </a:t>
            </a:r>
            <a:r>
              <a:rPr lang="es-BO" sz="3200" dirty="0" smtClean="0">
                <a:latin typeface="Tahoma" pitchFamily="34" charset="0"/>
                <a:ea typeface="Tahoma" pitchFamily="34" charset="0"/>
                <a:cs typeface="Tahoma" pitchFamily="34" charset="0"/>
              </a:rPr>
              <a:t>de la función cerebral y se caracteriza por convulsiones recurrentes, </a:t>
            </a:r>
            <a:r>
              <a:rPr lang="es-BO" sz="3200" dirty="0" smtClean="0">
                <a:latin typeface="Tahoma" pitchFamily="34" charset="0"/>
                <a:ea typeface="Tahoma" pitchFamily="34" charset="0"/>
                <a:cs typeface="Tahoma" pitchFamily="34" charset="0"/>
              </a:rPr>
              <a:t>está provocada por anormalidades en la actividad eléctrica del </a:t>
            </a:r>
            <a:r>
              <a:rPr lang="es-BO" sz="3200" dirty="0" smtClean="0">
                <a:latin typeface="Tahoma" pitchFamily="34" charset="0"/>
                <a:ea typeface="Tahoma" pitchFamily="34" charset="0"/>
                <a:cs typeface="Tahoma" pitchFamily="34" charset="0"/>
              </a:rPr>
              <a:t>cerebro, </a:t>
            </a:r>
            <a:r>
              <a:rPr lang="es-BO" sz="3200" dirty="0" smtClean="0">
                <a:latin typeface="Tahoma" pitchFamily="34" charset="0"/>
                <a:ea typeface="Tahoma" pitchFamily="34" charset="0"/>
                <a:cs typeface="Tahoma" pitchFamily="34" charset="0"/>
              </a:rPr>
              <a:t>este órgano es incapaz </a:t>
            </a:r>
            <a:r>
              <a:rPr lang="es-BO" sz="3200" dirty="0" smtClean="0">
                <a:latin typeface="Tahoma" pitchFamily="34" charset="0"/>
                <a:ea typeface="Tahoma" pitchFamily="34" charset="0"/>
                <a:cs typeface="Tahoma" pitchFamily="34" charset="0"/>
              </a:rPr>
              <a:t>de </a:t>
            </a:r>
            <a:r>
              <a:rPr lang="es-BO" sz="3200" dirty="0" smtClean="0">
                <a:latin typeface="Tahoma" pitchFamily="34" charset="0"/>
                <a:ea typeface="Tahoma" pitchFamily="34" charset="0"/>
                <a:cs typeface="Tahoma" pitchFamily="34" charset="0"/>
              </a:rPr>
              <a:t>inhibir los impulsos eléctricos entre </a:t>
            </a:r>
            <a:r>
              <a:rPr lang="es-BO" sz="3200" dirty="0" smtClean="0">
                <a:latin typeface="Tahoma" pitchFamily="34" charset="0"/>
                <a:ea typeface="Tahoma" pitchFamily="34" charset="0"/>
                <a:cs typeface="Tahoma" pitchFamily="34" charset="0"/>
              </a:rPr>
              <a:t>neuronas</a:t>
            </a:r>
            <a:r>
              <a:rPr lang="es-BO" sz="3200" dirty="0" smtClean="0">
                <a:latin typeface="Tahoma" pitchFamily="34" charset="0"/>
                <a:ea typeface="Tahoma" pitchFamily="34" charset="0"/>
                <a:cs typeface="Tahoma" pitchFamily="34" charset="0"/>
              </a:rPr>
              <a:t> </a:t>
            </a:r>
            <a:r>
              <a:rPr lang="es-BO" sz="3200" dirty="0" smtClean="0">
                <a:latin typeface="Tahoma" pitchFamily="34" charset="0"/>
                <a:ea typeface="Tahoma" pitchFamily="34" charset="0"/>
                <a:cs typeface="Tahoma" pitchFamily="34" charset="0"/>
              </a:rPr>
              <a:t>lo cual </a:t>
            </a:r>
            <a:r>
              <a:rPr lang="es-BO" sz="3200" dirty="0" smtClean="0">
                <a:latin typeface="Tahoma" pitchFamily="34" charset="0"/>
                <a:ea typeface="Tahoma" pitchFamily="34" charset="0"/>
                <a:cs typeface="Tahoma" pitchFamily="34" charset="0"/>
              </a:rPr>
              <a:t>tiene lugar una descarga excesiva </a:t>
            </a:r>
            <a:r>
              <a:rPr lang="es-BO" sz="3200" dirty="0" smtClean="0">
                <a:latin typeface="Tahoma" pitchFamily="34" charset="0"/>
                <a:ea typeface="Tahoma" pitchFamily="34" charset="0"/>
                <a:cs typeface="Tahoma" pitchFamily="34" charset="0"/>
              </a:rPr>
              <a:t>y se </a:t>
            </a:r>
            <a:r>
              <a:rPr lang="es-BO" sz="3200" dirty="0" smtClean="0">
                <a:latin typeface="Tahoma" pitchFamily="34" charset="0"/>
                <a:ea typeface="Tahoma" pitchFamily="34" charset="0"/>
                <a:cs typeface="Tahoma" pitchFamily="34" charset="0"/>
              </a:rPr>
              <a:t>produce una </a:t>
            </a:r>
            <a:r>
              <a:rPr lang="es-BO" sz="3200" dirty="0" smtClean="0">
                <a:latin typeface="Tahoma" pitchFamily="34" charset="0"/>
                <a:ea typeface="Tahoma" pitchFamily="34" charset="0"/>
                <a:cs typeface="Tahoma" pitchFamily="34" charset="0"/>
              </a:rPr>
              <a:t>crisis </a:t>
            </a:r>
            <a:r>
              <a:rPr lang="es-BO" sz="3200" dirty="0" smtClean="0">
                <a:latin typeface="Tahoma" pitchFamily="34" charset="0"/>
                <a:ea typeface="Tahoma" pitchFamily="34" charset="0"/>
                <a:cs typeface="Tahoma" pitchFamily="34" charset="0"/>
              </a:rPr>
              <a:t>epiléptico.</a:t>
            </a:r>
            <a:endParaRPr lang="es-BO" sz="3200" dirty="0">
              <a:latin typeface="Tahoma" pitchFamily="34" charset="0"/>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075240" cy="1642194"/>
          </a:xfrm>
        </p:spPr>
        <p:txBody>
          <a:bodyPr/>
          <a:lstStyle/>
          <a:p>
            <a:pPr algn="just"/>
            <a:r>
              <a:rPr lang="es-BO" sz="3200" b="1" dirty="0" smtClean="0">
                <a:solidFill>
                  <a:schemeClr val="accent2">
                    <a:lumMod val="75000"/>
                  </a:schemeClr>
                </a:solidFill>
                <a:latin typeface="Tahoma" pitchFamily="34" charset="0"/>
                <a:ea typeface="Tahoma" pitchFamily="34" charset="0"/>
                <a:cs typeface="Tahoma" pitchFamily="34" charset="0"/>
              </a:rPr>
              <a:t>CAUSAS</a:t>
            </a:r>
            <a:r>
              <a:rPr lang="es-BO" sz="3200" b="1" dirty="0" smtClean="0"/>
              <a:t/>
            </a:r>
            <a:br>
              <a:rPr lang="es-BO" sz="3200" b="1" dirty="0" smtClean="0"/>
            </a:br>
            <a:endParaRPr lang="es-BO" dirty="0"/>
          </a:p>
        </p:txBody>
      </p:sp>
      <p:sp>
        <p:nvSpPr>
          <p:cNvPr id="3" name="2 Marcador de contenido"/>
          <p:cNvSpPr>
            <a:spLocks noGrp="1"/>
          </p:cNvSpPr>
          <p:nvPr>
            <p:ph sz="quarter" idx="1"/>
          </p:nvPr>
        </p:nvSpPr>
        <p:spPr>
          <a:xfrm>
            <a:off x="539552" y="2132856"/>
            <a:ext cx="3657600" cy="3967336"/>
          </a:xfrm>
        </p:spPr>
        <p:txBody>
          <a:bodyPr>
            <a:normAutofit fontScale="85000" lnSpcReduction="20000"/>
          </a:bodyPr>
          <a:lstStyle/>
          <a:p>
            <a:pPr>
              <a:lnSpc>
                <a:spcPct val="170000"/>
              </a:lnSpc>
              <a:spcBef>
                <a:spcPts val="0"/>
              </a:spcBef>
            </a:pPr>
            <a:r>
              <a:rPr lang="es-BO" dirty="0" smtClean="0">
                <a:latin typeface="Tahoma" pitchFamily="34" charset="0"/>
                <a:ea typeface="Tahoma" pitchFamily="34" charset="0"/>
                <a:cs typeface="Tahoma" pitchFamily="34" charset="0"/>
              </a:rPr>
              <a:t>Un tumor cerebral,</a:t>
            </a:r>
          </a:p>
          <a:p>
            <a:pPr>
              <a:lnSpc>
                <a:spcPct val="170000"/>
              </a:lnSpc>
              <a:spcBef>
                <a:spcPts val="0"/>
              </a:spcBef>
            </a:pPr>
            <a:r>
              <a:rPr lang="es-BO" dirty="0" smtClean="0">
                <a:latin typeface="Tahoma" pitchFamily="34" charset="0"/>
                <a:ea typeface="Tahoma" pitchFamily="34" charset="0"/>
                <a:cs typeface="Tahoma" pitchFamily="34" charset="0"/>
              </a:rPr>
              <a:t>meningitis,                                </a:t>
            </a:r>
          </a:p>
          <a:p>
            <a:pPr>
              <a:lnSpc>
                <a:spcPct val="170000"/>
              </a:lnSpc>
              <a:spcBef>
                <a:spcPts val="0"/>
              </a:spcBef>
            </a:pPr>
            <a:r>
              <a:rPr lang="es-BO" dirty="0" smtClean="0">
                <a:latin typeface="Tahoma" pitchFamily="34" charset="0"/>
                <a:ea typeface="Tahoma" pitchFamily="34" charset="0"/>
                <a:cs typeface="Tahoma" pitchFamily="34" charset="0"/>
              </a:rPr>
              <a:t> malformación,</a:t>
            </a:r>
          </a:p>
          <a:p>
            <a:pPr>
              <a:lnSpc>
                <a:spcPct val="170000"/>
              </a:lnSpc>
              <a:spcBef>
                <a:spcPts val="0"/>
              </a:spcBef>
            </a:pPr>
            <a:r>
              <a:rPr lang="es-BO" dirty="0" smtClean="0">
                <a:latin typeface="Tahoma" pitchFamily="34" charset="0"/>
                <a:ea typeface="Tahoma" pitchFamily="34" charset="0"/>
                <a:cs typeface="Tahoma" pitchFamily="34" charset="0"/>
              </a:rPr>
              <a:t> traumatismo craneal,</a:t>
            </a:r>
          </a:p>
          <a:p>
            <a:pPr>
              <a:lnSpc>
                <a:spcPct val="170000"/>
              </a:lnSpc>
              <a:spcBef>
                <a:spcPts val="0"/>
              </a:spcBef>
            </a:pPr>
            <a:r>
              <a:rPr lang="es-BO" dirty="0" smtClean="0">
                <a:latin typeface="Tahoma" pitchFamily="34" charset="0"/>
                <a:ea typeface="Tahoma" pitchFamily="34" charset="0"/>
                <a:cs typeface="Tahoma" pitchFamily="34" charset="0"/>
              </a:rPr>
              <a:t>ACV</a:t>
            </a:r>
          </a:p>
          <a:p>
            <a:pPr>
              <a:lnSpc>
                <a:spcPct val="170000"/>
              </a:lnSpc>
              <a:spcBef>
                <a:spcPts val="0"/>
              </a:spcBef>
            </a:pPr>
            <a:r>
              <a:rPr lang="es-BO" dirty="0" smtClean="0">
                <a:latin typeface="Tahoma" pitchFamily="34" charset="0"/>
                <a:ea typeface="Tahoma" pitchFamily="34" charset="0"/>
                <a:cs typeface="Tahoma" pitchFamily="34" charset="0"/>
              </a:rPr>
              <a:t> Lesión cerebral traumática</a:t>
            </a:r>
          </a:p>
          <a:p>
            <a:pPr>
              <a:lnSpc>
                <a:spcPct val="170000"/>
              </a:lnSpc>
              <a:spcBef>
                <a:spcPts val="0"/>
              </a:spcBef>
            </a:pPr>
            <a:r>
              <a:rPr lang="es-BO" dirty="0" smtClean="0">
                <a:latin typeface="Tahoma" pitchFamily="34" charset="0"/>
                <a:ea typeface="Tahoma" pitchFamily="34" charset="0"/>
                <a:cs typeface="Tahoma" pitchFamily="34" charset="0"/>
              </a:rPr>
              <a:t>Infecciones, como absceso </a:t>
            </a:r>
            <a:r>
              <a:rPr lang="es-BO" dirty="0" smtClean="0">
                <a:latin typeface="Tahoma" pitchFamily="34" charset="0"/>
                <a:ea typeface="Tahoma" pitchFamily="34" charset="0"/>
                <a:cs typeface="Tahoma" pitchFamily="34" charset="0"/>
              </a:rPr>
              <a:t>cerebral, </a:t>
            </a:r>
            <a:r>
              <a:rPr lang="es-BO" dirty="0" smtClean="0">
                <a:latin typeface="Tahoma" pitchFamily="34" charset="0"/>
                <a:ea typeface="Tahoma" pitchFamily="34" charset="0"/>
                <a:cs typeface="Tahoma" pitchFamily="34" charset="0"/>
              </a:rPr>
              <a:t>encefalitis</a:t>
            </a:r>
          </a:p>
          <a:p>
            <a:endParaRPr lang="es-BO" dirty="0"/>
          </a:p>
        </p:txBody>
      </p:sp>
      <p:sp>
        <p:nvSpPr>
          <p:cNvPr id="4" name="3 Marcador de contenido"/>
          <p:cNvSpPr>
            <a:spLocks noGrp="1"/>
          </p:cNvSpPr>
          <p:nvPr>
            <p:ph sz="quarter" idx="2"/>
          </p:nvPr>
        </p:nvSpPr>
        <p:spPr>
          <a:xfrm>
            <a:off x="4788024" y="2204864"/>
            <a:ext cx="3888432" cy="3967336"/>
          </a:xfrm>
        </p:spPr>
        <p:txBody>
          <a:bodyPr>
            <a:normAutofit fontScale="85000" lnSpcReduction="20000"/>
          </a:bodyPr>
          <a:lstStyle/>
          <a:p>
            <a:pPr>
              <a:lnSpc>
                <a:spcPct val="160000"/>
              </a:lnSpc>
              <a:spcBef>
                <a:spcPts val="0"/>
              </a:spcBef>
            </a:pPr>
            <a:r>
              <a:rPr lang="es-BO" dirty="0" smtClean="0">
                <a:latin typeface="Tahoma" pitchFamily="34" charset="0"/>
                <a:ea typeface="Tahoma" pitchFamily="34" charset="0"/>
                <a:cs typeface="Tahoma" pitchFamily="34" charset="0"/>
              </a:rPr>
              <a:t>Problemas cerebrales congénita)</a:t>
            </a:r>
          </a:p>
          <a:p>
            <a:pPr>
              <a:lnSpc>
                <a:spcPct val="160000"/>
              </a:lnSpc>
              <a:spcBef>
                <a:spcPts val="0"/>
              </a:spcBef>
            </a:pPr>
            <a:r>
              <a:rPr lang="es-BO" dirty="0" smtClean="0">
                <a:latin typeface="Tahoma" pitchFamily="34" charset="0"/>
                <a:ea typeface="Tahoma" pitchFamily="34" charset="0"/>
                <a:cs typeface="Tahoma" pitchFamily="34" charset="0"/>
              </a:rPr>
              <a:t>Tumor cerebral</a:t>
            </a:r>
          </a:p>
          <a:p>
            <a:pPr>
              <a:lnSpc>
                <a:spcPct val="160000"/>
              </a:lnSpc>
              <a:spcBef>
                <a:spcPts val="0"/>
              </a:spcBef>
            </a:pPr>
            <a:r>
              <a:rPr lang="es-BO" dirty="0" smtClean="0">
                <a:latin typeface="Tahoma" pitchFamily="34" charset="0"/>
                <a:ea typeface="Tahoma" pitchFamily="34" charset="0"/>
                <a:cs typeface="Tahoma" pitchFamily="34" charset="0"/>
              </a:rPr>
              <a:t>Vasos sanguíneos anormales en el cerebro</a:t>
            </a:r>
          </a:p>
          <a:p>
            <a:pPr>
              <a:lnSpc>
                <a:spcPct val="160000"/>
              </a:lnSpc>
              <a:spcBef>
                <a:spcPts val="0"/>
              </a:spcBef>
            </a:pPr>
            <a:r>
              <a:rPr lang="es-BO" dirty="0" smtClean="0">
                <a:latin typeface="Tahoma" pitchFamily="34" charset="0"/>
                <a:ea typeface="Tahoma" pitchFamily="34" charset="0"/>
                <a:cs typeface="Tahoma" pitchFamily="34" charset="0"/>
              </a:rPr>
              <a:t>Otra enfermedad que dañe o destruya el tejido cerebral</a:t>
            </a:r>
          </a:p>
          <a:p>
            <a:endParaRPr lang="es-BO" dirty="0"/>
          </a:p>
        </p:txBody>
      </p:sp>
      <p:pic>
        <p:nvPicPr>
          <p:cNvPr id="5" name="4 Imagen" descr="https://encrypted-tbn2.gstatic.com/images?q=tbn:ANd9GcToMiR_oK_3YtMownCxPDnn_99zxk08FkVjrE5TGYumP3JQxdkjPIMVLN9G"/>
          <p:cNvPicPr/>
          <p:nvPr/>
        </p:nvPicPr>
        <p:blipFill>
          <a:blip r:embed="rId2" cstate="print"/>
          <a:srcRect/>
          <a:stretch>
            <a:fillRect/>
          </a:stretch>
        </p:blipFill>
        <p:spPr bwMode="auto">
          <a:xfrm>
            <a:off x="5580112" y="548680"/>
            <a:ext cx="2397125" cy="151216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Rectangle 2"/>
          <p:cNvSpPr>
            <a:spLocks noGrp="1" noChangeArrowheads="1"/>
          </p:cNvSpPr>
          <p:nvPr>
            <p:ph type="title"/>
          </p:nvPr>
        </p:nvSpPr>
        <p:spPr>
          <a:xfrm>
            <a:off x="533400" y="274638"/>
            <a:ext cx="8229600" cy="706090"/>
          </a:xfrm>
        </p:spPr>
        <p:txBody>
          <a:bodyPr/>
          <a:lstStyle/>
          <a:p>
            <a:pPr algn="ctr" eaLnBrk="1" hangingPunct="1"/>
            <a:r>
              <a:rPr lang="es-ES" b="1" dirty="0" smtClean="0">
                <a:latin typeface="Tahoma" pitchFamily="34" charset="0"/>
              </a:rPr>
              <a:t>Tipos de crisis epilépticas</a:t>
            </a:r>
          </a:p>
        </p:txBody>
      </p:sp>
      <p:graphicFrame>
        <p:nvGraphicFramePr>
          <p:cNvPr id="1026" name="Organization Chart 4"/>
          <p:cNvGraphicFramePr>
            <a:graphicFrameLocks/>
          </p:cNvGraphicFramePr>
          <p:nvPr>
            <p:ph idx="1"/>
          </p:nvPr>
        </p:nvGraphicFramePr>
        <p:xfrm>
          <a:off x="1143000" y="1833563"/>
          <a:ext cx="6781800" cy="3729037"/>
        </p:xfrm>
        <a:graphic>
          <a:graphicData uri="http://schemas.openxmlformats.org/drawingml/2006/compatibility">
            <com:legacyDrawing xmlns:com="http://schemas.openxmlformats.org/drawingml/2006/compatibility" spid="_x0000_s1026"/>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533400" y="304800"/>
            <a:ext cx="8229600" cy="675928"/>
          </a:xfrm>
        </p:spPr>
        <p:txBody>
          <a:bodyPr/>
          <a:lstStyle/>
          <a:p>
            <a:pPr eaLnBrk="1" hangingPunct="1"/>
            <a:r>
              <a:rPr lang="es-ES" dirty="0" smtClean="0">
                <a:solidFill>
                  <a:schemeClr val="accent2">
                    <a:lumMod val="75000"/>
                  </a:schemeClr>
                </a:solidFill>
                <a:latin typeface="Tahoma" pitchFamily="34" charset="0"/>
              </a:rPr>
              <a:t>CRISIS FOCALES</a:t>
            </a:r>
          </a:p>
        </p:txBody>
      </p:sp>
      <p:sp>
        <p:nvSpPr>
          <p:cNvPr id="10243" name="Rectangle 3"/>
          <p:cNvSpPr>
            <a:spLocks noGrp="1" noChangeArrowheads="1"/>
          </p:cNvSpPr>
          <p:nvPr>
            <p:ph type="body" idx="1"/>
          </p:nvPr>
        </p:nvSpPr>
        <p:spPr>
          <a:xfrm>
            <a:off x="457200" y="1052736"/>
            <a:ext cx="8229600" cy="5472608"/>
          </a:xfrm>
        </p:spPr>
        <p:txBody>
          <a:bodyPr/>
          <a:lstStyle/>
          <a:p>
            <a:pPr eaLnBrk="1" hangingPunct="1"/>
            <a:r>
              <a:rPr lang="es-ES" sz="2400" b="1" dirty="0" smtClean="0">
                <a:latin typeface="Tahoma" pitchFamily="34" charset="0"/>
              </a:rPr>
              <a:t>¿CÓMO DETECTARLA?</a:t>
            </a:r>
          </a:p>
          <a:p>
            <a:pPr lvl="1" eaLnBrk="1" hangingPunct="1"/>
            <a:r>
              <a:rPr lang="es-ES" dirty="0" smtClean="0">
                <a:latin typeface="Tahoma" pitchFamily="34" charset="0"/>
              </a:rPr>
              <a:t>Mirada perdida</a:t>
            </a:r>
          </a:p>
          <a:p>
            <a:pPr lvl="1" eaLnBrk="1" hangingPunct="1"/>
            <a:r>
              <a:rPr lang="es-ES" dirty="0" smtClean="0">
                <a:latin typeface="Tahoma" pitchFamily="34" charset="0"/>
              </a:rPr>
              <a:t>Caminar sin rumbo</a:t>
            </a:r>
          </a:p>
          <a:p>
            <a:pPr lvl="1" eaLnBrk="1" hangingPunct="1"/>
            <a:r>
              <a:rPr lang="es-ES" dirty="0" smtClean="0">
                <a:latin typeface="Tahoma" pitchFamily="34" charset="0"/>
              </a:rPr>
              <a:t>Masticación: </a:t>
            </a:r>
          </a:p>
          <a:p>
            <a:pPr lvl="1" eaLnBrk="1" hangingPunct="1">
              <a:buFontTx/>
              <a:buNone/>
            </a:pPr>
            <a:r>
              <a:rPr lang="es-ES" dirty="0" smtClean="0">
                <a:latin typeface="Tahoma" pitchFamily="34" charset="0"/>
              </a:rPr>
              <a:t>Automatismos</a:t>
            </a:r>
            <a:endParaRPr lang="es-ES" dirty="0" smtClean="0">
              <a:latin typeface="Tahoma" pitchFamily="34" charset="0"/>
            </a:endParaRPr>
          </a:p>
          <a:p>
            <a:pPr lvl="1" eaLnBrk="1" hangingPunct="1"/>
            <a:r>
              <a:rPr lang="es-ES" dirty="0" smtClean="0">
                <a:latin typeface="Tahoma" pitchFamily="34" charset="0"/>
              </a:rPr>
              <a:t>Temblores</a:t>
            </a:r>
          </a:p>
          <a:p>
            <a:pPr lvl="1" eaLnBrk="1" hangingPunct="1"/>
            <a:r>
              <a:rPr lang="es-ES" dirty="0" smtClean="0">
                <a:latin typeface="Tahoma" pitchFamily="34" charset="0"/>
              </a:rPr>
              <a:t>Movimientos torpes</a:t>
            </a:r>
          </a:p>
          <a:p>
            <a:pPr lvl="1" eaLnBrk="1" hangingPunct="1"/>
            <a:r>
              <a:rPr lang="es-ES" dirty="0" smtClean="0">
                <a:latin typeface="Tahoma" pitchFamily="34" charset="0"/>
              </a:rPr>
              <a:t>Habla confuso</a:t>
            </a:r>
          </a:p>
          <a:p>
            <a:pPr lvl="1" eaLnBrk="1" hangingPunct="1"/>
            <a:endParaRPr lang="es-ES" dirty="0" smtClean="0"/>
          </a:p>
        </p:txBody>
      </p:sp>
      <p:pic>
        <p:nvPicPr>
          <p:cNvPr id="10244" name="Picture 4"/>
          <p:cNvPicPr>
            <a:picLocks noChangeAspect="1" noChangeArrowheads="1"/>
          </p:cNvPicPr>
          <p:nvPr/>
        </p:nvPicPr>
        <p:blipFill>
          <a:blip r:embed="rId2" cstate="print"/>
          <a:srcRect l="19011" t="34375" r="16277" b="22917"/>
          <a:stretch>
            <a:fillRect/>
          </a:stretch>
        </p:blipFill>
        <p:spPr bwMode="auto">
          <a:xfrm>
            <a:off x="4211960" y="1340768"/>
            <a:ext cx="4536504" cy="2880321"/>
          </a:xfrm>
          <a:prstGeom prst="rect">
            <a:avLst/>
          </a:prstGeom>
          <a:noFill/>
          <a:ln w="9525">
            <a:noFill/>
            <a:miter lim="800000"/>
            <a:headEnd/>
            <a:tailEnd/>
          </a:ln>
        </p:spPr>
      </p:pic>
      <p:sp>
        <p:nvSpPr>
          <p:cNvPr id="10245" name="Rectangle 5"/>
          <p:cNvSpPr>
            <a:spLocks noChangeArrowheads="1"/>
          </p:cNvSpPr>
          <p:nvPr/>
        </p:nvSpPr>
        <p:spPr bwMode="auto">
          <a:xfrm>
            <a:off x="539552" y="4221088"/>
            <a:ext cx="7467600" cy="3185487"/>
          </a:xfrm>
          <a:prstGeom prst="rect">
            <a:avLst/>
          </a:prstGeom>
          <a:noFill/>
          <a:ln w="9525">
            <a:noFill/>
            <a:miter lim="800000"/>
            <a:headEnd/>
            <a:tailEnd/>
          </a:ln>
        </p:spPr>
        <p:txBody>
          <a:bodyPr wrap="square">
            <a:spAutoFit/>
          </a:bodyPr>
          <a:lstStyle/>
          <a:p>
            <a:pPr lvl="1">
              <a:lnSpc>
                <a:spcPct val="150000"/>
              </a:lnSpc>
            </a:pPr>
            <a:r>
              <a:rPr lang="es-ES" b="1" dirty="0" smtClean="0">
                <a:latin typeface="Tahoma" pitchFamily="34" charset="0"/>
                <a:ea typeface="Tahoma" pitchFamily="34" charset="0"/>
                <a:cs typeface="Tahoma" pitchFamily="34" charset="0"/>
              </a:rPr>
              <a:t>A </a:t>
            </a:r>
            <a:r>
              <a:rPr lang="es-ES" b="1" dirty="0">
                <a:latin typeface="Tahoma" pitchFamily="34" charset="0"/>
                <a:ea typeface="Tahoma" pitchFamily="34" charset="0"/>
                <a:cs typeface="Tahoma" pitchFamily="34" charset="0"/>
              </a:rPr>
              <a:t>veces, las crisis focales desencadenan en la persona </a:t>
            </a:r>
          </a:p>
          <a:p>
            <a:pPr lvl="1">
              <a:lnSpc>
                <a:spcPct val="150000"/>
              </a:lnSpc>
            </a:pPr>
            <a:r>
              <a:rPr lang="es-ES" b="1" u="sng" dirty="0">
                <a:latin typeface="Tahoma" pitchFamily="34" charset="0"/>
                <a:ea typeface="Tahoma" pitchFamily="34" charset="0"/>
                <a:cs typeface="Tahoma" pitchFamily="34" charset="0"/>
              </a:rPr>
              <a:t>sensaciones (</a:t>
            </a:r>
            <a:r>
              <a:rPr lang="es-ES" b="1" u="sng" dirty="0" smtClean="0">
                <a:latin typeface="Tahoma" pitchFamily="34" charset="0"/>
                <a:ea typeface="Tahoma" pitchFamily="34" charset="0"/>
                <a:cs typeface="Tahoma" pitchFamily="34" charset="0"/>
              </a:rPr>
              <a:t>aura)</a:t>
            </a:r>
            <a:r>
              <a:rPr lang="es-ES" b="1" dirty="0" smtClean="0">
                <a:latin typeface="Tahoma" pitchFamily="34" charset="0"/>
                <a:ea typeface="Tahoma" pitchFamily="34" charset="0"/>
                <a:cs typeface="Tahoma" pitchFamily="34" charset="0"/>
              </a:rPr>
              <a:t>,</a:t>
            </a:r>
            <a:r>
              <a:rPr lang="es-ES" b="1" dirty="0" smtClean="0">
                <a:latin typeface="Tahoma" pitchFamily="34" charset="0"/>
                <a:ea typeface="Tahoma" pitchFamily="34" charset="0"/>
                <a:cs typeface="Tahoma" pitchFamily="34" charset="0"/>
              </a:rPr>
              <a:t> </a:t>
            </a:r>
            <a:r>
              <a:rPr lang="es-ES" b="1" u="sng" dirty="0">
                <a:latin typeface="Tahoma" pitchFamily="34" charset="0"/>
                <a:ea typeface="Tahoma" pitchFamily="34" charset="0"/>
                <a:cs typeface="Tahoma" pitchFamily="34" charset="0"/>
              </a:rPr>
              <a:t>comportamientos</a:t>
            </a:r>
            <a:r>
              <a:rPr lang="es-ES" b="1" dirty="0">
                <a:latin typeface="Tahoma" pitchFamily="34" charset="0"/>
                <a:ea typeface="Tahoma" pitchFamily="34" charset="0"/>
                <a:cs typeface="Tahoma" pitchFamily="34" charset="0"/>
              </a:rPr>
              <a:t> </a:t>
            </a:r>
          </a:p>
          <a:p>
            <a:pPr lvl="1">
              <a:lnSpc>
                <a:spcPct val="150000"/>
              </a:lnSpc>
            </a:pPr>
            <a:r>
              <a:rPr lang="es-ES" b="1" u="sng" dirty="0" smtClean="0">
                <a:latin typeface="Tahoma" pitchFamily="34" charset="0"/>
                <a:ea typeface="Tahoma" pitchFamily="34" charset="0"/>
                <a:cs typeface="Tahoma" pitchFamily="34" charset="0"/>
              </a:rPr>
              <a:t>Extraños ,</a:t>
            </a:r>
            <a:r>
              <a:rPr lang="es-ES" b="1" dirty="0" smtClean="0">
                <a:latin typeface="Tahoma" pitchFamily="34" charset="0"/>
                <a:ea typeface="Tahoma" pitchFamily="34" charset="0"/>
                <a:cs typeface="Tahoma" pitchFamily="34" charset="0"/>
              </a:rPr>
              <a:t>ejemplo</a:t>
            </a:r>
            <a:r>
              <a:rPr lang="es-ES" b="1" dirty="0" smtClean="0">
                <a:latin typeface="Tahoma" pitchFamily="34" charset="0"/>
                <a:ea typeface="Tahoma" pitchFamily="34" charset="0"/>
                <a:cs typeface="Tahoma" pitchFamily="34" charset="0"/>
              </a:rPr>
              <a:t> </a:t>
            </a:r>
            <a:r>
              <a:rPr lang="es-ES" b="1" dirty="0">
                <a:latin typeface="Tahoma" pitchFamily="34" charset="0"/>
                <a:ea typeface="Tahoma" pitchFamily="34" charset="0"/>
                <a:cs typeface="Tahoma" pitchFamily="34" charset="0"/>
              </a:rPr>
              <a:t>como abrochar y </a:t>
            </a:r>
            <a:r>
              <a:rPr lang="es-ES" b="1" dirty="0" smtClean="0">
                <a:latin typeface="Tahoma" pitchFamily="34" charset="0"/>
                <a:ea typeface="Tahoma" pitchFamily="34" charset="0"/>
                <a:cs typeface="Tahoma" pitchFamily="34" charset="0"/>
              </a:rPr>
              <a:t>desabrochar </a:t>
            </a:r>
            <a:r>
              <a:rPr lang="es-ES" b="1" dirty="0">
                <a:latin typeface="Tahoma" pitchFamily="34" charset="0"/>
                <a:ea typeface="Tahoma" pitchFamily="34" charset="0"/>
                <a:cs typeface="Tahoma" pitchFamily="34" charset="0"/>
              </a:rPr>
              <a:t>la ropa, y luego el sujeto no recuerda </a:t>
            </a:r>
            <a:r>
              <a:rPr lang="es-ES" b="1" dirty="0" smtClean="0">
                <a:latin typeface="Tahoma" pitchFamily="34" charset="0"/>
                <a:ea typeface="Tahoma" pitchFamily="34" charset="0"/>
                <a:cs typeface="Tahoma" pitchFamily="34" charset="0"/>
              </a:rPr>
              <a:t>nada</a:t>
            </a:r>
          </a:p>
          <a:p>
            <a:pPr lvl="1">
              <a:lnSpc>
                <a:spcPct val="150000"/>
              </a:lnSpc>
            </a:pPr>
            <a:r>
              <a:rPr lang="es-ES" b="1" dirty="0" smtClean="0">
                <a:latin typeface="Tahoma" pitchFamily="34" charset="0"/>
                <a:ea typeface="Tahoma" pitchFamily="34" charset="0"/>
                <a:cs typeface="Tahoma" pitchFamily="34" charset="0"/>
              </a:rPr>
              <a:t>Pueden acompañarse o no de pérdida del conocimiento</a:t>
            </a:r>
          </a:p>
          <a:p>
            <a:pPr lvl="1">
              <a:lnSpc>
                <a:spcPct val="150000"/>
              </a:lnSpc>
            </a:pPr>
            <a:endParaRPr lang="es-ES" sz="2000" dirty="0"/>
          </a:p>
          <a:p>
            <a:pPr lvl="2"/>
            <a:endParaRPr lang="es-ES" dirty="0"/>
          </a:p>
          <a:p>
            <a:pPr lvl="1">
              <a:lnSpc>
                <a:spcPct val="80000"/>
              </a:lnSpc>
              <a:spcBef>
                <a:spcPct val="20000"/>
              </a:spcBef>
            </a:pPr>
            <a:endParaRPr lang="es-ES" dirty="0">
              <a:latin typeface="Tahoma"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533400" y="274638"/>
            <a:ext cx="8229600" cy="850106"/>
          </a:xfrm>
        </p:spPr>
        <p:txBody>
          <a:bodyPr/>
          <a:lstStyle/>
          <a:p>
            <a:pPr eaLnBrk="1" hangingPunct="1"/>
            <a:r>
              <a:rPr lang="es-ES" dirty="0" smtClean="0">
                <a:solidFill>
                  <a:schemeClr val="accent2">
                    <a:lumMod val="75000"/>
                  </a:schemeClr>
                </a:solidFill>
                <a:latin typeface="Tahoma" pitchFamily="34" charset="0"/>
              </a:rPr>
              <a:t>CRISIS GENERALIZADAS</a:t>
            </a:r>
          </a:p>
        </p:txBody>
      </p:sp>
      <p:sp>
        <p:nvSpPr>
          <p:cNvPr id="11267" name="Rectangle 3"/>
          <p:cNvSpPr>
            <a:spLocks noGrp="1" noChangeArrowheads="1"/>
          </p:cNvSpPr>
          <p:nvPr>
            <p:ph type="body" sz="half" idx="2"/>
          </p:nvPr>
        </p:nvSpPr>
        <p:spPr>
          <a:xfrm>
            <a:off x="457200" y="2971800"/>
            <a:ext cx="8229600" cy="3276600"/>
          </a:xfrm>
        </p:spPr>
        <p:txBody>
          <a:bodyPr/>
          <a:lstStyle/>
          <a:p>
            <a:pPr eaLnBrk="1" hangingPunct="1"/>
            <a:r>
              <a:rPr lang="es-ES" sz="2000" b="1" smtClean="0">
                <a:latin typeface="Tahoma" pitchFamily="34" charset="0"/>
              </a:rPr>
              <a:t>CARACTERÍSTICAS:</a:t>
            </a:r>
          </a:p>
          <a:p>
            <a:pPr eaLnBrk="1" hangingPunct="1">
              <a:buFontTx/>
              <a:buNone/>
            </a:pPr>
            <a:endParaRPr lang="es-ES" sz="2000" b="1" smtClean="0">
              <a:latin typeface="Tahoma" pitchFamily="34" charset="0"/>
            </a:endParaRPr>
          </a:p>
          <a:p>
            <a:pPr lvl="1" eaLnBrk="1" hangingPunct="1"/>
            <a:r>
              <a:rPr lang="es-ES" sz="2400" smtClean="0">
                <a:latin typeface="Tahoma" pitchFamily="34" charset="0"/>
              </a:rPr>
              <a:t>Empiezan simultáneamente en </a:t>
            </a:r>
            <a:r>
              <a:rPr lang="es-ES" sz="2400" u="sng" smtClean="0">
                <a:latin typeface="Tahoma" pitchFamily="34" charset="0"/>
              </a:rPr>
              <a:t>todo el cerebro</a:t>
            </a:r>
          </a:p>
          <a:p>
            <a:pPr lvl="1" eaLnBrk="1" hangingPunct="1"/>
            <a:r>
              <a:rPr lang="es-ES" sz="2400" smtClean="0">
                <a:latin typeface="Tahoma" pitchFamily="34" charset="0"/>
              </a:rPr>
              <a:t>Conllevan </a:t>
            </a:r>
            <a:r>
              <a:rPr lang="es-ES" sz="2400" u="sng" smtClean="0">
                <a:latin typeface="Tahoma" pitchFamily="34" charset="0"/>
              </a:rPr>
              <a:t>pérdida del conocimiento siempre.</a:t>
            </a:r>
          </a:p>
          <a:p>
            <a:pPr lvl="1" eaLnBrk="1" hangingPunct="1"/>
            <a:r>
              <a:rPr lang="es-ES" sz="2400" smtClean="0">
                <a:latin typeface="Tahoma" pitchFamily="34" charset="0"/>
              </a:rPr>
              <a:t>Se manifiestan con diversos tipos de crisis: petit mal, grand mal (tónico-clónicas</a:t>
            </a:r>
            <a:r>
              <a:rPr lang="es-ES" smtClean="0">
                <a:latin typeface="Tahoma" pitchFamily="34" charset="0"/>
              </a:rPr>
              <a:t>).</a:t>
            </a:r>
          </a:p>
          <a:p>
            <a:pPr lvl="1" eaLnBrk="1" hangingPunct="1"/>
            <a:endParaRPr lang="es-ES" smtClean="0">
              <a:latin typeface="Tahoma" pitchFamily="34" charset="0"/>
            </a:endParaRPr>
          </a:p>
          <a:p>
            <a:pPr eaLnBrk="1" hangingPunct="1"/>
            <a:endParaRPr lang="es-ES" sz="2000" smtClean="0">
              <a:latin typeface="Tahoma" pitchFamily="34" charset="0"/>
            </a:endParaRPr>
          </a:p>
          <a:p>
            <a:pPr eaLnBrk="1" hangingPunct="1"/>
            <a:endParaRPr lang="es-ES" sz="2000" smtClean="0">
              <a:latin typeface="Tahoma" pitchFamily="34" charset="0"/>
            </a:endParaRPr>
          </a:p>
          <a:p>
            <a:pPr eaLnBrk="1" hangingPunct="1"/>
            <a:endParaRPr lang="es-ES" smtClean="0">
              <a:latin typeface="Tahoma" pitchFamily="34" charset="0"/>
            </a:endParaRPr>
          </a:p>
          <a:p>
            <a:pPr lvl="1" algn="just" eaLnBrk="1" hangingPunct="1">
              <a:buFontTx/>
              <a:buNone/>
            </a:pPr>
            <a:endParaRPr lang="es-ES" smtClean="0">
              <a:latin typeface="Tahoma" pitchFamily="34" charset="0"/>
            </a:endParaRPr>
          </a:p>
        </p:txBody>
      </p:sp>
      <p:pic>
        <p:nvPicPr>
          <p:cNvPr id="11268" name="Picture 5"/>
          <p:cNvPicPr>
            <a:picLocks noGrp="1" noChangeAspect="1" noChangeArrowheads="1"/>
          </p:cNvPicPr>
          <p:nvPr>
            <p:ph sz="half" idx="1"/>
          </p:nvPr>
        </p:nvPicPr>
        <p:blipFill>
          <a:blip r:embed="rId2" cstate="print"/>
          <a:srcRect/>
          <a:stretch>
            <a:fillRect/>
          </a:stretch>
        </p:blipFill>
        <p:spPr>
          <a:xfrm>
            <a:off x="4932040" y="1052736"/>
            <a:ext cx="3124200" cy="2514600"/>
          </a:xfr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274638"/>
            <a:ext cx="7467600" cy="778098"/>
          </a:xfrm>
        </p:spPr>
        <p:txBody>
          <a:bodyPr/>
          <a:lstStyle/>
          <a:p>
            <a:pPr eaLnBrk="1" hangingPunct="1"/>
            <a:r>
              <a:rPr lang="es-ES" dirty="0" smtClean="0">
                <a:solidFill>
                  <a:schemeClr val="accent2">
                    <a:lumMod val="75000"/>
                  </a:schemeClr>
                </a:solidFill>
                <a:latin typeface="Tahoma" pitchFamily="34" charset="0"/>
              </a:rPr>
              <a:t>CRISIS GENERALIZADAS</a:t>
            </a:r>
          </a:p>
        </p:txBody>
      </p:sp>
      <p:sp>
        <p:nvSpPr>
          <p:cNvPr id="12291" name="Rectangle 3"/>
          <p:cNvSpPr>
            <a:spLocks noGrp="1" noChangeArrowheads="1"/>
          </p:cNvSpPr>
          <p:nvPr>
            <p:ph type="body" idx="1"/>
          </p:nvPr>
        </p:nvSpPr>
        <p:spPr>
          <a:xfrm>
            <a:off x="457200" y="1196752"/>
            <a:ext cx="7467600" cy="5277200"/>
          </a:xfrm>
        </p:spPr>
        <p:txBody>
          <a:bodyPr/>
          <a:lstStyle/>
          <a:p>
            <a:pPr lvl="1" eaLnBrk="1" hangingPunct="1">
              <a:buNone/>
            </a:pPr>
            <a:r>
              <a:rPr lang="es-ES" b="1" dirty="0" smtClean="0">
                <a:latin typeface="Tahoma" pitchFamily="34" charset="0"/>
              </a:rPr>
              <a:t>Pérdida </a:t>
            </a:r>
            <a:r>
              <a:rPr lang="es-ES" b="1" dirty="0" smtClean="0">
                <a:latin typeface="Tahoma" pitchFamily="34" charset="0"/>
              </a:rPr>
              <a:t>de conocimiento</a:t>
            </a:r>
            <a:r>
              <a:rPr lang="es-ES" dirty="0" smtClean="0">
                <a:latin typeface="Tahoma" pitchFamily="34" charset="0"/>
              </a:rPr>
              <a:t>: puede ir, desde una pequeña crisis </a:t>
            </a:r>
            <a:r>
              <a:rPr lang="es-ES" dirty="0" smtClean="0">
                <a:latin typeface="Tahoma" pitchFamily="34" charset="0"/>
              </a:rPr>
              <a:t>a</a:t>
            </a:r>
            <a:r>
              <a:rPr lang="es-ES" dirty="0" smtClean="0">
                <a:latin typeface="Tahoma" pitchFamily="34" charset="0"/>
              </a:rPr>
              <a:t> </a:t>
            </a:r>
            <a:r>
              <a:rPr lang="es-ES" dirty="0" smtClean="0">
                <a:latin typeface="Tahoma" pitchFamily="34" charset="0"/>
              </a:rPr>
              <a:t>mayor </a:t>
            </a:r>
            <a:r>
              <a:rPr lang="es-ES" dirty="0" smtClean="0">
                <a:latin typeface="Tahoma" pitchFamily="34" charset="0"/>
              </a:rPr>
              <a:t>duración.</a:t>
            </a:r>
            <a:endParaRPr lang="es-ES" dirty="0" smtClean="0">
              <a:latin typeface="Tahoma" pitchFamily="34" charset="0"/>
            </a:endParaRPr>
          </a:p>
          <a:p>
            <a:pPr lvl="1" eaLnBrk="1" hangingPunct="1"/>
            <a:r>
              <a:rPr lang="es-ES" b="1" dirty="0" smtClean="0">
                <a:latin typeface="Tahoma" pitchFamily="34" charset="0"/>
              </a:rPr>
              <a:t>Contracción o relajación de los músculos</a:t>
            </a:r>
            <a:r>
              <a:rPr lang="es-ES" dirty="0" smtClean="0">
                <a:latin typeface="Tahoma" pitchFamily="34" charset="0"/>
              </a:rPr>
              <a:t>.</a:t>
            </a:r>
          </a:p>
          <a:p>
            <a:pPr lvl="1" eaLnBrk="1" hangingPunct="1"/>
            <a:r>
              <a:rPr lang="es-ES" b="1" dirty="0" smtClean="0">
                <a:latin typeface="Tahoma" pitchFamily="34" charset="0"/>
              </a:rPr>
              <a:t>Convulsiones</a:t>
            </a:r>
            <a:r>
              <a:rPr lang="es-ES" dirty="0" smtClean="0">
                <a:latin typeface="Tahoma" pitchFamily="34" charset="0"/>
              </a:rPr>
              <a:t>,  en caso de crisis generalizadas </a:t>
            </a:r>
            <a:r>
              <a:rPr lang="es-ES" dirty="0" smtClean="0">
                <a:latin typeface="Tahoma" pitchFamily="34" charset="0"/>
              </a:rPr>
              <a:t>tónico-clónicas.</a:t>
            </a:r>
          </a:p>
          <a:p>
            <a:pPr lvl="1" eaLnBrk="1" hangingPunct="1"/>
            <a:r>
              <a:rPr lang="es-ES" b="1" dirty="0" smtClean="0">
                <a:latin typeface="Tahoma" pitchFamily="34" charset="0"/>
                <a:ea typeface="Tahoma" pitchFamily="34" charset="0"/>
                <a:cs typeface="Tahoma" pitchFamily="34" charset="0"/>
              </a:rPr>
              <a:t>Mordedura </a:t>
            </a:r>
            <a:r>
              <a:rPr lang="es-ES" b="1" dirty="0" smtClean="0">
                <a:latin typeface="Tahoma" pitchFamily="34" charset="0"/>
                <a:ea typeface="Tahoma" pitchFamily="34" charset="0"/>
                <a:cs typeface="Tahoma" pitchFamily="34" charset="0"/>
              </a:rPr>
              <a:t>de la lengua que puede </a:t>
            </a:r>
            <a:r>
              <a:rPr lang="es-ES" b="1" dirty="0" smtClean="0">
                <a:latin typeface="Tahoma" pitchFamily="34" charset="0"/>
                <a:ea typeface="Tahoma" pitchFamily="34" charset="0"/>
                <a:cs typeface="Tahoma" pitchFamily="34" charset="0"/>
              </a:rPr>
              <a:t>sangrar.</a:t>
            </a:r>
          </a:p>
          <a:p>
            <a:pPr lvl="1" eaLnBrk="1" hangingPunct="1"/>
            <a:r>
              <a:rPr lang="es-ES" b="1" dirty="0" smtClean="0">
                <a:latin typeface="Tahoma" pitchFamily="34" charset="0"/>
                <a:ea typeface="Tahoma" pitchFamily="34" charset="0"/>
                <a:cs typeface="Tahoma" pitchFamily="34" charset="0"/>
              </a:rPr>
              <a:t>Puede </a:t>
            </a:r>
            <a:r>
              <a:rPr lang="es-ES" b="1" dirty="0" smtClean="0">
                <a:latin typeface="Tahoma" pitchFamily="34" charset="0"/>
                <a:ea typeface="Tahoma" pitchFamily="34" charset="0"/>
                <a:cs typeface="Tahoma" pitchFamily="34" charset="0"/>
              </a:rPr>
              <a:t>haber incontinencia de orina y heces.</a:t>
            </a:r>
          </a:p>
          <a:p>
            <a:pPr lvl="1" eaLnBrk="1" hangingPunct="1"/>
            <a:endParaRPr lang="es-ES" dirty="0" smtClean="0">
              <a:latin typeface="Tahoma" pitchFamily="34" charset="0"/>
            </a:endParaRPr>
          </a:p>
          <a:p>
            <a:pPr lvl="1" eaLnBrk="1" hangingPunct="1">
              <a:buFontTx/>
              <a:buNone/>
            </a:pPr>
            <a:endParaRPr lang="es-ES" dirty="0" smtClean="0"/>
          </a:p>
        </p:txBody>
      </p:sp>
      <p:pic>
        <p:nvPicPr>
          <p:cNvPr id="12292" name="Picture 6"/>
          <p:cNvPicPr>
            <a:picLocks noChangeAspect="1" noChangeArrowheads="1"/>
          </p:cNvPicPr>
          <p:nvPr/>
        </p:nvPicPr>
        <p:blipFill>
          <a:blip r:embed="rId2" cstate="print"/>
          <a:srcRect l="21875" t="34375" r="13281" b="42709"/>
          <a:stretch>
            <a:fillRect/>
          </a:stretch>
        </p:blipFill>
        <p:spPr bwMode="auto">
          <a:xfrm>
            <a:off x="827584" y="3861048"/>
            <a:ext cx="6324600" cy="220263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533400" y="476672"/>
            <a:ext cx="8229600" cy="1152128"/>
          </a:xfrm>
        </p:spPr>
        <p:txBody>
          <a:bodyPr>
            <a:normAutofit fontScale="90000"/>
          </a:bodyPr>
          <a:lstStyle/>
          <a:p>
            <a:r>
              <a:rPr lang="es-ES" b="1" dirty="0" smtClean="0">
                <a:solidFill>
                  <a:schemeClr val="accent2">
                    <a:lumMod val="75000"/>
                  </a:schemeClr>
                </a:solidFill>
                <a:latin typeface="Tahoma" pitchFamily="34" charset="0"/>
                <a:ea typeface="Tahoma" pitchFamily="34" charset="0"/>
                <a:cs typeface="Tahoma" pitchFamily="34" charset="0"/>
              </a:rPr>
              <a:t>CRISIS GENERALIZADAS </a:t>
            </a:r>
            <a:r>
              <a:rPr lang="es-ES" b="1" dirty="0" smtClean="0">
                <a:solidFill>
                  <a:schemeClr val="accent2">
                    <a:lumMod val="75000"/>
                  </a:schemeClr>
                </a:solidFill>
                <a:latin typeface="Tahoma" pitchFamily="34" charset="0"/>
                <a:ea typeface="Tahoma" pitchFamily="34" charset="0"/>
                <a:cs typeface="Tahoma" pitchFamily="34" charset="0"/>
              </a:rPr>
              <a:t>TÓNICO-CLÓNICAS</a:t>
            </a:r>
            <a:r>
              <a:rPr lang="es-ES" dirty="0" smtClean="0">
                <a:solidFill>
                  <a:schemeClr val="accent2">
                    <a:lumMod val="75000"/>
                  </a:schemeClr>
                </a:solidFill>
                <a:latin typeface="Tahoma" pitchFamily="34" charset="0"/>
                <a:ea typeface="Tahoma" pitchFamily="34" charset="0"/>
                <a:cs typeface="Tahoma" pitchFamily="34" charset="0"/>
              </a:rPr>
              <a:t>   </a:t>
            </a:r>
            <a:r>
              <a:rPr lang="es-ES" sz="1600" b="1" u="sng" dirty="0" smtClean="0"/>
              <a:t>CARACTERÍSTICAS </a:t>
            </a:r>
            <a:r>
              <a:rPr lang="es-ES" sz="1600" b="1" u="sng" dirty="0" smtClean="0"/>
              <a:t>DEL ATAQUE</a:t>
            </a:r>
            <a:r>
              <a:rPr lang="es-ES" sz="3200" b="1" u="sng" dirty="0" smtClean="0"/>
              <a:t/>
            </a:r>
            <a:br>
              <a:rPr lang="es-ES" sz="3200" b="1" u="sng" dirty="0" smtClean="0"/>
            </a:br>
            <a:endParaRPr lang="es-ES" dirty="0" smtClean="0">
              <a:solidFill>
                <a:schemeClr val="accent2">
                  <a:lumMod val="75000"/>
                </a:schemeClr>
              </a:solidFill>
            </a:endParaRPr>
          </a:p>
        </p:txBody>
      </p:sp>
      <p:pic>
        <p:nvPicPr>
          <p:cNvPr id="13316" name="Picture 9" descr="image004"/>
          <p:cNvPicPr>
            <a:picLocks noGrp="1" noChangeAspect="1" noChangeArrowheads="1"/>
          </p:cNvPicPr>
          <p:nvPr>
            <p:ph type="clipArt" sz="half" idx="1"/>
          </p:nvPr>
        </p:nvPicPr>
        <p:blipFill>
          <a:blip r:embed="rId2" cstate="print"/>
          <a:srcRect/>
          <a:stretch>
            <a:fillRect/>
          </a:stretch>
        </p:blipFill>
        <p:spPr>
          <a:xfrm>
            <a:off x="685800" y="2057400"/>
            <a:ext cx="2662064" cy="3429000"/>
          </a:xfrm>
        </p:spPr>
      </p:pic>
      <p:sp>
        <p:nvSpPr>
          <p:cNvPr id="5" name="4 Marcador de texto"/>
          <p:cNvSpPr>
            <a:spLocks noGrp="1"/>
          </p:cNvSpPr>
          <p:nvPr>
            <p:ph type="body" sz="half" idx="2"/>
          </p:nvPr>
        </p:nvSpPr>
        <p:spPr>
          <a:xfrm>
            <a:off x="3635896" y="1600200"/>
            <a:ext cx="5050904" cy="4525963"/>
          </a:xfrm>
        </p:spPr>
        <p:txBody>
          <a:bodyPr/>
          <a:lstStyle/>
          <a:p>
            <a:pPr>
              <a:buNone/>
            </a:pPr>
            <a:endParaRPr lang="es-BO" dirty="0"/>
          </a:p>
        </p:txBody>
      </p:sp>
      <p:pic>
        <p:nvPicPr>
          <p:cNvPr id="6" name="7 Marcador de contenido" descr="http://htmlimg4.scribdassets.com/8fpf2qcvr4owlwv/images/7-5aeb7ffb92.jpg"/>
          <p:cNvPicPr>
            <a:picLocks noGrp="1"/>
          </p:cNvPicPr>
          <p:nvPr>
            <p:ph sz="half" idx="1"/>
          </p:nvPr>
        </p:nvPicPr>
        <p:blipFill>
          <a:blip r:embed="rId3" cstate="print"/>
          <a:srcRect/>
          <a:stretch>
            <a:fillRect/>
          </a:stretch>
        </p:blipFill>
        <p:spPr bwMode="auto">
          <a:xfrm>
            <a:off x="3275856" y="1412776"/>
            <a:ext cx="5472608" cy="46085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457200" y="332656"/>
            <a:ext cx="8147248" cy="6141296"/>
          </a:xfrm>
        </p:spPr>
        <p:txBody>
          <a:bodyPr>
            <a:normAutofit/>
          </a:bodyPr>
          <a:lstStyle/>
          <a:p>
            <a:r>
              <a:rPr lang="es-BO" b="1" dirty="0" smtClean="0"/>
              <a:t>PRUEBAS  DE DIGNOSTICO</a:t>
            </a:r>
          </a:p>
          <a:p>
            <a:r>
              <a:rPr lang="es-BO" dirty="0" smtClean="0"/>
              <a:t>Hay tres métodos principales de diagnóstico de la epilepsia:</a:t>
            </a:r>
          </a:p>
          <a:p>
            <a:r>
              <a:rPr lang="es-BO" b="1" dirty="0" smtClean="0"/>
              <a:t>Historia clínica </a:t>
            </a:r>
            <a:r>
              <a:rPr lang="es-BO" dirty="0" smtClean="0"/>
              <a:t> obtener </a:t>
            </a:r>
            <a:r>
              <a:rPr lang="es-BO" dirty="0" smtClean="0"/>
              <a:t>la información </a:t>
            </a:r>
          </a:p>
          <a:p>
            <a:r>
              <a:rPr lang="es-BO" b="1" dirty="0" smtClean="0"/>
              <a:t>Electroencefalograma</a:t>
            </a:r>
            <a:r>
              <a:rPr lang="es-BO" dirty="0" smtClean="0"/>
              <a:t> . Se hace con una máquina que proporciona, dibujando unas líneas ondulantes, las señales eléctricas que llegan desde las células del cerebro.</a:t>
            </a:r>
            <a:br>
              <a:rPr lang="es-BO" dirty="0" smtClean="0"/>
            </a:br>
            <a:endParaRPr lang="es-BO" dirty="0" smtClean="0"/>
          </a:p>
          <a:p>
            <a:r>
              <a:rPr lang="es-BO" b="1" dirty="0" smtClean="0"/>
              <a:t>Tomografía </a:t>
            </a:r>
            <a:r>
              <a:rPr lang="es-BO" b="1" dirty="0" smtClean="0"/>
              <a:t>computarizada. </a:t>
            </a:r>
            <a:r>
              <a:rPr lang="es-BO" dirty="0" smtClean="0"/>
              <a:t>Consiste en otra máquina que hace una serie de fotografías de los diferentes niveles del cerebro, con las que se puede ver si existe en él algún bulto, cicatriz, marca o cualquier otra condición que pueda estar causando los ataques. </a:t>
            </a:r>
          </a:p>
          <a:p>
            <a:endParaRPr lang="es-BO" dirty="0"/>
          </a:p>
        </p:txBody>
      </p:sp>
      <p:pic>
        <p:nvPicPr>
          <p:cNvPr id="4" name="3 Imagen" descr="https://encrypted-tbn2.gstatic.com/images?q=tbn:ANd9GcSXetOiY74GeRO0llG1UOWdf1RFZbPj_pcvhYBRplzwt56XXsD3">
            <a:hlinkClick r:id="rId2"/>
          </p:cNvPr>
          <p:cNvPicPr/>
          <p:nvPr/>
        </p:nvPicPr>
        <p:blipFill>
          <a:blip r:embed="rId3" cstate="print"/>
          <a:srcRect/>
          <a:stretch>
            <a:fillRect/>
          </a:stretch>
        </p:blipFill>
        <p:spPr bwMode="auto">
          <a:xfrm>
            <a:off x="6507480" y="0"/>
            <a:ext cx="2636520" cy="173101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457200" y="620688"/>
            <a:ext cx="7467600" cy="5853264"/>
          </a:xfrm>
        </p:spPr>
        <p:txBody>
          <a:bodyPr>
            <a:normAutofit/>
          </a:bodyPr>
          <a:lstStyle/>
          <a:p>
            <a:r>
              <a:rPr lang="es-BO" b="1" dirty="0" smtClean="0">
                <a:solidFill>
                  <a:schemeClr val="accent2">
                    <a:lumMod val="75000"/>
                  </a:schemeClr>
                </a:solidFill>
              </a:rPr>
              <a:t>TRATAMIENTO</a:t>
            </a:r>
          </a:p>
          <a:p>
            <a:r>
              <a:rPr lang="es-BO" b="1" dirty="0" smtClean="0">
                <a:solidFill>
                  <a:schemeClr val="accent2">
                    <a:lumMod val="75000"/>
                  </a:schemeClr>
                </a:solidFill>
              </a:rPr>
              <a:t>¿CÓMO ACTÚA LA MEDICACIÓN?</a:t>
            </a:r>
            <a:endParaRPr lang="es-BO" dirty="0" smtClean="0">
              <a:solidFill>
                <a:schemeClr val="accent2">
                  <a:lumMod val="75000"/>
                </a:schemeClr>
              </a:solidFill>
            </a:endParaRPr>
          </a:p>
          <a:p>
            <a:r>
              <a:rPr lang="es-BO" dirty="0" smtClean="0"/>
              <a:t>Los fármacos </a:t>
            </a:r>
            <a:r>
              <a:rPr lang="es-BO" dirty="0" smtClean="0"/>
              <a:t>tienen </a:t>
            </a:r>
            <a:r>
              <a:rPr lang="es-BO" dirty="0" smtClean="0"/>
              <a:t>por objeto </a:t>
            </a:r>
            <a:r>
              <a:rPr lang="es-BO" b="1" dirty="0" smtClean="0"/>
              <a:t>atenuar las descargas eléctricas anormales</a:t>
            </a:r>
            <a:r>
              <a:rPr lang="es-BO" dirty="0" smtClean="0"/>
              <a:t> que se producen en las neuronas.</a:t>
            </a:r>
          </a:p>
          <a:p>
            <a:r>
              <a:rPr lang="es-BO" dirty="0" smtClean="0"/>
              <a:t> Los mecanismos para conseguir esto interfieren el paso de los iones a través de las membranas de las neuronas </a:t>
            </a:r>
            <a:r>
              <a:rPr lang="es-BO" dirty="0" smtClean="0"/>
              <a:t>inhiben </a:t>
            </a:r>
            <a:r>
              <a:rPr lang="es-BO" dirty="0" smtClean="0"/>
              <a:t>la excitación de las mismas.</a:t>
            </a:r>
          </a:p>
          <a:p>
            <a:r>
              <a:rPr lang="es-BO" b="1" dirty="0" smtClean="0"/>
              <a:t>Cirugía</a:t>
            </a:r>
            <a:r>
              <a:rPr lang="es-BO" dirty="0" smtClean="0"/>
              <a:t>.es </a:t>
            </a:r>
            <a:r>
              <a:rPr lang="es-BO" dirty="0" smtClean="0"/>
              <a:t>otra alternativa de tratamiento, pero sólo se escoge tras realizar al paciente un detallado análisis. El objetivo de la operación es quitar la parte de tejido cerebral que esté dañada para que los ataques no se sigan produciendo. </a:t>
            </a:r>
            <a:endParaRPr lang="es-BO"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457200" y="404664"/>
            <a:ext cx="8219256" cy="6069288"/>
          </a:xfrm>
        </p:spPr>
        <p:txBody>
          <a:bodyPr>
            <a:normAutofit fontScale="92500" lnSpcReduction="10000"/>
          </a:bodyPr>
          <a:lstStyle/>
          <a:p>
            <a:pPr>
              <a:buNone/>
            </a:pPr>
            <a:r>
              <a:rPr lang="es-BO" b="1" i="1" dirty="0" smtClean="0"/>
              <a:t>FENOBARBITAL </a:t>
            </a:r>
            <a:endParaRPr lang="es-BO" b="1" i="1" dirty="0" smtClean="0"/>
          </a:p>
          <a:p>
            <a:pPr>
              <a:buNone/>
            </a:pPr>
            <a:r>
              <a:rPr lang="es-BO" b="1" dirty="0" smtClean="0"/>
              <a:t>Clasificación</a:t>
            </a:r>
            <a:endParaRPr lang="es-BO" b="1" dirty="0" smtClean="0"/>
          </a:p>
          <a:p>
            <a:r>
              <a:rPr lang="es-BO" dirty="0" smtClean="0"/>
              <a:t>Anticonvulsivo de tipo barbitúrico Sedante - Hipnótico.</a:t>
            </a:r>
          </a:p>
          <a:p>
            <a:r>
              <a:rPr lang="es-BO" b="1" i="1" dirty="0" err="1" smtClean="0"/>
              <a:t>presentcion</a:t>
            </a:r>
            <a:endParaRPr lang="es-BO" b="1" i="1" dirty="0" smtClean="0"/>
          </a:p>
          <a:p>
            <a:r>
              <a:rPr lang="es-BO" dirty="0" smtClean="0"/>
              <a:t>• Tabletas 100 </a:t>
            </a:r>
            <a:r>
              <a:rPr lang="es-BO" dirty="0" err="1" smtClean="0"/>
              <a:t>mgTabletas</a:t>
            </a:r>
            <a:r>
              <a:rPr lang="es-BO" dirty="0" smtClean="0"/>
              <a:t> </a:t>
            </a:r>
            <a:r>
              <a:rPr lang="es-BO" dirty="0" smtClean="0"/>
              <a:t>25 </a:t>
            </a:r>
            <a:r>
              <a:rPr lang="es-BO" dirty="0" smtClean="0"/>
              <a:t>mg Solución </a:t>
            </a:r>
            <a:r>
              <a:rPr lang="es-BO" dirty="0" smtClean="0"/>
              <a:t>inyectable </a:t>
            </a:r>
            <a:r>
              <a:rPr lang="es-BO" sz="1800" dirty="0" smtClean="0"/>
              <a:t>50 mg/ml</a:t>
            </a:r>
          </a:p>
          <a:p>
            <a:r>
              <a:rPr lang="es-BO" b="1" i="1" dirty="0" smtClean="0"/>
              <a:t>3.- </a:t>
            </a:r>
            <a:r>
              <a:rPr lang="es-BO" b="1" i="1" dirty="0" smtClean="0"/>
              <a:t>Indicaciones:</a:t>
            </a:r>
            <a:endParaRPr lang="es-BO" b="1" i="1" dirty="0" smtClean="0"/>
          </a:p>
          <a:p>
            <a:r>
              <a:rPr lang="es-BO" dirty="0" smtClean="0"/>
              <a:t>• Estados </a:t>
            </a:r>
            <a:r>
              <a:rPr lang="es-BO" dirty="0" err="1" smtClean="0"/>
              <a:t>convulsivos:Epilepsia</a:t>
            </a:r>
            <a:r>
              <a:rPr lang="es-BO" dirty="0" smtClean="0"/>
              <a:t> </a:t>
            </a:r>
            <a:r>
              <a:rPr lang="es-BO" dirty="0" smtClean="0"/>
              <a:t>(convulsiones tónico-clónicas</a:t>
            </a:r>
            <a:r>
              <a:rPr lang="es-BO" dirty="0" smtClean="0"/>
              <a:t>) </a:t>
            </a:r>
            <a:r>
              <a:rPr lang="es-BO" dirty="0" smtClean="0"/>
              <a:t>Manejo de emergencia de convulsiones agudas</a:t>
            </a:r>
          </a:p>
          <a:p>
            <a:pPr>
              <a:buNone/>
            </a:pPr>
            <a:r>
              <a:rPr lang="es-BO" b="1" i="1" dirty="0" smtClean="0"/>
              <a:t>DIAZEPAN</a:t>
            </a:r>
          </a:p>
          <a:p>
            <a:pPr>
              <a:buNone/>
            </a:pPr>
            <a:r>
              <a:rPr lang="es-BO" i="1" dirty="0" smtClean="0"/>
              <a:t>Sedante </a:t>
            </a:r>
            <a:r>
              <a:rPr lang="es-BO" i="1" dirty="0" err="1" smtClean="0"/>
              <a:t>hipnotoco</a:t>
            </a:r>
            <a:r>
              <a:rPr lang="es-BO" i="1" dirty="0" smtClean="0"/>
              <a:t> y </a:t>
            </a:r>
            <a:r>
              <a:rPr lang="es-BO" i="1" dirty="0" err="1" smtClean="0"/>
              <a:t>nasiolitico</a:t>
            </a:r>
            <a:r>
              <a:rPr lang="es-BO" i="1" dirty="0" smtClean="0"/>
              <a:t> </a:t>
            </a:r>
            <a:r>
              <a:rPr lang="es-BO" i="1" dirty="0" err="1" smtClean="0"/>
              <a:t>antiepilepticos</a:t>
            </a:r>
            <a:endParaRPr lang="es-BO" i="1" dirty="0" smtClean="0"/>
          </a:p>
          <a:p>
            <a:pPr>
              <a:buNone/>
            </a:pPr>
            <a:r>
              <a:rPr lang="es-BO" b="1" i="1" dirty="0" smtClean="0"/>
              <a:t>Indicación crisis </a:t>
            </a:r>
            <a:r>
              <a:rPr lang="es-BO" i="1" dirty="0" smtClean="0"/>
              <a:t>convulsiva</a:t>
            </a:r>
            <a:r>
              <a:rPr lang="es-BO" b="1" i="1" dirty="0" smtClean="0"/>
              <a:t> </a:t>
            </a:r>
            <a:r>
              <a:rPr lang="es-BO" b="1" i="1" dirty="0" err="1" smtClean="0"/>
              <a:t>recurrente</a:t>
            </a:r>
            <a:r>
              <a:rPr lang="es-BO" i="1" dirty="0" err="1" smtClean="0"/>
              <a:t>,estado</a:t>
            </a:r>
            <a:r>
              <a:rPr lang="es-BO" i="1" dirty="0" smtClean="0"/>
              <a:t> de ansiedad</a:t>
            </a:r>
          </a:p>
          <a:p>
            <a:pPr>
              <a:buNone/>
            </a:pPr>
            <a:r>
              <a:rPr lang="es-BO" b="1" i="1" dirty="0" smtClean="0"/>
              <a:t>CARBAMAZEPINA </a:t>
            </a:r>
            <a:r>
              <a:rPr lang="es-BO" i="1" dirty="0" err="1" smtClean="0"/>
              <a:t>Antiepileptico</a:t>
            </a:r>
            <a:endParaRPr lang="es-BO" i="1" dirty="0" smtClean="0"/>
          </a:p>
          <a:p>
            <a:pPr>
              <a:buNone/>
            </a:pPr>
            <a:r>
              <a:rPr lang="es-BO" b="1" i="1" dirty="0" smtClean="0"/>
              <a:t>Indicado : </a:t>
            </a:r>
            <a:r>
              <a:rPr lang="es-BO" i="1" dirty="0" smtClean="0"/>
              <a:t>crisis generalizado </a:t>
            </a:r>
            <a:r>
              <a:rPr lang="es-BO" i="1" dirty="0" err="1" smtClean="0"/>
              <a:t>tonicaclonicas</a:t>
            </a:r>
            <a:r>
              <a:rPr lang="es-BO" i="1" dirty="0" smtClean="0"/>
              <a:t> diversos tipos de epilepsia</a:t>
            </a:r>
          </a:p>
          <a:p>
            <a:pPr>
              <a:buNone/>
            </a:pPr>
            <a:r>
              <a:rPr lang="es-BO" b="1" i="1" dirty="0" err="1" smtClean="0"/>
              <a:t>Presentacion</a:t>
            </a:r>
            <a:r>
              <a:rPr lang="es-BO" b="1" i="1" dirty="0" smtClean="0"/>
              <a:t> </a:t>
            </a:r>
            <a:r>
              <a:rPr lang="es-BO" i="1" dirty="0" err="1" smtClean="0"/>
              <a:t>tab</a:t>
            </a:r>
            <a:r>
              <a:rPr lang="es-BO" i="1" dirty="0" smtClean="0"/>
              <a:t>. 200mg </a:t>
            </a:r>
            <a:r>
              <a:rPr lang="es-BO" i="1" dirty="0" err="1" smtClean="0"/>
              <a:t>c</a:t>
            </a:r>
            <a:r>
              <a:rPr lang="es-BO" b="1" i="1" dirty="0" err="1" smtClean="0"/>
              <a:t>omp</a:t>
            </a:r>
            <a:r>
              <a:rPr lang="es-BO" b="1" i="1" dirty="0" smtClean="0"/>
              <a:t>. 200y 400 mg</a:t>
            </a:r>
          </a:p>
          <a:p>
            <a:pPr>
              <a:buNone/>
            </a:pPr>
            <a:endParaRPr lang="es-BO" b="1" i="1" dirty="0" smtClean="0"/>
          </a:p>
          <a:p>
            <a:pPr>
              <a:buNone/>
            </a:pPr>
            <a:endParaRPr lang="es-BO" b="1" i="1" dirty="0" smtClean="0"/>
          </a:p>
          <a:p>
            <a:pPr>
              <a:buNone/>
            </a:pPr>
            <a:endParaRPr lang="es-BO" b="1" i="1" dirty="0" smtClean="0"/>
          </a:p>
          <a:p>
            <a:pPr>
              <a:buNone/>
            </a:pPr>
            <a:endParaRPr lang="es-BO"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533400" y="274638"/>
            <a:ext cx="8229600" cy="562074"/>
          </a:xfrm>
        </p:spPr>
        <p:txBody>
          <a:bodyPr>
            <a:normAutofit fontScale="90000"/>
          </a:bodyPr>
          <a:lstStyle/>
          <a:p>
            <a:pPr eaLnBrk="1" hangingPunct="1"/>
            <a:r>
              <a:rPr lang="es-ES" dirty="0" smtClean="0">
                <a:latin typeface="Tahoma" pitchFamily="34" charset="0"/>
              </a:rPr>
              <a:t/>
            </a:r>
            <a:br>
              <a:rPr lang="es-ES" dirty="0" smtClean="0">
                <a:latin typeface="Tahoma" pitchFamily="34" charset="0"/>
              </a:rPr>
            </a:br>
            <a:r>
              <a:rPr lang="es-ES" dirty="0" smtClean="0">
                <a:latin typeface="Tahoma" pitchFamily="34" charset="0"/>
              </a:rPr>
              <a:t/>
            </a:r>
            <a:br>
              <a:rPr lang="es-ES" dirty="0" smtClean="0">
                <a:latin typeface="Tahoma" pitchFamily="34" charset="0"/>
              </a:rPr>
            </a:br>
            <a:r>
              <a:rPr lang="es-ES" dirty="0" smtClean="0">
                <a:latin typeface="Tahoma" pitchFamily="34" charset="0"/>
              </a:rPr>
              <a:t/>
            </a:r>
            <a:br>
              <a:rPr lang="es-ES" dirty="0" smtClean="0">
                <a:latin typeface="Tahoma" pitchFamily="34" charset="0"/>
              </a:rPr>
            </a:br>
            <a:r>
              <a:rPr lang="es-ES" dirty="0" smtClean="0">
                <a:solidFill>
                  <a:schemeClr val="accent2">
                    <a:lumMod val="75000"/>
                  </a:schemeClr>
                </a:solidFill>
                <a:latin typeface="Tahoma" pitchFamily="34" charset="0"/>
              </a:rPr>
              <a:t>¿Qué hacer frente a una crisis</a:t>
            </a:r>
            <a:r>
              <a:rPr lang="es-ES" dirty="0" smtClean="0">
                <a:latin typeface="Tahoma" pitchFamily="34" charset="0"/>
              </a:rPr>
              <a:t>?</a:t>
            </a:r>
          </a:p>
        </p:txBody>
      </p:sp>
      <p:sp>
        <p:nvSpPr>
          <p:cNvPr id="17411" name="Rectangle 3"/>
          <p:cNvSpPr>
            <a:spLocks noGrp="1" noChangeArrowheads="1"/>
          </p:cNvSpPr>
          <p:nvPr>
            <p:ph type="body" sz="half" idx="1"/>
          </p:nvPr>
        </p:nvSpPr>
        <p:spPr>
          <a:xfrm>
            <a:off x="539552" y="908720"/>
            <a:ext cx="8229600" cy="3024336"/>
          </a:xfrm>
        </p:spPr>
        <p:txBody>
          <a:bodyPr>
            <a:normAutofit fontScale="92500"/>
          </a:bodyPr>
          <a:lstStyle/>
          <a:p>
            <a:pPr algn="just" eaLnBrk="1" hangingPunct="1"/>
            <a:r>
              <a:rPr lang="es-ES" sz="2200" dirty="0" smtClean="0">
                <a:latin typeface="Tahoma" pitchFamily="34" charset="0"/>
              </a:rPr>
              <a:t>En ambos tipos de crisis epilépticas (focales y generalizadas) se </a:t>
            </a:r>
            <a:r>
              <a:rPr lang="es-ES" sz="2200" b="1" dirty="0" smtClean="0">
                <a:latin typeface="Tahoma" pitchFamily="34" charset="0"/>
              </a:rPr>
              <a:t>debe mantener la calma</a:t>
            </a:r>
            <a:r>
              <a:rPr lang="es-ES" sz="2200" dirty="0" smtClean="0">
                <a:latin typeface="Tahoma" pitchFamily="34" charset="0"/>
              </a:rPr>
              <a:t>. </a:t>
            </a:r>
            <a:r>
              <a:rPr lang="es-ES" sz="2200" b="1" dirty="0" smtClean="0">
                <a:latin typeface="Tahoma" pitchFamily="34" charset="0"/>
              </a:rPr>
              <a:t>Lo más importante que tenemos que recordar en estos casos es</a:t>
            </a:r>
            <a:r>
              <a:rPr lang="es-ES" sz="2200" dirty="0" smtClean="0">
                <a:latin typeface="Tahoma" pitchFamily="34" charset="0"/>
              </a:rPr>
              <a:t>: </a:t>
            </a:r>
          </a:p>
          <a:p>
            <a:pPr lvl="1" algn="just" eaLnBrk="1" hangingPunct="1"/>
            <a:r>
              <a:rPr lang="es-ES" sz="2200" b="1" dirty="0" smtClean="0">
                <a:latin typeface="Tahoma" pitchFamily="34" charset="0"/>
              </a:rPr>
              <a:t>No se debe </a:t>
            </a:r>
            <a:r>
              <a:rPr lang="es-ES" sz="2200" b="1" u="sng" dirty="0" smtClean="0">
                <a:latin typeface="Tahoma" pitchFamily="34" charset="0"/>
              </a:rPr>
              <a:t>sujetar ni agarrar</a:t>
            </a:r>
            <a:r>
              <a:rPr lang="es-ES" sz="2200" dirty="0" smtClean="0">
                <a:latin typeface="Tahoma" pitchFamily="34" charset="0"/>
              </a:rPr>
              <a:t> a la persona. Tan solo le ayudaremos a que caiga sin hacerse daño.</a:t>
            </a:r>
          </a:p>
          <a:p>
            <a:pPr lvl="1" algn="just" eaLnBrk="1" hangingPunct="1"/>
            <a:r>
              <a:rPr lang="es-ES" sz="2200" b="1" dirty="0" smtClean="0">
                <a:latin typeface="Tahoma" pitchFamily="34" charset="0"/>
              </a:rPr>
              <a:t>No se debe </a:t>
            </a:r>
            <a:r>
              <a:rPr lang="es-ES" sz="2200" b="1" u="sng" dirty="0" smtClean="0">
                <a:latin typeface="Tahoma" pitchFamily="34" charset="0"/>
              </a:rPr>
              <a:t>dejar sola</a:t>
            </a:r>
            <a:r>
              <a:rPr lang="es-ES" sz="2200" dirty="0" smtClean="0">
                <a:latin typeface="Tahoma" pitchFamily="34" charset="0"/>
              </a:rPr>
              <a:t> a una persona que ha tenido una crisis.</a:t>
            </a:r>
          </a:p>
          <a:p>
            <a:pPr lvl="1" algn="just" eaLnBrk="1" hangingPunct="1"/>
            <a:r>
              <a:rPr lang="es-ES" sz="2200" dirty="0" smtClean="0">
                <a:latin typeface="Tahoma" pitchFamily="34" charset="0"/>
              </a:rPr>
              <a:t>Debemos </a:t>
            </a:r>
            <a:r>
              <a:rPr lang="es-ES" sz="2200" b="1" dirty="0" smtClean="0">
                <a:latin typeface="Tahoma" pitchFamily="34" charset="0"/>
              </a:rPr>
              <a:t>controlar con el reloj la </a:t>
            </a:r>
            <a:r>
              <a:rPr lang="es-ES" sz="2200" b="1" u="sng" dirty="0" smtClean="0">
                <a:latin typeface="Tahoma" pitchFamily="34" charset="0"/>
              </a:rPr>
              <a:t>duración de la crisis. </a:t>
            </a:r>
          </a:p>
          <a:p>
            <a:pPr lvl="1" algn="just" eaLnBrk="1" hangingPunct="1"/>
            <a:r>
              <a:rPr lang="es-ES" sz="2200" dirty="0" smtClean="0">
                <a:latin typeface="Tahoma" pitchFamily="34" charset="0"/>
              </a:rPr>
              <a:t>Se deben </a:t>
            </a:r>
            <a:r>
              <a:rPr lang="es-ES" sz="2200" b="1" dirty="0" smtClean="0">
                <a:latin typeface="Tahoma" pitchFamily="34" charset="0"/>
              </a:rPr>
              <a:t>evitar que haya mucha </a:t>
            </a:r>
            <a:r>
              <a:rPr lang="es-ES" sz="2200" b="1" u="sng" dirty="0" smtClean="0">
                <a:latin typeface="Tahoma" pitchFamily="34" charset="0"/>
              </a:rPr>
              <a:t>gente a su alrededor</a:t>
            </a:r>
            <a:r>
              <a:rPr lang="es-ES" sz="2200" b="1" dirty="0" smtClean="0">
                <a:latin typeface="Tahoma" pitchFamily="34" charset="0"/>
              </a:rPr>
              <a:t>.</a:t>
            </a:r>
          </a:p>
          <a:p>
            <a:pPr eaLnBrk="1" hangingPunct="1"/>
            <a:endParaRPr lang="es-ES" sz="2000" b="1" dirty="0" smtClean="0">
              <a:latin typeface="Tahoma" pitchFamily="34" charset="0"/>
            </a:endParaRPr>
          </a:p>
          <a:p>
            <a:pPr lvl="1" algn="just" eaLnBrk="1" hangingPunct="1"/>
            <a:endParaRPr lang="es-ES" sz="1800" dirty="0" smtClean="0">
              <a:latin typeface="Tahoma" pitchFamily="34" charset="0"/>
            </a:endParaRPr>
          </a:p>
        </p:txBody>
      </p:sp>
      <p:sp>
        <p:nvSpPr>
          <p:cNvPr id="17412" name="Rectangle 5"/>
          <p:cNvSpPr>
            <a:spLocks noGrp="1" noChangeArrowheads="1"/>
          </p:cNvSpPr>
          <p:nvPr>
            <p:ph sz="half" idx="2"/>
          </p:nvPr>
        </p:nvSpPr>
        <p:spPr>
          <a:xfrm>
            <a:off x="2987824" y="3933056"/>
            <a:ext cx="3168352" cy="2216919"/>
          </a:xfrm>
        </p:spPr>
        <p:txBody>
          <a:bodyPr/>
          <a:lstStyle/>
          <a:p>
            <a:pPr eaLnBrk="1" hangingPunct="1"/>
            <a:endParaRPr lang="es-BO" sz="2400" dirty="0" smtClean="0"/>
          </a:p>
        </p:txBody>
      </p:sp>
      <p:pic>
        <p:nvPicPr>
          <p:cNvPr id="17413" name="Picture 7" descr="Cierta-musica-afecta-la-salud"/>
          <p:cNvPicPr>
            <a:picLocks noChangeAspect="1" noChangeArrowheads="1"/>
          </p:cNvPicPr>
          <p:nvPr/>
        </p:nvPicPr>
        <p:blipFill>
          <a:blip r:embed="rId2" cstate="print"/>
          <a:srcRect/>
          <a:stretch>
            <a:fillRect/>
          </a:stretch>
        </p:blipFill>
        <p:spPr bwMode="auto">
          <a:xfrm>
            <a:off x="2987824" y="3933056"/>
            <a:ext cx="3275856" cy="223224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533400" y="274638"/>
            <a:ext cx="8229600" cy="778098"/>
          </a:xfrm>
        </p:spPr>
        <p:txBody>
          <a:bodyPr/>
          <a:lstStyle/>
          <a:p>
            <a:pPr eaLnBrk="1" hangingPunct="1"/>
            <a:r>
              <a:rPr lang="es-ES" dirty="0" smtClean="0">
                <a:latin typeface="Tahoma" pitchFamily="34" charset="0"/>
              </a:rPr>
              <a:t>¿</a:t>
            </a:r>
            <a:r>
              <a:rPr lang="es-ES" dirty="0" smtClean="0">
                <a:solidFill>
                  <a:schemeClr val="accent2">
                    <a:lumMod val="75000"/>
                  </a:schemeClr>
                </a:solidFill>
                <a:latin typeface="Tahoma" pitchFamily="34" charset="0"/>
              </a:rPr>
              <a:t>Qué hacer frente a una crisis</a:t>
            </a:r>
            <a:r>
              <a:rPr lang="es-ES" dirty="0" smtClean="0">
                <a:latin typeface="Tahoma" pitchFamily="34" charset="0"/>
              </a:rPr>
              <a:t>?</a:t>
            </a:r>
          </a:p>
        </p:txBody>
      </p:sp>
      <p:sp>
        <p:nvSpPr>
          <p:cNvPr id="18435" name="Rectangle 3"/>
          <p:cNvSpPr>
            <a:spLocks noGrp="1" noChangeArrowheads="1"/>
          </p:cNvSpPr>
          <p:nvPr>
            <p:ph type="body" sz="half" idx="1"/>
          </p:nvPr>
        </p:nvSpPr>
        <p:spPr>
          <a:xfrm>
            <a:off x="457200" y="1295400"/>
            <a:ext cx="8229600" cy="1341512"/>
          </a:xfrm>
        </p:spPr>
        <p:txBody>
          <a:bodyPr/>
          <a:lstStyle/>
          <a:p>
            <a:pPr lvl="1" algn="just" eaLnBrk="1" hangingPunct="1"/>
            <a:r>
              <a:rPr lang="es-ES" sz="2400" dirty="0" smtClean="0">
                <a:latin typeface="Tahoma" pitchFamily="34" charset="0"/>
              </a:rPr>
              <a:t>Se deben </a:t>
            </a:r>
            <a:r>
              <a:rPr lang="es-ES" sz="2400" b="1" u="sng" dirty="0" smtClean="0">
                <a:latin typeface="Tahoma" pitchFamily="34" charset="0"/>
              </a:rPr>
              <a:t>retirar los objetos </a:t>
            </a:r>
            <a:r>
              <a:rPr lang="es-ES" sz="2400" b="1" u="sng" dirty="0" smtClean="0">
                <a:latin typeface="Tahoma" pitchFamily="34" charset="0"/>
              </a:rPr>
              <a:t>peligrosos</a:t>
            </a:r>
            <a:r>
              <a:rPr lang="es-ES" sz="2400" dirty="0" smtClean="0">
                <a:latin typeface="Tahoma" pitchFamily="34" charset="0"/>
              </a:rPr>
              <a:t>, </a:t>
            </a:r>
            <a:r>
              <a:rPr lang="es-ES" sz="2400" b="1" dirty="0" smtClean="0">
                <a:latin typeface="Tahoma" pitchFamily="34" charset="0"/>
              </a:rPr>
              <a:t>aflojar </a:t>
            </a:r>
            <a:r>
              <a:rPr lang="es-ES" sz="2400" b="1" dirty="0" smtClean="0">
                <a:latin typeface="Tahoma" pitchFamily="34" charset="0"/>
              </a:rPr>
              <a:t>las prendas</a:t>
            </a:r>
            <a:r>
              <a:rPr lang="es-ES" sz="2400" dirty="0" smtClean="0">
                <a:latin typeface="Tahoma" pitchFamily="34" charset="0"/>
              </a:rPr>
              <a:t> que puedan oprimirle </a:t>
            </a:r>
            <a:r>
              <a:rPr lang="es-ES" sz="2400" b="1" dirty="0" smtClean="0">
                <a:latin typeface="Tahoma" pitchFamily="34" charset="0"/>
              </a:rPr>
              <a:t>y ponemos </a:t>
            </a:r>
            <a:r>
              <a:rPr lang="es-ES" sz="2400" b="1" dirty="0" smtClean="0">
                <a:latin typeface="Tahoma" pitchFamily="34" charset="0"/>
              </a:rPr>
              <a:t>algo</a:t>
            </a:r>
            <a:r>
              <a:rPr lang="es-ES" sz="2400" b="1" dirty="0" smtClean="0">
                <a:latin typeface="Tahoma" pitchFamily="34" charset="0"/>
              </a:rPr>
              <a:t> suave</a:t>
            </a:r>
            <a:r>
              <a:rPr lang="es-ES" sz="2400" b="1" dirty="0" smtClean="0">
                <a:latin typeface="Tahoma" pitchFamily="34" charset="0"/>
              </a:rPr>
              <a:t> </a:t>
            </a:r>
            <a:r>
              <a:rPr lang="es-ES" sz="2400" b="1" dirty="0" smtClean="0">
                <a:latin typeface="Tahoma" pitchFamily="34" charset="0"/>
              </a:rPr>
              <a:t>bajo su cabeza.</a:t>
            </a:r>
          </a:p>
        </p:txBody>
      </p:sp>
      <p:sp>
        <p:nvSpPr>
          <p:cNvPr id="18436" name="Rectangle 4"/>
          <p:cNvSpPr>
            <a:spLocks noGrp="1" noChangeArrowheads="1"/>
          </p:cNvSpPr>
          <p:nvPr>
            <p:ph sz="half" idx="2"/>
          </p:nvPr>
        </p:nvSpPr>
        <p:spPr>
          <a:xfrm>
            <a:off x="3276600" y="2895600"/>
            <a:ext cx="3048000" cy="3200400"/>
          </a:xfrm>
        </p:spPr>
        <p:txBody>
          <a:bodyPr/>
          <a:lstStyle/>
          <a:p>
            <a:pPr eaLnBrk="1" hangingPunct="1"/>
            <a:endParaRPr lang="es-BO" sz="2400" smtClean="0"/>
          </a:p>
        </p:txBody>
      </p:sp>
      <p:pic>
        <p:nvPicPr>
          <p:cNvPr id="18437" name="Picture 8" descr="desmayo"/>
          <p:cNvPicPr>
            <a:picLocks noChangeAspect="1" noChangeArrowheads="1"/>
          </p:cNvPicPr>
          <p:nvPr/>
        </p:nvPicPr>
        <p:blipFill>
          <a:blip r:embed="rId2" cstate="print"/>
          <a:srcRect/>
          <a:stretch>
            <a:fillRect/>
          </a:stretch>
        </p:blipFill>
        <p:spPr bwMode="auto">
          <a:xfrm>
            <a:off x="1835696" y="2636912"/>
            <a:ext cx="6048672" cy="34971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4"/>
          <p:cNvPicPr>
            <a:picLocks noChangeAspect="1" noChangeArrowheads="1"/>
          </p:cNvPicPr>
          <p:nvPr/>
        </p:nvPicPr>
        <p:blipFill>
          <a:blip r:embed="rId2" cstate="print"/>
          <a:srcRect l="8594" t="20833" r="9375" b="16667"/>
          <a:stretch>
            <a:fillRect/>
          </a:stretch>
        </p:blipFill>
        <p:spPr bwMode="auto">
          <a:xfrm>
            <a:off x="1600200" y="2852936"/>
            <a:ext cx="6553200" cy="3672408"/>
          </a:xfrm>
          <a:prstGeom prst="rect">
            <a:avLst/>
          </a:prstGeom>
          <a:noFill/>
          <a:ln w="9525">
            <a:noFill/>
            <a:miter lim="800000"/>
            <a:headEnd/>
            <a:tailEnd/>
          </a:ln>
        </p:spPr>
      </p:pic>
      <p:sp>
        <p:nvSpPr>
          <p:cNvPr id="19459" name="Rectangle 5"/>
          <p:cNvSpPr>
            <a:spLocks noGrp="1" noChangeArrowheads="1"/>
          </p:cNvSpPr>
          <p:nvPr>
            <p:ph type="title"/>
          </p:nvPr>
        </p:nvSpPr>
        <p:spPr>
          <a:xfrm>
            <a:off x="533400" y="274638"/>
            <a:ext cx="8229600" cy="706090"/>
          </a:xfrm>
          <a:noFill/>
        </p:spPr>
        <p:txBody>
          <a:bodyPr/>
          <a:lstStyle/>
          <a:p>
            <a:pPr eaLnBrk="1" hangingPunct="1"/>
            <a:r>
              <a:rPr lang="es-ES" dirty="0" smtClean="0">
                <a:latin typeface="Tahoma" pitchFamily="34" charset="0"/>
              </a:rPr>
              <a:t>¿</a:t>
            </a:r>
            <a:r>
              <a:rPr lang="es-ES" dirty="0" smtClean="0">
                <a:solidFill>
                  <a:schemeClr val="accent2">
                    <a:lumMod val="75000"/>
                  </a:schemeClr>
                </a:solidFill>
                <a:latin typeface="Tahoma" pitchFamily="34" charset="0"/>
              </a:rPr>
              <a:t>Qué hacer frente a una crisis</a:t>
            </a:r>
            <a:r>
              <a:rPr lang="es-ES" dirty="0" smtClean="0">
                <a:latin typeface="Tahoma" pitchFamily="34" charset="0"/>
              </a:rPr>
              <a:t>?</a:t>
            </a:r>
          </a:p>
        </p:txBody>
      </p:sp>
      <p:sp>
        <p:nvSpPr>
          <p:cNvPr id="19460" name="Rectangle 6"/>
          <p:cNvSpPr>
            <a:spLocks noGrp="1" noChangeArrowheads="1"/>
          </p:cNvSpPr>
          <p:nvPr>
            <p:ph type="body" sz="half" idx="1"/>
          </p:nvPr>
        </p:nvSpPr>
        <p:spPr>
          <a:xfrm>
            <a:off x="457200" y="1196752"/>
            <a:ext cx="8229600" cy="1872208"/>
          </a:xfrm>
        </p:spPr>
        <p:txBody>
          <a:bodyPr>
            <a:normAutofit lnSpcReduction="10000"/>
          </a:bodyPr>
          <a:lstStyle/>
          <a:p>
            <a:pPr lvl="1" algn="just" eaLnBrk="1" hangingPunct="1"/>
            <a:r>
              <a:rPr lang="es-ES" sz="2400" dirty="0" smtClean="0">
                <a:latin typeface="Tahoma" pitchFamily="34" charset="0"/>
              </a:rPr>
              <a:t>Además, frente a una crisis generalizada, es muy importante recordar que </a:t>
            </a:r>
            <a:r>
              <a:rPr lang="es-ES" sz="2400" b="1" u="sng" dirty="0" smtClean="0">
                <a:latin typeface="Tahoma" pitchFamily="34" charset="0"/>
              </a:rPr>
              <a:t>no se debe colocar nada en la boca</a:t>
            </a:r>
          </a:p>
          <a:p>
            <a:pPr lvl="1" algn="just" eaLnBrk="1" hangingPunct="1"/>
            <a:r>
              <a:rPr lang="es-ES" sz="2400" dirty="0" smtClean="0">
                <a:latin typeface="Tahoma" pitchFamily="34" charset="0"/>
              </a:rPr>
              <a:t>Las crisis epilépticas no suelen durar más de 1 ó 2 minutos.</a:t>
            </a:r>
          </a:p>
          <a:p>
            <a:pPr eaLnBrk="1" hangingPunct="1"/>
            <a:endParaRPr lang="es-ES" sz="2400" dirty="0" smtClean="0">
              <a:latin typeface="Tahoma"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533400" y="274638"/>
            <a:ext cx="8229600" cy="634082"/>
          </a:xfrm>
        </p:spPr>
        <p:txBody>
          <a:bodyPr/>
          <a:lstStyle/>
          <a:p>
            <a:pPr eaLnBrk="1" hangingPunct="1"/>
            <a:r>
              <a:rPr lang="es-ES" dirty="0" smtClean="0">
                <a:latin typeface="Tahoma" pitchFamily="34" charset="0"/>
              </a:rPr>
              <a:t>¿</a:t>
            </a:r>
            <a:r>
              <a:rPr lang="es-ES" dirty="0" smtClean="0">
                <a:solidFill>
                  <a:schemeClr val="accent2">
                    <a:lumMod val="75000"/>
                  </a:schemeClr>
                </a:solidFill>
                <a:latin typeface="Tahoma" pitchFamily="34" charset="0"/>
              </a:rPr>
              <a:t>Qué hacer frente a una crisis</a:t>
            </a:r>
            <a:r>
              <a:rPr lang="es-ES" dirty="0" smtClean="0">
                <a:latin typeface="Tahoma" pitchFamily="34" charset="0"/>
              </a:rPr>
              <a:t>?</a:t>
            </a:r>
          </a:p>
        </p:txBody>
      </p:sp>
      <p:sp>
        <p:nvSpPr>
          <p:cNvPr id="20483" name="Rectangle 3"/>
          <p:cNvSpPr>
            <a:spLocks noGrp="1" noChangeArrowheads="1"/>
          </p:cNvSpPr>
          <p:nvPr>
            <p:ph type="body" sz="half" idx="1"/>
          </p:nvPr>
        </p:nvSpPr>
        <p:spPr>
          <a:xfrm>
            <a:off x="457200" y="1052736"/>
            <a:ext cx="8229600" cy="2733452"/>
          </a:xfrm>
        </p:spPr>
        <p:txBody>
          <a:bodyPr/>
          <a:lstStyle/>
          <a:p>
            <a:pPr eaLnBrk="1" hangingPunct="1"/>
            <a:r>
              <a:rPr lang="es-ES" sz="2400" b="1" dirty="0" smtClean="0"/>
              <a:t>Colocamos a la persona en posición lateral de seguridad, para que la saliva o el vómito no entorpezcan la respiración.</a:t>
            </a:r>
          </a:p>
        </p:txBody>
      </p:sp>
      <p:sp>
        <p:nvSpPr>
          <p:cNvPr id="20484" name="Rectangle 4"/>
          <p:cNvSpPr>
            <a:spLocks noGrp="1" noChangeArrowheads="1"/>
          </p:cNvSpPr>
          <p:nvPr>
            <p:ph sz="half" idx="2"/>
          </p:nvPr>
        </p:nvSpPr>
        <p:spPr>
          <a:xfrm>
            <a:off x="3352800" y="3962400"/>
            <a:ext cx="3200400" cy="2187575"/>
          </a:xfrm>
        </p:spPr>
        <p:txBody>
          <a:bodyPr/>
          <a:lstStyle/>
          <a:p>
            <a:pPr eaLnBrk="1" hangingPunct="1"/>
            <a:endParaRPr lang="es-BO" sz="2400" smtClean="0"/>
          </a:p>
        </p:txBody>
      </p:sp>
      <p:pic>
        <p:nvPicPr>
          <p:cNvPr id="20485" name="Picture 6" descr="epilepsia8"/>
          <p:cNvPicPr>
            <a:picLocks noChangeAspect="1" noChangeArrowheads="1"/>
          </p:cNvPicPr>
          <p:nvPr/>
        </p:nvPicPr>
        <p:blipFill>
          <a:blip r:embed="rId2" cstate="print"/>
          <a:srcRect/>
          <a:stretch>
            <a:fillRect/>
          </a:stretch>
        </p:blipFill>
        <p:spPr bwMode="auto">
          <a:xfrm>
            <a:off x="611560" y="2348880"/>
            <a:ext cx="7704856" cy="397572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274638"/>
            <a:ext cx="7467600" cy="634082"/>
          </a:xfrm>
        </p:spPr>
        <p:txBody>
          <a:bodyPr/>
          <a:lstStyle/>
          <a:p>
            <a:pPr eaLnBrk="1" hangingPunct="1"/>
            <a:r>
              <a:rPr lang="es-ES" dirty="0" smtClean="0">
                <a:latin typeface="Tahoma" pitchFamily="34" charset="0"/>
              </a:rPr>
              <a:t>¿</a:t>
            </a:r>
            <a:r>
              <a:rPr lang="es-ES" dirty="0" smtClean="0">
                <a:solidFill>
                  <a:schemeClr val="accent2">
                    <a:lumMod val="75000"/>
                  </a:schemeClr>
                </a:solidFill>
                <a:latin typeface="Tahoma" pitchFamily="34" charset="0"/>
              </a:rPr>
              <a:t>Qué hacer frente a una crisis</a:t>
            </a:r>
            <a:r>
              <a:rPr lang="es-ES" dirty="0" smtClean="0">
                <a:latin typeface="Tahoma" pitchFamily="34" charset="0"/>
              </a:rPr>
              <a:t>?</a:t>
            </a:r>
          </a:p>
        </p:txBody>
      </p:sp>
      <p:sp>
        <p:nvSpPr>
          <p:cNvPr id="21507" name="Rectangle 3"/>
          <p:cNvSpPr>
            <a:spLocks noGrp="1" noChangeArrowheads="1"/>
          </p:cNvSpPr>
          <p:nvPr>
            <p:ph type="body" idx="1"/>
          </p:nvPr>
        </p:nvSpPr>
        <p:spPr>
          <a:xfrm>
            <a:off x="457200" y="1124744"/>
            <a:ext cx="7467600" cy="5349208"/>
          </a:xfrm>
        </p:spPr>
        <p:txBody>
          <a:bodyPr/>
          <a:lstStyle/>
          <a:p>
            <a:pPr eaLnBrk="1" hangingPunct="1">
              <a:buFontTx/>
              <a:buNone/>
            </a:pPr>
            <a:r>
              <a:rPr lang="es-ES" b="1" dirty="0" smtClean="0"/>
              <a:t>llamar  </a:t>
            </a:r>
            <a:r>
              <a:rPr lang="es-ES" b="1" dirty="0" smtClean="0"/>
              <a:t>de</a:t>
            </a:r>
            <a:r>
              <a:rPr lang="es-ES" b="1" dirty="0" smtClean="0"/>
              <a:t> </a:t>
            </a:r>
            <a:r>
              <a:rPr lang="es-ES" b="1" dirty="0" smtClean="0"/>
              <a:t>Urgencias si</a:t>
            </a:r>
            <a:r>
              <a:rPr lang="es-ES" b="1" dirty="0" smtClean="0"/>
              <a:t>:</a:t>
            </a:r>
          </a:p>
          <a:p>
            <a:pPr eaLnBrk="1" hangingPunct="1">
              <a:buFontTx/>
              <a:buNone/>
            </a:pPr>
            <a:endParaRPr lang="es-ES" b="1" dirty="0" smtClean="0"/>
          </a:p>
          <a:p>
            <a:pPr eaLnBrk="1" hangingPunct="1"/>
            <a:r>
              <a:rPr lang="es-ES" sz="2800" dirty="0" smtClean="0"/>
              <a:t>Si la epilepsia dura más de 5 minutos</a:t>
            </a:r>
            <a:r>
              <a:rPr lang="es-ES" sz="2800" dirty="0" smtClean="0"/>
              <a:t>.</a:t>
            </a:r>
            <a:endParaRPr lang="es-ES" sz="2800" dirty="0" smtClean="0"/>
          </a:p>
          <a:p>
            <a:pPr eaLnBrk="1" hangingPunct="1"/>
            <a:r>
              <a:rPr lang="es-ES" sz="2800" dirty="0" smtClean="0"/>
              <a:t> Si hay 2 o más crisis seguidas.</a:t>
            </a:r>
          </a:p>
          <a:p>
            <a:pPr eaLnBrk="1" hangingPunct="1"/>
            <a:r>
              <a:rPr lang="es-ES" sz="2800" dirty="0" smtClean="0"/>
              <a:t>Si hay un traumatismo craneal.</a:t>
            </a:r>
          </a:p>
          <a:p>
            <a:pPr eaLnBrk="1" hangingPunct="1"/>
            <a:r>
              <a:rPr lang="es-ES" sz="2800" dirty="0" smtClean="0"/>
              <a:t>Si tiene los dedos o los labios azulados tras la crisis.</a:t>
            </a:r>
          </a:p>
          <a:p>
            <a:pPr eaLnBrk="1" hangingPunct="1"/>
            <a:r>
              <a:rPr lang="es-ES" sz="2800" dirty="0" smtClean="0"/>
              <a:t>Si la persona no estaba diagnosticada de epilepsia.</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irador">
  <a:themeElements>
    <a:clrScheme name="Mirador">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Mirador">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Mirador">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1026</TotalTime>
  <Words>727</Words>
  <Application>Microsoft Office PowerPoint</Application>
  <PresentationFormat>Presentación en pantalla (4:3)</PresentationFormat>
  <Paragraphs>114</Paragraphs>
  <Slides>16</Slides>
  <Notes>0</Notes>
  <HiddenSlides>0</HiddenSlides>
  <MMClips>0</MMClips>
  <ScaleCrop>false</ScaleCrop>
  <HeadingPairs>
    <vt:vector size="4" baseType="variant">
      <vt:variant>
        <vt:lpstr>Tema</vt:lpstr>
      </vt:variant>
      <vt:variant>
        <vt:i4>1</vt:i4>
      </vt:variant>
      <vt:variant>
        <vt:lpstr>Títulos de diapositiva</vt:lpstr>
      </vt:variant>
      <vt:variant>
        <vt:i4>16</vt:i4>
      </vt:variant>
    </vt:vector>
  </HeadingPairs>
  <TitlesOfParts>
    <vt:vector size="17" baseType="lpstr">
      <vt:lpstr>Mirador</vt:lpstr>
      <vt:lpstr>UNIVERSIDAD SIGLO XX DEPARTAMENTO DE POST GRADO MAESTRIA EN ENFERMERI MEDICO QUIRUGICO</vt:lpstr>
      <vt:lpstr>Diapositiva 2</vt:lpstr>
      <vt:lpstr>CAUSAS </vt:lpstr>
      <vt:lpstr>Tipos de crisis epilépticas</vt:lpstr>
      <vt:lpstr>CRISIS FOCALES</vt:lpstr>
      <vt:lpstr>CRISIS GENERALIZADAS</vt:lpstr>
      <vt:lpstr>CRISIS GENERALIZADAS</vt:lpstr>
      <vt:lpstr>CRISIS GENERALIZADAS TÓNICO-CLÓNICAS   CARACTERÍSTICAS DEL ATAQUE </vt:lpstr>
      <vt:lpstr>Diapositiva 9</vt:lpstr>
      <vt:lpstr>Diapositiva 10</vt:lpstr>
      <vt:lpstr>Diapositiva 11</vt:lpstr>
      <vt:lpstr>   ¿Qué hacer frente a una crisis?</vt:lpstr>
      <vt:lpstr>¿Qué hacer frente a una crisis?</vt:lpstr>
      <vt:lpstr>¿Qué hacer frente a una crisis?</vt:lpstr>
      <vt:lpstr>¿Qué hacer frente a una crisis?</vt:lpstr>
      <vt:lpstr>¿Qué hacer frente a una crisis?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minedu</dc:creator>
  <cp:lastModifiedBy>minedu</cp:lastModifiedBy>
  <cp:revision>83</cp:revision>
  <dcterms:created xsi:type="dcterms:W3CDTF">2014-04-02T01:18:00Z</dcterms:created>
  <dcterms:modified xsi:type="dcterms:W3CDTF">2014-04-04T18:09:54Z</dcterms:modified>
</cp:coreProperties>
</file>