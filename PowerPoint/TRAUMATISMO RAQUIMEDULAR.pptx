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2" r:id="rId7"/>
    <p:sldId id="263" r:id="rId8"/>
    <p:sldId id="264" r:id="rId9"/>
    <p:sldId id="265" r:id="rId10"/>
    <p:sldId id="267" r:id="rId11"/>
    <p:sldId id="268" r:id="rId12"/>
    <p:sldId id="270" r:id="rId13"/>
    <p:sldId id="271" r:id="rId14"/>
    <p:sldId id="272" r:id="rId15"/>
    <p:sldId id="273" r:id="rId16"/>
    <p:sldId id="275" r:id="rId17"/>
    <p:sldId id="277" r:id="rId18"/>
    <p:sldId id="278" r:id="rId19"/>
    <p:sldId id="279" r:id="rId20"/>
    <p:sldId id="280" r:id="rId21"/>
    <p:sldId id="281" r:id="rId22"/>
    <p:sldId id="283" r:id="rId23"/>
    <p:sldId id="284" r:id="rId24"/>
    <p:sldId id="286"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varScale="1">
        <p:scale>
          <a:sx n="60" d="100"/>
          <a:sy n="60" d="100"/>
        </p:scale>
        <p:origin x="-78" y="-38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2FA8FCC-5DD0-48C6-B55C-2216E890705B}"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2A5F902E-8874-406B-A254-0451B184F5C8}">
      <dgm:prSet/>
      <dgm:spPr/>
      <dgm:t>
        <a:bodyPr/>
        <a:lstStyle/>
        <a:p>
          <a:r>
            <a:rPr lang="es-ES" b="0" cap="none" spc="0" dirty="0" smtClean="0">
              <a:ln w="0"/>
              <a:solidFill>
                <a:schemeClr val="tx1"/>
              </a:solidFill>
              <a:effectLst>
                <a:outerShdw blurRad="38100" dist="19050" dir="2700000" algn="tl" rotWithShape="0">
                  <a:schemeClr val="dk1">
                    <a:alpha val="40000"/>
                  </a:schemeClr>
                </a:outerShdw>
              </a:effectLst>
            </a:rPr>
            <a:t>El concepto de traumatismo </a:t>
          </a:r>
          <a:r>
            <a:rPr lang="es-ES" b="0" cap="none" spc="0" dirty="0" err="1" smtClean="0">
              <a:ln w="0"/>
              <a:solidFill>
                <a:schemeClr val="tx1"/>
              </a:solidFill>
              <a:effectLst>
                <a:outerShdw blurRad="38100" dist="19050" dir="2700000" algn="tl" rotWithShape="0">
                  <a:schemeClr val="dk1">
                    <a:alpha val="40000"/>
                  </a:schemeClr>
                </a:outerShdw>
              </a:effectLst>
            </a:rPr>
            <a:t>raquimedular</a:t>
          </a:r>
          <a:r>
            <a:rPr lang="es-ES" b="0" cap="none" spc="0" dirty="0" smtClean="0">
              <a:ln w="0"/>
              <a:solidFill>
                <a:schemeClr val="tx1"/>
              </a:solidFill>
              <a:effectLst>
                <a:outerShdw blurRad="38100" dist="19050" dir="2700000" algn="tl" rotWithShape="0">
                  <a:schemeClr val="dk1">
                    <a:alpha val="40000"/>
                  </a:schemeClr>
                </a:outerShdw>
              </a:effectLst>
            </a:rPr>
            <a:t> (TRM) incluye a todas aquellas lesiones de origen traumático que pueden afectar, conjunta o aisladamente, las diferentes estructuras (óseas, ligamentosas, cartilaginosas, musculares, vasculares, meníngeas, radiculares y, por supuesto, medulares) de la columna vertebral en cualquiera de sus niveles</a:t>
          </a:r>
          <a:endParaRPr lang="es-ES" b="0" cap="none" spc="0" dirty="0">
            <a:ln w="0"/>
            <a:solidFill>
              <a:schemeClr val="tx1"/>
            </a:solidFill>
            <a:effectLst>
              <a:outerShdw blurRad="38100" dist="19050" dir="2700000" algn="tl" rotWithShape="0">
                <a:schemeClr val="dk1">
                  <a:alpha val="40000"/>
                </a:schemeClr>
              </a:outerShdw>
            </a:effectLst>
          </a:endParaRPr>
        </a:p>
      </dgm:t>
    </dgm:pt>
    <dgm:pt modelId="{1BEB059D-7054-40F2-9594-F97A5157E7F0}" type="sibTrans" cxnId="{2DB476AC-2AC4-48F0-8AA6-3EBBEC695068}">
      <dgm:prSet/>
      <dgm:spPr/>
      <dgm:t>
        <a:bodyPr/>
        <a:lstStyle/>
        <a:p>
          <a:endParaRPr lang="es-ES"/>
        </a:p>
      </dgm:t>
    </dgm:pt>
    <dgm:pt modelId="{D820AEC2-47A4-44E2-BDDB-59DAAA13CD7A}" type="parTrans" cxnId="{2DB476AC-2AC4-48F0-8AA6-3EBBEC695068}">
      <dgm:prSet/>
      <dgm:spPr/>
      <dgm:t>
        <a:bodyPr/>
        <a:lstStyle/>
        <a:p>
          <a:endParaRPr lang="es-ES"/>
        </a:p>
      </dgm:t>
    </dgm:pt>
    <dgm:pt modelId="{AF4A26FE-8555-4837-B1DD-2C0137AD075D}" type="pres">
      <dgm:prSet presAssocID="{42FA8FCC-5DD0-48C6-B55C-2216E890705B}" presName="linear" presStyleCnt="0">
        <dgm:presLayoutVars>
          <dgm:animLvl val="lvl"/>
          <dgm:resizeHandles val="exact"/>
        </dgm:presLayoutVars>
      </dgm:prSet>
      <dgm:spPr/>
      <dgm:t>
        <a:bodyPr/>
        <a:lstStyle/>
        <a:p>
          <a:endParaRPr lang="es-ES"/>
        </a:p>
      </dgm:t>
    </dgm:pt>
    <dgm:pt modelId="{80B70715-C144-40A1-BFA5-7015DB6DE92F}" type="pres">
      <dgm:prSet presAssocID="{2A5F902E-8874-406B-A254-0451B184F5C8}" presName="parentText" presStyleLbl="node1" presStyleIdx="0" presStyleCnt="1">
        <dgm:presLayoutVars>
          <dgm:chMax val="0"/>
          <dgm:bulletEnabled val="1"/>
        </dgm:presLayoutVars>
      </dgm:prSet>
      <dgm:spPr/>
      <dgm:t>
        <a:bodyPr/>
        <a:lstStyle/>
        <a:p>
          <a:endParaRPr lang="es-ES"/>
        </a:p>
      </dgm:t>
    </dgm:pt>
  </dgm:ptLst>
  <dgm:cxnLst>
    <dgm:cxn modelId="{177A60D3-1734-46FC-8974-0A9570FAC9F4}" type="presOf" srcId="{42FA8FCC-5DD0-48C6-B55C-2216E890705B}" destId="{AF4A26FE-8555-4837-B1DD-2C0137AD075D}" srcOrd="0" destOrd="0" presId="urn:microsoft.com/office/officeart/2005/8/layout/vList2"/>
    <dgm:cxn modelId="{99C0E762-FEC6-47FF-8F67-D7DB1EF55F9C}" type="presOf" srcId="{2A5F902E-8874-406B-A254-0451B184F5C8}" destId="{80B70715-C144-40A1-BFA5-7015DB6DE92F}" srcOrd="0" destOrd="0" presId="urn:microsoft.com/office/officeart/2005/8/layout/vList2"/>
    <dgm:cxn modelId="{2DB476AC-2AC4-48F0-8AA6-3EBBEC695068}" srcId="{42FA8FCC-5DD0-48C6-B55C-2216E890705B}" destId="{2A5F902E-8874-406B-A254-0451B184F5C8}" srcOrd="0" destOrd="0" parTransId="{D820AEC2-47A4-44E2-BDDB-59DAAA13CD7A}" sibTransId="{1BEB059D-7054-40F2-9594-F97A5157E7F0}"/>
    <dgm:cxn modelId="{21D43CBD-9E33-463C-BFE4-38542D36EA8D}" type="presParOf" srcId="{AF4A26FE-8555-4837-B1DD-2C0137AD075D}" destId="{80B70715-C144-40A1-BFA5-7015DB6DE92F}"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FE990C-0CF5-40F9-9437-F7993941F266}"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s-ES"/>
        </a:p>
      </dgm:t>
    </dgm:pt>
    <dgm:pt modelId="{FFE10F41-B1BB-40CB-88EB-38AA11BD91AB}">
      <dgm:prSet phldrT="[Texto]"/>
      <dgm:spPr/>
      <dgm:t>
        <a:bodyPr/>
        <a:lstStyle/>
        <a:p>
          <a:r>
            <a:rPr lang="es-ES" b="0" cap="none" spc="0" dirty="0" smtClean="0">
              <a:ln w="0"/>
              <a:solidFill>
                <a:schemeClr val="tx1"/>
              </a:solidFill>
              <a:effectLst>
                <a:outerShdw blurRad="38100" dist="19050" dir="2700000" algn="tl" rotWithShape="0">
                  <a:schemeClr val="dk1">
                    <a:alpha val="40000"/>
                  </a:schemeClr>
                </a:outerShdw>
              </a:effectLst>
            </a:rPr>
            <a:t>•	Grado A - lesión completa, no existe función motora o sensitiva abajo del nivel de la lesión;</a:t>
          </a:r>
          <a:endParaRPr lang="es-ES" b="0" cap="none" spc="0" dirty="0">
            <a:ln w="0"/>
            <a:solidFill>
              <a:schemeClr val="tx1"/>
            </a:solidFill>
            <a:effectLst>
              <a:outerShdw blurRad="38100" dist="19050" dir="2700000" algn="tl" rotWithShape="0">
                <a:schemeClr val="dk1">
                  <a:alpha val="40000"/>
                </a:schemeClr>
              </a:outerShdw>
            </a:effectLst>
          </a:endParaRPr>
        </a:p>
      </dgm:t>
    </dgm:pt>
    <dgm:pt modelId="{9D2FE4EC-D528-44CE-AADC-5DDC576F3B5E}" type="parTrans" cxnId="{969CFB4C-0E7A-49FE-9B51-BFD550171494}">
      <dgm:prSet/>
      <dgm:spPr/>
      <dgm:t>
        <a:bodyPr/>
        <a:lstStyle/>
        <a:p>
          <a:endParaRPr lang="es-ES"/>
        </a:p>
      </dgm:t>
    </dgm:pt>
    <dgm:pt modelId="{37D19447-018A-4196-849A-3E6F27EB5EAA}" type="sibTrans" cxnId="{969CFB4C-0E7A-49FE-9B51-BFD550171494}">
      <dgm:prSet/>
      <dgm:spPr/>
      <dgm:t>
        <a:bodyPr/>
        <a:lstStyle/>
        <a:p>
          <a:endParaRPr lang="es-ES"/>
        </a:p>
      </dgm:t>
    </dgm:pt>
    <dgm:pt modelId="{DBBBA778-8327-4019-93C3-14B6F727EC02}">
      <dgm:prSet/>
      <dgm:spPr/>
      <dgm:t>
        <a:bodyPr/>
        <a:lstStyle/>
        <a:p>
          <a:r>
            <a:rPr lang="es-ES" b="0" cap="none" spc="0" dirty="0" smtClean="0">
              <a:ln w="0"/>
              <a:solidFill>
                <a:schemeClr val="tx1"/>
              </a:solidFill>
              <a:effectLst>
                <a:outerShdw blurRad="38100" dist="19050" dir="2700000" algn="tl" rotWithShape="0">
                  <a:schemeClr val="dk1">
                    <a:alpha val="40000"/>
                  </a:schemeClr>
                </a:outerShdw>
              </a:effectLst>
            </a:rPr>
            <a:t>•	Grado B - lesión incompleta, no existe función motora abajo del nivel de la lesión, sin embargo mantiene sensibilidad preservada por debajo de la lesión hasta los últimos segmentos sacros del S4-S5;</a:t>
          </a:r>
          <a:endParaRPr lang="es-ES" b="0" cap="none" spc="0" dirty="0">
            <a:ln w="0"/>
            <a:solidFill>
              <a:schemeClr val="tx1"/>
            </a:solidFill>
            <a:effectLst>
              <a:outerShdw blurRad="38100" dist="19050" dir="2700000" algn="tl" rotWithShape="0">
                <a:schemeClr val="dk1">
                  <a:alpha val="40000"/>
                </a:schemeClr>
              </a:outerShdw>
            </a:effectLst>
          </a:endParaRPr>
        </a:p>
      </dgm:t>
    </dgm:pt>
    <dgm:pt modelId="{8C72FD9C-56DB-4B17-A2AF-E3FB048E97CF}" type="parTrans" cxnId="{A6E7B3F1-7A95-46BC-ADAB-28C21D3EAF1B}">
      <dgm:prSet/>
      <dgm:spPr/>
      <dgm:t>
        <a:bodyPr/>
        <a:lstStyle/>
        <a:p>
          <a:endParaRPr lang="es-ES"/>
        </a:p>
      </dgm:t>
    </dgm:pt>
    <dgm:pt modelId="{33497F9E-17B8-4F91-BED1-DA3835E69105}" type="sibTrans" cxnId="{A6E7B3F1-7A95-46BC-ADAB-28C21D3EAF1B}">
      <dgm:prSet/>
      <dgm:spPr/>
      <dgm:t>
        <a:bodyPr/>
        <a:lstStyle/>
        <a:p>
          <a:endParaRPr lang="es-ES"/>
        </a:p>
      </dgm:t>
    </dgm:pt>
    <dgm:pt modelId="{B269BB1D-80D2-4AE8-A8CD-2B3AE6DCC8ED}">
      <dgm:prSet/>
      <dgm:spPr/>
      <dgm:t>
        <a:bodyPr/>
        <a:lstStyle/>
        <a:p>
          <a:r>
            <a:rPr lang="es-ES" b="0" cap="none" spc="0" dirty="0" smtClean="0">
              <a:ln w="0"/>
              <a:solidFill>
                <a:schemeClr val="tx1"/>
              </a:solidFill>
              <a:effectLst>
                <a:outerShdw blurRad="38100" dist="19050" dir="2700000" algn="tl" rotWithShape="0">
                  <a:schemeClr val="dk1">
                    <a:alpha val="40000"/>
                  </a:schemeClr>
                </a:outerShdw>
              </a:effectLst>
            </a:rPr>
            <a:t>•	Grado C - </a:t>
          </a:r>
          <a:r>
            <a:rPr lang="es-ES" b="0" cap="none" spc="0" dirty="0" err="1" smtClean="0">
              <a:ln w="0"/>
              <a:solidFill>
                <a:schemeClr val="tx1"/>
              </a:solidFill>
              <a:effectLst>
                <a:outerShdw blurRad="38100" dist="19050" dir="2700000" algn="tl" rotWithShape="0">
                  <a:schemeClr val="dk1">
                    <a:alpha val="40000"/>
                  </a:schemeClr>
                </a:outerShdw>
              </a:effectLst>
            </a:rPr>
            <a:t>lesion</a:t>
          </a:r>
          <a:r>
            <a:rPr lang="es-ES" b="0" cap="none" spc="0" dirty="0" smtClean="0">
              <a:ln w="0"/>
              <a:solidFill>
                <a:schemeClr val="tx1"/>
              </a:solidFill>
              <a:effectLst>
                <a:outerShdw blurRad="38100" dist="19050" dir="2700000" algn="tl" rotWithShape="0">
                  <a:schemeClr val="dk1">
                    <a:alpha val="40000"/>
                  </a:schemeClr>
                </a:outerShdw>
              </a:effectLst>
            </a:rPr>
            <a:t> incompleta, hay preservación de la función sensitiva y motora abajo del nivel de la lesión, sin embargo la fuerza muscular tiene su grado disminuido con valoración inferior a 3.</a:t>
          </a:r>
          <a:endParaRPr lang="es-ES" b="0" cap="none" spc="0" dirty="0">
            <a:ln w="0"/>
            <a:solidFill>
              <a:schemeClr val="tx1"/>
            </a:solidFill>
            <a:effectLst>
              <a:outerShdw blurRad="38100" dist="19050" dir="2700000" algn="tl" rotWithShape="0">
                <a:schemeClr val="dk1">
                  <a:alpha val="40000"/>
                </a:schemeClr>
              </a:outerShdw>
            </a:effectLst>
          </a:endParaRPr>
        </a:p>
      </dgm:t>
    </dgm:pt>
    <dgm:pt modelId="{E5DAE1FB-8ACE-4B12-803B-30979D2BB6AA}" type="parTrans" cxnId="{14D66957-2C77-428F-A78F-3E4BDCDFC9F4}">
      <dgm:prSet/>
      <dgm:spPr/>
      <dgm:t>
        <a:bodyPr/>
        <a:lstStyle/>
        <a:p>
          <a:endParaRPr lang="es-ES"/>
        </a:p>
      </dgm:t>
    </dgm:pt>
    <dgm:pt modelId="{35E55EBF-4565-460F-8715-5AC35E82AC33}" type="sibTrans" cxnId="{14D66957-2C77-428F-A78F-3E4BDCDFC9F4}">
      <dgm:prSet/>
      <dgm:spPr/>
      <dgm:t>
        <a:bodyPr/>
        <a:lstStyle/>
        <a:p>
          <a:endParaRPr lang="es-ES"/>
        </a:p>
      </dgm:t>
    </dgm:pt>
    <dgm:pt modelId="{C515B8EB-AE77-4CFD-A966-617E0FA42235}">
      <dgm:prSet/>
      <dgm:spPr/>
      <dgm:t>
        <a:bodyPr/>
        <a:lstStyle/>
        <a:p>
          <a:r>
            <a:rPr lang="es-ES" b="0" cap="none" spc="0" smtClean="0">
              <a:ln w="0"/>
              <a:solidFill>
                <a:schemeClr val="tx1"/>
              </a:solidFill>
              <a:effectLst>
                <a:outerShdw blurRad="38100" dist="19050" dir="2700000" algn="tl" rotWithShape="0">
                  <a:schemeClr val="dk1">
                    <a:alpha val="40000"/>
                  </a:schemeClr>
                </a:outerShdw>
              </a:effectLst>
            </a:rPr>
            <a:t>•	Grado D - lesión incompleta, existe preservación de la función sensitiva y motora abajo del nivel de la lesión, con fuerza muscular con valoración superior 3.</a:t>
          </a:r>
          <a:endParaRPr lang="es-ES" b="0" cap="none" spc="0">
            <a:ln w="0"/>
            <a:solidFill>
              <a:schemeClr val="tx1"/>
            </a:solidFill>
            <a:effectLst>
              <a:outerShdw blurRad="38100" dist="19050" dir="2700000" algn="tl" rotWithShape="0">
                <a:schemeClr val="dk1">
                  <a:alpha val="40000"/>
                </a:schemeClr>
              </a:outerShdw>
            </a:effectLst>
          </a:endParaRPr>
        </a:p>
      </dgm:t>
    </dgm:pt>
    <dgm:pt modelId="{07830707-FBD0-46D0-BA2C-F4797DA96DE5}" type="parTrans" cxnId="{8CBE7CF6-0FFF-4F11-8051-11A9F38E1D09}">
      <dgm:prSet/>
      <dgm:spPr/>
      <dgm:t>
        <a:bodyPr/>
        <a:lstStyle/>
        <a:p>
          <a:endParaRPr lang="es-ES"/>
        </a:p>
      </dgm:t>
    </dgm:pt>
    <dgm:pt modelId="{804360D7-C70A-4C4C-8B4D-1DC0C6DD1843}" type="sibTrans" cxnId="{8CBE7CF6-0FFF-4F11-8051-11A9F38E1D09}">
      <dgm:prSet/>
      <dgm:spPr/>
      <dgm:t>
        <a:bodyPr/>
        <a:lstStyle/>
        <a:p>
          <a:endParaRPr lang="es-ES"/>
        </a:p>
      </dgm:t>
    </dgm:pt>
    <dgm:pt modelId="{0933E40E-711D-471C-AC02-55EE3369E1A7}">
      <dgm:prSet/>
      <dgm:spPr/>
      <dgm:t>
        <a:bodyPr/>
        <a:lstStyle/>
        <a:p>
          <a:r>
            <a:rPr lang="es-ES" b="0" cap="none" spc="0" smtClean="0">
              <a:ln w="0"/>
              <a:solidFill>
                <a:schemeClr val="tx1"/>
              </a:solidFill>
              <a:effectLst>
                <a:outerShdw blurRad="38100" dist="19050" dir="2700000" algn="tl" rotWithShape="0">
                  <a:schemeClr val="dk1">
                    <a:alpha val="40000"/>
                  </a:schemeClr>
                </a:outerShdw>
              </a:effectLst>
            </a:rPr>
            <a:t>•	Grado E - las funciones sensitivas y motoras son normales</a:t>
          </a:r>
          <a:endParaRPr lang="es-ES" b="0" cap="none" spc="0">
            <a:ln w="0"/>
            <a:solidFill>
              <a:schemeClr val="tx1"/>
            </a:solidFill>
            <a:effectLst>
              <a:outerShdw blurRad="38100" dist="19050" dir="2700000" algn="tl" rotWithShape="0">
                <a:schemeClr val="dk1">
                  <a:alpha val="40000"/>
                </a:schemeClr>
              </a:outerShdw>
            </a:effectLst>
          </a:endParaRPr>
        </a:p>
      </dgm:t>
    </dgm:pt>
    <dgm:pt modelId="{A723D729-BA3C-458D-B888-A72A769C2454}" type="parTrans" cxnId="{4708BCC9-21A5-4F66-87CB-FFF340148202}">
      <dgm:prSet/>
      <dgm:spPr/>
      <dgm:t>
        <a:bodyPr/>
        <a:lstStyle/>
        <a:p>
          <a:endParaRPr lang="es-ES"/>
        </a:p>
      </dgm:t>
    </dgm:pt>
    <dgm:pt modelId="{D9B68557-B310-4469-B8AD-C6F9D18C8EEC}" type="sibTrans" cxnId="{4708BCC9-21A5-4F66-87CB-FFF340148202}">
      <dgm:prSet/>
      <dgm:spPr/>
      <dgm:t>
        <a:bodyPr/>
        <a:lstStyle/>
        <a:p>
          <a:endParaRPr lang="es-ES"/>
        </a:p>
      </dgm:t>
    </dgm:pt>
    <dgm:pt modelId="{CC831EC9-EA7D-4FA7-8DF0-5E770A7631AC}" type="pres">
      <dgm:prSet presAssocID="{6CFE990C-0CF5-40F9-9437-F7993941F266}" presName="diagram" presStyleCnt="0">
        <dgm:presLayoutVars>
          <dgm:dir/>
          <dgm:resizeHandles val="exact"/>
        </dgm:presLayoutVars>
      </dgm:prSet>
      <dgm:spPr/>
      <dgm:t>
        <a:bodyPr/>
        <a:lstStyle/>
        <a:p>
          <a:endParaRPr lang="es-ES"/>
        </a:p>
      </dgm:t>
    </dgm:pt>
    <dgm:pt modelId="{383951B0-9232-4558-8DAE-7593ABE02C14}" type="pres">
      <dgm:prSet presAssocID="{FFE10F41-B1BB-40CB-88EB-38AA11BD91AB}" presName="node" presStyleLbl="node1" presStyleIdx="0" presStyleCnt="5">
        <dgm:presLayoutVars>
          <dgm:bulletEnabled val="1"/>
        </dgm:presLayoutVars>
      </dgm:prSet>
      <dgm:spPr/>
      <dgm:t>
        <a:bodyPr/>
        <a:lstStyle/>
        <a:p>
          <a:endParaRPr lang="es-ES"/>
        </a:p>
      </dgm:t>
    </dgm:pt>
    <dgm:pt modelId="{286EB34B-51E8-4E52-BF85-129A0A1423F4}" type="pres">
      <dgm:prSet presAssocID="{37D19447-018A-4196-849A-3E6F27EB5EAA}" presName="sibTrans" presStyleCnt="0"/>
      <dgm:spPr/>
    </dgm:pt>
    <dgm:pt modelId="{36C1639D-756B-46D6-B182-61503AB72107}" type="pres">
      <dgm:prSet presAssocID="{DBBBA778-8327-4019-93C3-14B6F727EC02}" presName="node" presStyleLbl="node1" presStyleIdx="1" presStyleCnt="5" custLinFactNeighborX="-899" custLinFactNeighborY="-2248">
        <dgm:presLayoutVars>
          <dgm:bulletEnabled val="1"/>
        </dgm:presLayoutVars>
      </dgm:prSet>
      <dgm:spPr/>
      <dgm:t>
        <a:bodyPr/>
        <a:lstStyle/>
        <a:p>
          <a:endParaRPr lang="es-ES"/>
        </a:p>
      </dgm:t>
    </dgm:pt>
    <dgm:pt modelId="{941E8A40-B27A-4CDD-BFC4-EE260D1539B7}" type="pres">
      <dgm:prSet presAssocID="{33497F9E-17B8-4F91-BED1-DA3835E69105}" presName="sibTrans" presStyleCnt="0"/>
      <dgm:spPr/>
    </dgm:pt>
    <dgm:pt modelId="{353E52BC-3EC2-4376-95F8-3F1BFCEE2189}" type="pres">
      <dgm:prSet presAssocID="{B269BB1D-80D2-4AE8-A8CD-2B3AE6DCC8ED}" presName="node" presStyleLbl="node1" presStyleIdx="2" presStyleCnt="5">
        <dgm:presLayoutVars>
          <dgm:bulletEnabled val="1"/>
        </dgm:presLayoutVars>
      </dgm:prSet>
      <dgm:spPr/>
      <dgm:t>
        <a:bodyPr/>
        <a:lstStyle/>
        <a:p>
          <a:endParaRPr lang="es-ES"/>
        </a:p>
      </dgm:t>
    </dgm:pt>
    <dgm:pt modelId="{3F81A99E-F42E-46C2-BD87-F1A2B57CB3BC}" type="pres">
      <dgm:prSet presAssocID="{35E55EBF-4565-460F-8715-5AC35E82AC33}" presName="sibTrans" presStyleCnt="0"/>
      <dgm:spPr/>
    </dgm:pt>
    <dgm:pt modelId="{EC21CB45-A7E6-4D36-9882-F53E1A0C01D6}" type="pres">
      <dgm:prSet presAssocID="{C515B8EB-AE77-4CFD-A966-617E0FA42235}" presName="node" presStyleLbl="node1" presStyleIdx="3" presStyleCnt="5">
        <dgm:presLayoutVars>
          <dgm:bulletEnabled val="1"/>
        </dgm:presLayoutVars>
      </dgm:prSet>
      <dgm:spPr/>
      <dgm:t>
        <a:bodyPr/>
        <a:lstStyle/>
        <a:p>
          <a:endParaRPr lang="es-ES"/>
        </a:p>
      </dgm:t>
    </dgm:pt>
    <dgm:pt modelId="{073AA50A-DF49-4939-9A6C-F2692500D968}" type="pres">
      <dgm:prSet presAssocID="{804360D7-C70A-4C4C-8B4D-1DC0C6DD1843}" presName="sibTrans" presStyleCnt="0"/>
      <dgm:spPr/>
    </dgm:pt>
    <dgm:pt modelId="{E20B3C26-8383-4D09-8CE6-734A68389807}" type="pres">
      <dgm:prSet presAssocID="{0933E40E-711D-471C-AC02-55EE3369E1A7}" presName="node" presStyleLbl="node1" presStyleIdx="4" presStyleCnt="5">
        <dgm:presLayoutVars>
          <dgm:bulletEnabled val="1"/>
        </dgm:presLayoutVars>
      </dgm:prSet>
      <dgm:spPr/>
      <dgm:t>
        <a:bodyPr/>
        <a:lstStyle/>
        <a:p>
          <a:endParaRPr lang="es-ES"/>
        </a:p>
      </dgm:t>
    </dgm:pt>
  </dgm:ptLst>
  <dgm:cxnLst>
    <dgm:cxn modelId="{382B28BB-6182-4822-A652-490709600F53}" type="presOf" srcId="{B269BB1D-80D2-4AE8-A8CD-2B3AE6DCC8ED}" destId="{353E52BC-3EC2-4376-95F8-3F1BFCEE2189}" srcOrd="0" destOrd="0" presId="urn:microsoft.com/office/officeart/2005/8/layout/default"/>
    <dgm:cxn modelId="{1929537B-68F7-4D87-B838-86DB682A9EBA}" type="presOf" srcId="{6CFE990C-0CF5-40F9-9437-F7993941F266}" destId="{CC831EC9-EA7D-4FA7-8DF0-5E770A7631AC}" srcOrd="0" destOrd="0" presId="urn:microsoft.com/office/officeart/2005/8/layout/default"/>
    <dgm:cxn modelId="{14D66957-2C77-428F-A78F-3E4BDCDFC9F4}" srcId="{6CFE990C-0CF5-40F9-9437-F7993941F266}" destId="{B269BB1D-80D2-4AE8-A8CD-2B3AE6DCC8ED}" srcOrd="2" destOrd="0" parTransId="{E5DAE1FB-8ACE-4B12-803B-30979D2BB6AA}" sibTransId="{35E55EBF-4565-460F-8715-5AC35E82AC33}"/>
    <dgm:cxn modelId="{75888679-0709-4B78-94E7-7CE1A2ED5A71}" type="presOf" srcId="{DBBBA778-8327-4019-93C3-14B6F727EC02}" destId="{36C1639D-756B-46D6-B182-61503AB72107}" srcOrd="0" destOrd="0" presId="urn:microsoft.com/office/officeart/2005/8/layout/default"/>
    <dgm:cxn modelId="{4708BCC9-21A5-4F66-87CB-FFF340148202}" srcId="{6CFE990C-0CF5-40F9-9437-F7993941F266}" destId="{0933E40E-711D-471C-AC02-55EE3369E1A7}" srcOrd="4" destOrd="0" parTransId="{A723D729-BA3C-458D-B888-A72A769C2454}" sibTransId="{D9B68557-B310-4469-B8AD-C6F9D18C8EEC}"/>
    <dgm:cxn modelId="{87B83B38-D2F2-44D4-AF64-C3A3EDA3A0FF}" type="presOf" srcId="{C515B8EB-AE77-4CFD-A966-617E0FA42235}" destId="{EC21CB45-A7E6-4D36-9882-F53E1A0C01D6}" srcOrd="0" destOrd="0" presId="urn:microsoft.com/office/officeart/2005/8/layout/default"/>
    <dgm:cxn modelId="{8CBE7CF6-0FFF-4F11-8051-11A9F38E1D09}" srcId="{6CFE990C-0CF5-40F9-9437-F7993941F266}" destId="{C515B8EB-AE77-4CFD-A966-617E0FA42235}" srcOrd="3" destOrd="0" parTransId="{07830707-FBD0-46D0-BA2C-F4797DA96DE5}" sibTransId="{804360D7-C70A-4C4C-8B4D-1DC0C6DD1843}"/>
    <dgm:cxn modelId="{969CFB4C-0E7A-49FE-9B51-BFD550171494}" srcId="{6CFE990C-0CF5-40F9-9437-F7993941F266}" destId="{FFE10F41-B1BB-40CB-88EB-38AA11BD91AB}" srcOrd="0" destOrd="0" parTransId="{9D2FE4EC-D528-44CE-AADC-5DDC576F3B5E}" sibTransId="{37D19447-018A-4196-849A-3E6F27EB5EAA}"/>
    <dgm:cxn modelId="{B3576E2E-B6F2-427F-BBED-15DAFCCB1329}" type="presOf" srcId="{0933E40E-711D-471C-AC02-55EE3369E1A7}" destId="{E20B3C26-8383-4D09-8CE6-734A68389807}" srcOrd="0" destOrd="0" presId="urn:microsoft.com/office/officeart/2005/8/layout/default"/>
    <dgm:cxn modelId="{B5459279-DF05-42B5-8AD0-5E96C46ED9D3}" type="presOf" srcId="{FFE10F41-B1BB-40CB-88EB-38AA11BD91AB}" destId="{383951B0-9232-4558-8DAE-7593ABE02C14}" srcOrd="0" destOrd="0" presId="urn:microsoft.com/office/officeart/2005/8/layout/default"/>
    <dgm:cxn modelId="{A6E7B3F1-7A95-46BC-ADAB-28C21D3EAF1B}" srcId="{6CFE990C-0CF5-40F9-9437-F7993941F266}" destId="{DBBBA778-8327-4019-93C3-14B6F727EC02}" srcOrd="1" destOrd="0" parTransId="{8C72FD9C-56DB-4B17-A2AF-E3FB048E97CF}" sibTransId="{33497F9E-17B8-4F91-BED1-DA3835E69105}"/>
    <dgm:cxn modelId="{933E4E86-74CD-4583-A570-9027D0A821C2}" type="presParOf" srcId="{CC831EC9-EA7D-4FA7-8DF0-5E770A7631AC}" destId="{383951B0-9232-4558-8DAE-7593ABE02C14}" srcOrd="0" destOrd="0" presId="urn:microsoft.com/office/officeart/2005/8/layout/default"/>
    <dgm:cxn modelId="{D6CBBF4A-0C3B-401F-9E6D-A5393DF6AFF7}" type="presParOf" srcId="{CC831EC9-EA7D-4FA7-8DF0-5E770A7631AC}" destId="{286EB34B-51E8-4E52-BF85-129A0A1423F4}" srcOrd="1" destOrd="0" presId="urn:microsoft.com/office/officeart/2005/8/layout/default"/>
    <dgm:cxn modelId="{9DAB7FEE-D306-48D8-9CD6-64732804A0AD}" type="presParOf" srcId="{CC831EC9-EA7D-4FA7-8DF0-5E770A7631AC}" destId="{36C1639D-756B-46D6-B182-61503AB72107}" srcOrd="2" destOrd="0" presId="urn:microsoft.com/office/officeart/2005/8/layout/default"/>
    <dgm:cxn modelId="{AD3B7500-AB3B-4CA9-8347-ADFC17C7D548}" type="presParOf" srcId="{CC831EC9-EA7D-4FA7-8DF0-5E770A7631AC}" destId="{941E8A40-B27A-4CDD-BFC4-EE260D1539B7}" srcOrd="3" destOrd="0" presId="urn:microsoft.com/office/officeart/2005/8/layout/default"/>
    <dgm:cxn modelId="{61E466C2-D105-46D4-921E-EA1D66FCCBD8}" type="presParOf" srcId="{CC831EC9-EA7D-4FA7-8DF0-5E770A7631AC}" destId="{353E52BC-3EC2-4376-95F8-3F1BFCEE2189}" srcOrd="4" destOrd="0" presId="urn:microsoft.com/office/officeart/2005/8/layout/default"/>
    <dgm:cxn modelId="{BE057180-5CBD-4115-BA34-79939182230D}" type="presParOf" srcId="{CC831EC9-EA7D-4FA7-8DF0-5E770A7631AC}" destId="{3F81A99E-F42E-46C2-BD87-F1A2B57CB3BC}" srcOrd="5" destOrd="0" presId="urn:microsoft.com/office/officeart/2005/8/layout/default"/>
    <dgm:cxn modelId="{9C38F060-0885-4070-9F54-46677F7640D4}" type="presParOf" srcId="{CC831EC9-EA7D-4FA7-8DF0-5E770A7631AC}" destId="{EC21CB45-A7E6-4D36-9882-F53E1A0C01D6}" srcOrd="6" destOrd="0" presId="urn:microsoft.com/office/officeart/2005/8/layout/default"/>
    <dgm:cxn modelId="{AAD7F54F-90FA-4CE2-A797-825FA0DDC70A}" type="presParOf" srcId="{CC831EC9-EA7D-4FA7-8DF0-5E770A7631AC}" destId="{073AA50A-DF49-4939-9A6C-F2692500D968}" srcOrd="7" destOrd="0" presId="urn:microsoft.com/office/officeart/2005/8/layout/default"/>
    <dgm:cxn modelId="{A081480E-6B5F-42F8-9506-F396A3674231}" type="presParOf" srcId="{CC831EC9-EA7D-4FA7-8DF0-5E770A7631AC}" destId="{E20B3C26-8383-4D09-8CE6-734A68389807}" srcOrd="8"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094F9C8-DECA-4F49-A1B5-9F077747FD80}"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ES"/>
        </a:p>
      </dgm:t>
    </dgm:pt>
    <dgm:pt modelId="{41DE38E4-435C-4DFA-8D26-E151D764F1BB}">
      <dgm:prSet phldrT="[Texto]"/>
      <dgm:spPr/>
      <dgm:t>
        <a:bodyPr/>
        <a:lstStyle/>
        <a:p>
          <a:r>
            <a:rPr lang="es-ES" dirty="0" smtClean="0"/>
            <a:t>CERVICALES</a:t>
          </a:r>
          <a:endParaRPr lang="es-ES" dirty="0"/>
        </a:p>
      </dgm:t>
    </dgm:pt>
    <dgm:pt modelId="{BFC59E08-6DDE-4D15-B8A6-0C311BF84FE5}" type="parTrans" cxnId="{173E9A16-C217-4762-9B12-D9C8131EBFB7}">
      <dgm:prSet/>
      <dgm:spPr/>
      <dgm:t>
        <a:bodyPr/>
        <a:lstStyle/>
        <a:p>
          <a:endParaRPr lang="es-ES"/>
        </a:p>
      </dgm:t>
    </dgm:pt>
    <dgm:pt modelId="{79F3A5D9-1B1B-4B94-B967-CD56A8B20725}" type="sibTrans" cxnId="{173E9A16-C217-4762-9B12-D9C8131EBFB7}">
      <dgm:prSet/>
      <dgm:spPr/>
      <dgm:t>
        <a:bodyPr/>
        <a:lstStyle/>
        <a:p>
          <a:endParaRPr lang="es-ES"/>
        </a:p>
      </dgm:t>
    </dgm:pt>
    <dgm:pt modelId="{D4989889-CA2B-489B-BA0B-684456A99F17}">
      <dgm:prSet phldrT="[Texto]"/>
      <dgm:spPr/>
      <dgm:t>
        <a:bodyPr/>
        <a:lstStyle/>
        <a:p>
          <a:r>
            <a:rPr lang="es-ES" dirty="0" smtClean="0"/>
            <a:t>LUMBARES </a:t>
          </a:r>
          <a:endParaRPr lang="es-ES" dirty="0"/>
        </a:p>
      </dgm:t>
    </dgm:pt>
    <dgm:pt modelId="{5797214B-C50D-4F32-BF4B-365AE8F78E0E}" type="parTrans" cxnId="{C3527228-BD11-439F-BC9F-61EE7511B34F}">
      <dgm:prSet/>
      <dgm:spPr/>
      <dgm:t>
        <a:bodyPr/>
        <a:lstStyle/>
        <a:p>
          <a:endParaRPr lang="es-ES"/>
        </a:p>
      </dgm:t>
    </dgm:pt>
    <dgm:pt modelId="{A9385E23-B384-46B2-9BD8-D16AA71EEE33}" type="sibTrans" cxnId="{C3527228-BD11-439F-BC9F-61EE7511B34F}">
      <dgm:prSet/>
      <dgm:spPr/>
      <dgm:t>
        <a:bodyPr/>
        <a:lstStyle/>
        <a:p>
          <a:endParaRPr lang="es-ES"/>
        </a:p>
      </dgm:t>
    </dgm:pt>
    <dgm:pt modelId="{33CD70BC-F702-428D-BE6E-0CD0B84F3BEA}">
      <dgm:prSet phldrT="[Texto]"/>
      <dgm:spPr/>
      <dgm:t>
        <a:bodyPr/>
        <a:lstStyle/>
        <a:p>
          <a:r>
            <a:rPr lang="es-ES" dirty="0" smtClean="0"/>
            <a:t>MEDULAR NEURAL </a:t>
          </a:r>
          <a:endParaRPr lang="es-ES" dirty="0"/>
        </a:p>
      </dgm:t>
    </dgm:pt>
    <dgm:pt modelId="{AA6CDCEB-D1DA-48BF-91E2-BD8F9E4929AD}" type="parTrans" cxnId="{9DB568D9-1630-4006-9BB9-F5A2CACBF25E}">
      <dgm:prSet/>
      <dgm:spPr/>
      <dgm:t>
        <a:bodyPr/>
        <a:lstStyle/>
        <a:p>
          <a:endParaRPr lang="es-ES"/>
        </a:p>
      </dgm:t>
    </dgm:pt>
    <dgm:pt modelId="{0ABDE73D-D8C4-49CF-84E5-20028942F9B0}" type="sibTrans" cxnId="{9DB568D9-1630-4006-9BB9-F5A2CACBF25E}">
      <dgm:prSet/>
      <dgm:spPr/>
      <dgm:t>
        <a:bodyPr/>
        <a:lstStyle/>
        <a:p>
          <a:endParaRPr lang="es-ES"/>
        </a:p>
      </dgm:t>
    </dgm:pt>
    <dgm:pt modelId="{AB74F7A1-181F-4C66-AD49-BBA9C8A6C846}">
      <dgm:prSet phldrT="[Texto]"/>
      <dgm:spPr/>
      <dgm:t>
        <a:bodyPr/>
        <a:lstStyle/>
        <a:p>
          <a:r>
            <a:rPr lang="es-ES" dirty="0" smtClean="0"/>
            <a:t>DORASLES </a:t>
          </a:r>
          <a:endParaRPr lang="es-ES" dirty="0"/>
        </a:p>
      </dgm:t>
    </dgm:pt>
    <dgm:pt modelId="{AE34A8BB-385F-4707-9B49-CF4345EFDC0B}" type="parTrans" cxnId="{B0241CFC-39FF-4148-B906-AA9593EA37F0}">
      <dgm:prSet/>
      <dgm:spPr/>
      <dgm:t>
        <a:bodyPr/>
        <a:lstStyle/>
        <a:p>
          <a:endParaRPr lang="es-ES"/>
        </a:p>
      </dgm:t>
    </dgm:pt>
    <dgm:pt modelId="{1DC7A3D1-D21B-47C2-9692-4CF86C8409D9}" type="sibTrans" cxnId="{B0241CFC-39FF-4148-B906-AA9593EA37F0}">
      <dgm:prSet/>
      <dgm:spPr/>
      <dgm:t>
        <a:bodyPr/>
        <a:lstStyle/>
        <a:p>
          <a:endParaRPr lang="es-ES"/>
        </a:p>
      </dgm:t>
    </dgm:pt>
    <dgm:pt modelId="{C0672F65-4097-4E0B-A52C-4BC7034D5DF5}">
      <dgm:prSet phldrT="[Texto]"/>
      <dgm:spPr/>
      <dgm:t>
        <a:bodyPr/>
        <a:lstStyle/>
        <a:p>
          <a:r>
            <a:rPr lang="es-ES" dirty="0" smtClean="0"/>
            <a:t>VASCULAR O NEUGENICO</a:t>
          </a:r>
          <a:endParaRPr lang="es-ES" dirty="0"/>
        </a:p>
      </dgm:t>
    </dgm:pt>
    <dgm:pt modelId="{BCA4E70A-DD98-4438-876F-8192015950CD}" type="parTrans" cxnId="{78F06021-800E-436A-AAF5-5FD05AA519A9}">
      <dgm:prSet/>
      <dgm:spPr/>
      <dgm:t>
        <a:bodyPr/>
        <a:lstStyle/>
        <a:p>
          <a:endParaRPr lang="es-ES"/>
        </a:p>
      </dgm:t>
    </dgm:pt>
    <dgm:pt modelId="{87EAB605-683D-4720-B1E0-B3528CEE0CFB}" type="sibTrans" cxnId="{78F06021-800E-436A-AAF5-5FD05AA519A9}">
      <dgm:prSet/>
      <dgm:spPr/>
      <dgm:t>
        <a:bodyPr/>
        <a:lstStyle/>
        <a:p>
          <a:endParaRPr lang="es-ES"/>
        </a:p>
      </dgm:t>
    </dgm:pt>
    <dgm:pt modelId="{4B056AE2-F44F-49BA-88CC-263F2AE73BE9}" type="pres">
      <dgm:prSet presAssocID="{3094F9C8-DECA-4F49-A1B5-9F077747FD80}" presName="linear" presStyleCnt="0">
        <dgm:presLayoutVars>
          <dgm:dir/>
          <dgm:animLvl val="lvl"/>
          <dgm:resizeHandles val="exact"/>
        </dgm:presLayoutVars>
      </dgm:prSet>
      <dgm:spPr/>
      <dgm:t>
        <a:bodyPr/>
        <a:lstStyle/>
        <a:p>
          <a:endParaRPr lang="es-ES"/>
        </a:p>
      </dgm:t>
    </dgm:pt>
    <dgm:pt modelId="{C4E57D0E-91CD-413A-94A8-E3BD7002196B}" type="pres">
      <dgm:prSet presAssocID="{41DE38E4-435C-4DFA-8D26-E151D764F1BB}" presName="parentLin" presStyleCnt="0"/>
      <dgm:spPr/>
    </dgm:pt>
    <dgm:pt modelId="{DD9A70EA-FB48-457E-8171-2F27D4E7C2A6}" type="pres">
      <dgm:prSet presAssocID="{41DE38E4-435C-4DFA-8D26-E151D764F1BB}" presName="parentLeftMargin" presStyleLbl="node1" presStyleIdx="0" presStyleCnt="5"/>
      <dgm:spPr/>
      <dgm:t>
        <a:bodyPr/>
        <a:lstStyle/>
        <a:p>
          <a:endParaRPr lang="es-ES"/>
        </a:p>
      </dgm:t>
    </dgm:pt>
    <dgm:pt modelId="{784160DC-2547-41BC-B287-E4262B27F6B1}" type="pres">
      <dgm:prSet presAssocID="{41DE38E4-435C-4DFA-8D26-E151D764F1BB}" presName="parentText" presStyleLbl="node1" presStyleIdx="0" presStyleCnt="5">
        <dgm:presLayoutVars>
          <dgm:chMax val="0"/>
          <dgm:bulletEnabled val="1"/>
        </dgm:presLayoutVars>
      </dgm:prSet>
      <dgm:spPr/>
      <dgm:t>
        <a:bodyPr/>
        <a:lstStyle/>
        <a:p>
          <a:endParaRPr lang="es-ES"/>
        </a:p>
      </dgm:t>
    </dgm:pt>
    <dgm:pt modelId="{EE447DB1-5FD4-421C-BEF5-E6A717D91A3A}" type="pres">
      <dgm:prSet presAssocID="{41DE38E4-435C-4DFA-8D26-E151D764F1BB}" presName="negativeSpace" presStyleCnt="0"/>
      <dgm:spPr/>
    </dgm:pt>
    <dgm:pt modelId="{CB40B10D-69F3-4663-B0D3-EBF3A6C14880}" type="pres">
      <dgm:prSet presAssocID="{41DE38E4-435C-4DFA-8D26-E151D764F1BB}" presName="childText" presStyleLbl="conFgAcc1" presStyleIdx="0" presStyleCnt="5">
        <dgm:presLayoutVars>
          <dgm:bulletEnabled val="1"/>
        </dgm:presLayoutVars>
      </dgm:prSet>
      <dgm:spPr/>
    </dgm:pt>
    <dgm:pt modelId="{6A4B73B6-2D14-4A65-AF35-5EE57F4180B3}" type="pres">
      <dgm:prSet presAssocID="{79F3A5D9-1B1B-4B94-B967-CD56A8B20725}" presName="spaceBetweenRectangles" presStyleCnt="0"/>
      <dgm:spPr/>
    </dgm:pt>
    <dgm:pt modelId="{34AF5D3A-6674-4C37-9174-17F632A4682D}" type="pres">
      <dgm:prSet presAssocID="{AB74F7A1-181F-4C66-AD49-BBA9C8A6C846}" presName="parentLin" presStyleCnt="0"/>
      <dgm:spPr/>
    </dgm:pt>
    <dgm:pt modelId="{DAC047C9-0C85-4586-9F79-B62C6A76FC5E}" type="pres">
      <dgm:prSet presAssocID="{AB74F7A1-181F-4C66-AD49-BBA9C8A6C846}" presName="parentLeftMargin" presStyleLbl="node1" presStyleIdx="0" presStyleCnt="5"/>
      <dgm:spPr/>
      <dgm:t>
        <a:bodyPr/>
        <a:lstStyle/>
        <a:p>
          <a:endParaRPr lang="es-ES"/>
        </a:p>
      </dgm:t>
    </dgm:pt>
    <dgm:pt modelId="{45B0CCCD-542E-49DA-BB60-0B3FE185BD20}" type="pres">
      <dgm:prSet presAssocID="{AB74F7A1-181F-4C66-AD49-BBA9C8A6C846}" presName="parentText" presStyleLbl="node1" presStyleIdx="1" presStyleCnt="5">
        <dgm:presLayoutVars>
          <dgm:chMax val="0"/>
          <dgm:bulletEnabled val="1"/>
        </dgm:presLayoutVars>
      </dgm:prSet>
      <dgm:spPr/>
      <dgm:t>
        <a:bodyPr/>
        <a:lstStyle/>
        <a:p>
          <a:endParaRPr lang="es-ES"/>
        </a:p>
      </dgm:t>
    </dgm:pt>
    <dgm:pt modelId="{8E78573C-C56E-440F-8522-D8CB050255F6}" type="pres">
      <dgm:prSet presAssocID="{AB74F7A1-181F-4C66-AD49-BBA9C8A6C846}" presName="negativeSpace" presStyleCnt="0"/>
      <dgm:spPr/>
    </dgm:pt>
    <dgm:pt modelId="{8E1701B8-5AFC-4B9C-A983-A65ED89765CC}" type="pres">
      <dgm:prSet presAssocID="{AB74F7A1-181F-4C66-AD49-BBA9C8A6C846}" presName="childText" presStyleLbl="conFgAcc1" presStyleIdx="1" presStyleCnt="5">
        <dgm:presLayoutVars>
          <dgm:bulletEnabled val="1"/>
        </dgm:presLayoutVars>
      </dgm:prSet>
      <dgm:spPr/>
    </dgm:pt>
    <dgm:pt modelId="{9D69A188-7D77-42B9-9C89-16B98405D4F8}" type="pres">
      <dgm:prSet presAssocID="{1DC7A3D1-D21B-47C2-9692-4CF86C8409D9}" presName="spaceBetweenRectangles" presStyleCnt="0"/>
      <dgm:spPr/>
    </dgm:pt>
    <dgm:pt modelId="{8144AE54-BA00-4648-9A07-F24AFB9D7B7C}" type="pres">
      <dgm:prSet presAssocID="{D4989889-CA2B-489B-BA0B-684456A99F17}" presName="parentLin" presStyleCnt="0"/>
      <dgm:spPr/>
    </dgm:pt>
    <dgm:pt modelId="{2BE45997-C885-4426-89B7-36759714100D}" type="pres">
      <dgm:prSet presAssocID="{D4989889-CA2B-489B-BA0B-684456A99F17}" presName="parentLeftMargin" presStyleLbl="node1" presStyleIdx="1" presStyleCnt="5"/>
      <dgm:spPr/>
      <dgm:t>
        <a:bodyPr/>
        <a:lstStyle/>
        <a:p>
          <a:endParaRPr lang="es-ES"/>
        </a:p>
      </dgm:t>
    </dgm:pt>
    <dgm:pt modelId="{EA051D7C-214D-4A5A-9EBB-839C091C4D2C}" type="pres">
      <dgm:prSet presAssocID="{D4989889-CA2B-489B-BA0B-684456A99F17}" presName="parentText" presStyleLbl="node1" presStyleIdx="2" presStyleCnt="5">
        <dgm:presLayoutVars>
          <dgm:chMax val="0"/>
          <dgm:bulletEnabled val="1"/>
        </dgm:presLayoutVars>
      </dgm:prSet>
      <dgm:spPr/>
      <dgm:t>
        <a:bodyPr/>
        <a:lstStyle/>
        <a:p>
          <a:endParaRPr lang="es-ES"/>
        </a:p>
      </dgm:t>
    </dgm:pt>
    <dgm:pt modelId="{9AC2FED1-CC05-4E35-89CA-00F3A8A2330D}" type="pres">
      <dgm:prSet presAssocID="{D4989889-CA2B-489B-BA0B-684456A99F17}" presName="negativeSpace" presStyleCnt="0"/>
      <dgm:spPr/>
    </dgm:pt>
    <dgm:pt modelId="{4641CF87-766E-469E-9FB3-A610E2E53A7F}" type="pres">
      <dgm:prSet presAssocID="{D4989889-CA2B-489B-BA0B-684456A99F17}" presName="childText" presStyleLbl="conFgAcc1" presStyleIdx="2" presStyleCnt="5">
        <dgm:presLayoutVars>
          <dgm:bulletEnabled val="1"/>
        </dgm:presLayoutVars>
      </dgm:prSet>
      <dgm:spPr/>
    </dgm:pt>
    <dgm:pt modelId="{862594E8-BACC-4ACF-A504-000AFBE0E939}" type="pres">
      <dgm:prSet presAssocID="{A9385E23-B384-46B2-9BD8-D16AA71EEE33}" presName="spaceBetweenRectangles" presStyleCnt="0"/>
      <dgm:spPr/>
    </dgm:pt>
    <dgm:pt modelId="{1B973D51-7925-45A1-BCBB-1D07DF974B26}" type="pres">
      <dgm:prSet presAssocID="{C0672F65-4097-4E0B-A52C-4BC7034D5DF5}" presName="parentLin" presStyleCnt="0"/>
      <dgm:spPr/>
    </dgm:pt>
    <dgm:pt modelId="{9A9CC664-2FEA-4C63-9EB7-423F8C4A03C9}" type="pres">
      <dgm:prSet presAssocID="{C0672F65-4097-4E0B-A52C-4BC7034D5DF5}" presName="parentLeftMargin" presStyleLbl="node1" presStyleIdx="2" presStyleCnt="5"/>
      <dgm:spPr/>
      <dgm:t>
        <a:bodyPr/>
        <a:lstStyle/>
        <a:p>
          <a:endParaRPr lang="es-ES"/>
        </a:p>
      </dgm:t>
    </dgm:pt>
    <dgm:pt modelId="{41384743-1FBF-4382-A129-19FD7A2E15E2}" type="pres">
      <dgm:prSet presAssocID="{C0672F65-4097-4E0B-A52C-4BC7034D5DF5}" presName="parentText" presStyleLbl="node1" presStyleIdx="3" presStyleCnt="5">
        <dgm:presLayoutVars>
          <dgm:chMax val="0"/>
          <dgm:bulletEnabled val="1"/>
        </dgm:presLayoutVars>
      </dgm:prSet>
      <dgm:spPr/>
      <dgm:t>
        <a:bodyPr/>
        <a:lstStyle/>
        <a:p>
          <a:endParaRPr lang="es-ES"/>
        </a:p>
      </dgm:t>
    </dgm:pt>
    <dgm:pt modelId="{A7E22CA1-76F6-4AF5-A090-CE40A26EFF3B}" type="pres">
      <dgm:prSet presAssocID="{C0672F65-4097-4E0B-A52C-4BC7034D5DF5}" presName="negativeSpace" presStyleCnt="0"/>
      <dgm:spPr/>
    </dgm:pt>
    <dgm:pt modelId="{2BA00839-48FE-442A-8887-E78AA5B5EFF4}" type="pres">
      <dgm:prSet presAssocID="{C0672F65-4097-4E0B-A52C-4BC7034D5DF5}" presName="childText" presStyleLbl="conFgAcc1" presStyleIdx="3" presStyleCnt="5">
        <dgm:presLayoutVars>
          <dgm:bulletEnabled val="1"/>
        </dgm:presLayoutVars>
      </dgm:prSet>
      <dgm:spPr/>
    </dgm:pt>
    <dgm:pt modelId="{653C99DA-6E53-4C28-BB32-3B9BA97B4373}" type="pres">
      <dgm:prSet presAssocID="{87EAB605-683D-4720-B1E0-B3528CEE0CFB}" presName="spaceBetweenRectangles" presStyleCnt="0"/>
      <dgm:spPr/>
    </dgm:pt>
    <dgm:pt modelId="{3328FB11-4BFB-42F1-ACFC-FA15D15D71FC}" type="pres">
      <dgm:prSet presAssocID="{33CD70BC-F702-428D-BE6E-0CD0B84F3BEA}" presName="parentLin" presStyleCnt="0"/>
      <dgm:spPr/>
    </dgm:pt>
    <dgm:pt modelId="{EE64F98C-ED8F-4743-B3E2-25C5FE3D74F8}" type="pres">
      <dgm:prSet presAssocID="{33CD70BC-F702-428D-BE6E-0CD0B84F3BEA}" presName="parentLeftMargin" presStyleLbl="node1" presStyleIdx="3" presStyleCnt="5"/>
      <dgm:spPr/>
      <dgm:t>
        <a:bodyPr/>
        <a:lstStyle/>
        <a:p>
          <a:endParaRPr lang="es-ES"/>
        </a:p>
      </dgm:t>
    </dgm:pt>
    <dgm:pt modelId="{579EE8B5-2432-4E03-9EEB-612B01EFDAF5}" type="pres">
      <dgm:prSet presAssocID="{33CD70BC-F702-428D-BE6E-0CD0B84F3BEA}" presName="parentText" presStyleLbl="node1" presStyleIdx="4" presStyleCnt="5">
        <dgm:presLayoutVars>
          <dgm:chMax val="0"/>
          <dgm:bulletEnabled val="1"/>
        </dgm:presLayoutVars>
      </dgm:prSet>
      <dgm:spPr/>
      <dgm:t>
        <a:bodyPr/>
        <a:lstStyle/>
        <a:p>
          <a:endParaRPr lang="es-ES"/>
        </a:p>
      </dgm:t>
    </dgm:pt>
    <dgm:pt modelId="{D15EB915-5589-4C63-A97D-25DA5532384B}" type="pres">
      <dgm:prSet presAssocID="{33CD70BC-F702-428D-BE6E-0CD0B84F3BEA}" presName="negativeSpace" presStyleCnt="0"/>
      <dgm:spPr/>
    </dgm:pt>
    <dgm:pt modelId="{F2C8239A-432B-439D-B4A0-326F3481D480}" type="pres">
      <dgm:prSet presAssocID="{33CD70BC-F702-428D-BE6E-0CD0B84F3BEA}" presName="childText" presStyleLbl="conFgAcc1" presStyleIdx="4" presStyleCnt="5">
        <dgm:presLayoutVars>
          <dgm:bulletEnabled val="1"/>
        </dgm:presLayoutVars>
      </dgm:prSet>
      <dgm:spPr/>
    </dgm:pt>
  </dgm:ptLst>
  <dgm:cxnLst>
    <dgm:cxn modelId="{111BE756-5E24-441A-8F25-DF528056FF53}" type="presOf" srcId="{33CD70BC-F702-428D-BE6E-0CD0B84F3BEA}" destId="{EE64F98C-ED8F-4743-B3E2-25C5FE3D74F8}" srcOrd="0" destOrd="0" presId="urn:microsoft.com/office/officeart/2005/8/layout/list1"/>
    <dgm:cxn modelId="{BB4DF803-9C65-4852-8423-4EA0DBEC180B}" type="presOf" srcId="{C0672F65-4097-4E0B-A52C-4BC7034D5DF5}" destId="{41384743-1FBF-4382-A129-19FD7A2E15E2}" srcOrd="1" destOrd="0" presId="urn:microsoft.com/office/officeart/2005/8/layout/list1"/>
    <dgm:cxn modelId="{28861A58-CD15-4210-B0D6-0BD92ACB1D58}" type="presOf" srcId="{33CD70BC-F702-428D-BE6E-0CD0B84F3BEA}" destId="{579EE8B5-2432-4E03-9EEB-612B01EFDAF5}" srcOrd="1" destOrd="0" presId="urn:microsoft.com/office/officeart/2005/8/layout/list1"/>
    <dgm:cxn modelId="{C3527228-BD11-439F-BC9F-61EE7511B34F}" srcId="{3094F9C8-DECA-4F49-A1B5-9F077747FD80}" destId="{D4989889-CA2B-489B-BA0B-684456A99F17}" srcOrd="2" destOrd="0" parTransId="{5797214B-C50D-4F32-BF4B-365AE8F78E0E}" sibTransId="{A9385E23-B384-46B2-9BD8-D16AA71EEE33}"/>
    <dgm:cxn modelId="{8680094E-4474-42FD-8CF3-276CE8013259}" type="presOf" srcId="{41DE38E4-435C-4DFA-8D26-E151D764F1BB}" destId="{784160DC-2547-41BC-B287-E4262B27F6B1}" srcOrd="1" destOrd="0" presId="urn:microsoft.com/office/officeart/2005/8/layout/list1"/>
    <dgm:cxn modelId="{C0ABAB3A-5F2A-44B8-B9FA-341563C43C02}" type="presOf" srcId="{AB74F7A1-181F-4C66-AD49-BBA9C8A6C846}" destId="{45B0CCCD-542E-49DA-BB60-0B3FE185BD20}" srcOrd="1" destOrd="0" presId="urn:microsoft.com/office/officeart/2005/8/layout/list1"/>
    <dgm:cxn modelId="{44AC79FA-8EC3-4730-938F-F0FC803E5722}" type="presOf" srcId="{AB74F7A1-181F-4C66-AD49-BBA9C8A6C846}" destId="{DAC047C9-0C85-4586-9F79-B62C6A76FC5E}" srcOrd="0" destOrd="0" presId="urn:microsoft.com/office/officeart/2005/8/layout/list1"/>
    <dgm:cxn modelId="{A6E827BA-7605-4B5B-BE27-6E2830AC6A35}" type="presOf" srcId="{C0672F65-4097-4E0B-A52C-4BC7034D5DF5}" destId="{9A9CC664-2FEA-4C63-9EB7-423F8C4A03C9}" srcOrd="0" destOrd="0" presId="urn:microsoft.com/office/officeart/2005/8/layout/list1"/>
    <dgm:cxn modelId="{0FBAAE9C-C3C7-4998-8BFD-AFFADD444914}" type="presOf" srcId="{D4989889-CA2B-489B-BA0B-684456A99F17}" destId="{EA051D7C-214D-4A5A-9EBB-839C091C4D2C}" srcOrd="1" destOrd="0" presId="urn:microsoft.com/office/officeart/2005/8/layout/list1"/>
    <dgm:cxn modelId="{24579D27-9E25-471F-AC0F-B8A1636D71AE}" type="presOf" srcId="{3094F9C8-DECA-4F49-A1B5-9F077747FD80}" destId="{4B056AE2-F44F-49BA-88CC-263F2AE73BE9}" srcOrd="0" destOrd="0" presId="urn:microsoft.com/office/officeart/2005/8/layout/list1"/>
    <dgm:cxn modelId="{B8772E6F-CD6D-493F-BF71-BB4D007866D0}" type="presOf" srcId="{D4989889-CA2B-489B-BA0B-684456A99F17}" destId="{2BE45997-C885-4426-89B7-36759714100D}" srcOrd="0" destOrd="0" presId="urn:microsoft.com/office/officeart/2005/8/layout/list1"/>
    <dgm:cxn modelId="{78F06021-800E-436A-AAF5-5FD05AA519A9}" srcId="{3094F9C8-DECA-4F49-A1B5-9F077747FD80}" destId="{C0672F65-4097-4E0B-A52C-4BC7034D5DF5}" srcOrd="3" destOrd="0" parTransId="{BCA4E70A-DD98-4438-876F-8192015950CD}" sibTransId="{87EAB605-683D-4720-B1E0-B3528CEE0CFB}"/>
    <dgm:cxn modelId="{402BC063-234D-4A0E-A7E9-856FEA3E9C2B}" type="presOf" srcId="{41DE38E4-435C-4DFA-8D26-E151D764F1BB}" destId="{DD9A70EA-FB48-457E-8171-2F27D4E7C2A6}" srcOrd="0" destOrd="0" presId="urn:microsoft.com/office/officeart/2005/8/layout/list1"/>
    <dgm:cxn modelId="{B0241CFC-39FF-4148-B906-AA9593EA37F0}" srcId="{3094F9C8-DECA-4F49-A1B5-9F077747FD80}" destId="{AB74F7A1-181F-4C66-AD49-BBA9C8A6C846}" srcOrd="1" destOrd="0" parTransId="{AE34A8BB-385F-4707-9B49-CF4345EFDC0B}" sibTransId="{1DC7A3D1-D21B-47C2-9692-4CF86C8409D9}"/>
    <dgm:cxn modelId="{9DB568D9-1630-4006-9BB9-F5A2CACBF25E}" srcId="{3094F9C8-DECA-4F49-A1B5-9F077747FD80}" destId="{33CD70BC-F702-428D-BE6E-0CD0B84F3BEA}" srcOrd="4" destOrd="0" parTransId="{AA6CDCEB-D1DA-48BF-91E2-BD8F9E4929AD}" sibTransId="{0ABDE73D-D8C4-49CF-84E5-20028942F9B0}"/>
    <dgm:cxn modelId="{173E9A16-C217-4762-9B12-D9C8131EBFB7}" srcId="{3094F9C8-DECA-4F49-A1B5-9F077747FD80}" destId="{41DE38E4-435C-4DFA-8D26-E151D764F1BB}" srcOrd="0" destOrd="0" parTransId="{BFC59E08-6DDE-4D15-B8A6-0C311BF84FE5}" sibTransId="{79F3A5D9-1B1B-4B94-B967-CD56A8B20725}"/>
    <dgm:cxn modelId="{6807F117-7A7F-488A-8926-DD3A2EDD7BE6}" type="presParOf" srcId="{4B056AE2-F44F-49BA-88CC-263F2AE73BE9}" destId="{C4E57D0E-91CD-413A-94A8-E3BD7002196B}" srcOrd="0" destOrd="0" presId="urn:microsoft.com/office/officeart/2005/8/layout/list1"/>
    <dgm:cxn modelId="{19B64BEC-C2F9-4AF2-8CCE-1D1DA4E0FD00}" type="presParOf" srcId="{C4E57D0E-91CD-413A-94A8-E3BD7002196B}" destId="{DD9A70EA-FB48-457E-8171-2F27D4E7C2A6}" srcOrd="0" destOrd="0" presId="urn:microsoft.com/office/officeart/2005/8/layout/list1"/>
    <dgm:cxn modelId="{13743A2C-C32B-4250-844B-A1915943A368}" type="presParOf" srcId="{C4E57D0E-91CD-413A-94A8-E3BD7002196B}" destId="{784160DC-2547-41BC-B287-E4262B27F6B1}" srcOrd="1" destOrd="0" presId="urn:microsoft.com/office/officeart/2005/8/layout/list1"/>
    <dgm:cxn modelId="{C1ED5D15-CF62-4648-A166-D219E3CE5903}" type="presParOf" srcId="{4B056AE2-F44F-49BA-88CC-263F2AE73BE9}" destId="{EE447DB1-5FD4-421C-BEF5-E6A717D91A3A}" srcOrd="1" destOrd="0" presId="urn:microsoft.com/office/officeart/2005/8/layout/list1"/>
    <dgm:cxn modelId="{32825F6F-DB01-4193-827E-226C518E1140}" type="presParOf" srcId="{4B056AE2-F44F-49BA-88CC-263F2AE73BE9}" destId="{CB40B10D-69F3-4663-B0D3-EBF3A6C14880}" srcOrd="2" destOrd="0" presId="urn:microsoft.com/office/officeart/2005/8/layout/list1"/>
    <dgm:cxn modelId="{075561AF-B9D3-44A1-B677-237EEC1C1212}" type="presParOf" srcId="{4B056AE2-F44F-49BA-88CC-263F2AE73BE9}" destId="{6A4B73B6-2D14-4A65-AF35-5EE57F4180B3}" srcOrd="3" destOrd="0" presId="urn:microsoft.com/office/officeart/2005/8/layout/list1"/>
    <dgm:cxn modelId="{53777DAA-BEE2-4333-BC0B-BD9822D07B74}" type="presParOf" srcId="{4B056AE2-F44F-49BA-88CC-263F2AE73BE9}" destId="{34AF5D3A-6674-4C37-9174-17F632A4682D}" srcOrd="4" destOrd="0" presId="urn:microsoft.com/office/officeart/2005/8/layout/list1"/>
    <dgm:cxn modelId="{0802644C-5249-4EF7-8BFD-9949D9601A11}" type="presParOf" srcId="{34AF5D3A-6674-4C37-9174-17F632A4682D}" destId="{DAC047C9-0C85-4586-9F79-B62C6A76FC5E}" srcOrd="0" destOrd="0" presId="urn:microsoft.com/office/officeart/2005/8/layout/list1"/>
    <dgm:cxn modelId="{F75A0A2B-7342-4EE6-AEE3-50070E795C5A}" type="presParOf" srcId="{34AF5D3A-6674-4C37-9174-17F632A4682D}" destId="{45B0CCCD-542E-49DA-BB60-0B3FE185BD20}" srcOrd="1" destOrd="0" presId="urn:microsoft.com/office/officeart/2005/8/layout/list1"/>
    <dgm:cxn modelId="{78FDF491-3076-46A2-8DD3-51A5C5052C7C}" type="presParOf" srcId="{4B056AE2-F44F-49BA-88CC-263F2AE73BE9}" destId="{8E78573C-C56E-440F-8522-D8CB050255F6}" srcOrd="5" destOrd="0" presId="urn:microsoft.com/office/officeart/2005/8/layout/list1"/>
    <dgm:cxn modelId="{796891C0-9ACA-4070-BB92-20712FF861ED}" type="presParOf" srcId="{4B056AE2-F44F-49BA-88CC-263F2AE73BE9}" destId="{8E1701B8-5AFC-4B9C-A983-A65ED89765CC}" srcOrd="6" destOrd="0" presId="urn:microsoft.com/office/officeart/2005/8/layout/list1"/>
    <dgm:cxn modelId="{408C41E3-4C6F-41B0-BF48-25D9FCBE3AC0}" type="presParOf" srcId="{4B056AE2-F44F-49BA-88CC-263F2AE73BE9}" destId="{9D69A188-7D77-42B9-9C89-16B98405D4F8}" srcOrd="7" destOrd="0" presId="urn:microsoft.com/office/officeart/2005/8/layout/list1"/>
    <dgm:cxn modelId="{21E5CB70-5AF5-4D7E-88E5-91EFD6912E65}" type="presParOf" srcId="{4B056AE2-F44F-49BA-88CC-263F2AE73BE9}" destId="{8144AE54-BA00-4648-9A07-F24AFB9D7B7C}" srcOrd="8" destOrd="0" presId="urn:microsoft.com/office/officeart/2005/8/layout/list1"/>
    <dgm:cxn modelId="{21054A1D-5C6D-4F3B-AB0B-0C4EABF99F0D}" type="presParOf" srcId="{8144AE54-BA00-4648-9A07-F24AFB9D7B7C}" destId="{2BE45997-C885-4426-89B7-36759714100D}" srcOrd="0" destOrd="0" presId="urn:microsoft.com/office/officeart/2005/8/layout/list1"/>
    <dgm:cxn modelId="{B29E9B56-5C70-4706-90DB-2F21AB8D7B0A}" type="presParOf" srcId="{8144AE54-BA00-4648-9A07-F24AFB9D7B7C}" destId="{EA051D7C-214D-4A5A-9EBB-839C091C4D2C}" srcOrd="1" destOrd="0" presId="urn:microsoft.com/office/officeart/2005/8/layout/list1"/>
    <dgm:cxn modelId="{96B8DF4A-7049-4456-9A18-A9E75596ED43}" type="presParOf" srcId="{4B056AE2-F44F-49BA-88CC-263F2AE73BE9}" destId="{9AC2FED1-CC05-4E35-89CA-00F3A8A2330D}" srcOrd="9" destOrd="0" presId="urn:microsoft.com/office/officeart/2005/8/layout/list1"/>
    <dgm:cxn modelId="{B8A66D9C-F649-4AF5-915D-F7567E9EDE5A}" type="presParOf" srcId="{4B056AE2-F44F-49BA-88CC-263F2AE73BE9}" destId="{4641CF87-766E-469E-9FB3-A610E2E53A7F}" srcOrd="10" destOrd="0" presId="urn:microsoft.com/office/officeart/2005/8/layout/list1"/>
    <dgm:cxn modelId="{C0684D6A-6E1D-4D65-A4B8-F0B05DEC4D38}" type="presParOf" srcId="{4B056AE2-F44F-49BA-88CC-263F2AE73BE9}" destId="{862594E8-BACC-4ACF-A504-000AFBE0E939}" srcOrd="11" destOrd="0" presId="urn:microsoft.com/office/officeart/2005/8/layout/list1"/>
    <dgm:cxn modelId="{19833EBA-E62B-493E-AF3A-38D25523A35D}" type="presParOf" srcId="{4B056AE2-F44F-49BA-88CC-263F2AE73BE9}" destId="{1B973D51-7925-45A1-BCBB-1D07DF974B26}" srcOrd="12" destOrd="0" presId="urn:microsoft.com/office/officeart/2005/8/layout/list1"/>
    <dgm:cxn modelId="{551EFF17-3876-4749-8399-B9B52DA13DD3}" type="presParOf" srcId="{1B973D51-7925-45A1-BCBB-1D07DF974B26}" destId="{9A9CC664-2FEA-4C63-9EB7-423F8C4A03C9}" srcOrd="0" destOrd="0" presId="urn:microsoft.com/office/officeart/2005/8/layout/list1"/>
    <dgm:cxn modelId="{7974CB7D-2CBA-49C1-97EA-60F29EB38DC1}" type="presParOf" srcId="{1B973D51-7925-45A1-BCBB-1D07DF974B26}" destId="{41384743-1FBF-4382-A129-19FD7A2E15E2}" srcOrd="1" destOrd="0" presId="urn:microsoft.com/office/officeart/2005/8/layout/list1"/>
    <dgm:cxn modelId="{1A857A83-C728-46D6-A9ED-5C8A8149851B}" type="presParOf" srcId="{4B056AE2-F44F-49BA-88CC-263F2AE73BE9}" destId="{A7E22CA1-76F6-4AF5-A090-CE40A26EFF3B}" srcOrd="13" destOrd="0" presId="urn:microsoft.com/office/officeart/2005/8/layout/list1"/>
    <dgm:cxn modelId="{67DF7063-BF36-4969-859D-C375BBD275B6}" type="presParOf" srcId="{4B056AE2-F44F-49BA-88CC-263F2AE73BE9}" destId="{2BA00839-48FE-442A-8887-E78AA5B5EFF4}" srcOrd="14" destOrd="0" presId="urn:microsoft.com/office/officeart/2005/8/layout/list1"/>
    <dgm:cxn modelId="{25967FF5-C410-48BB-BFE9-F5A96981B892}" type="presParOf" srcId="{4B056AE2-F44F-49BA-88CC-263F2AE73BE9}" destId="{653C99DA-6E53-4C28-BB32-3B9BA97B4373}" srcOrd="15" destOrd="0" presId="urn:microsoft.com/office/officeart/2005/8/layout/list1"/>
    <dgm:cxn modelId="{2BF2FC00-045E-4752-9BAB-ECAA8A516BA3}" type="presParOf" srcId="{4B056AE2-F44F-49BA-88CC-263F2AE73BE9}" destId="{3328FB11-4BFB-42F1-ACFC-FA15D15D71FC}" srcOrd="16" destOrd="0" presId="urn:microsoft.com/office/officeart/2005/8/layout/list1"/>
    <dgm:cxn modelId="{739D816D-2075-4204-B091-06BA45C2E1DC}" type="presParOf" srcId="{3328FB11-4BFB-42F1-ACFC-FA15D15D71FC}" destId="{EE64F98C-ED8F-4743-B3E2-25C5FE3D74F8}" srcOrd="0" destOrd="0" presId="urn:microsoft.com/office/officeart/2005/8/layout/list1"/>
    <dgm:cxn modelId="{F168C88B-7DE0-410D-B8B4-47B8C64EB1BB}" type="presParOf" srcId="{3328FB11-4BFB-42F1-ACFC-FA15D15D71FC}" destId="{579EE8B5-2432-4E03-9EEB-612B01EFDAF5}" srcOrd="1" destOrd="0" presId="urn:microsoft.com/office/officeart/2005/8/layout/list1"/>
    <dgm:cxn modelId="{0D455F1A-B690-4860-A0DE-D1B04E085A8B}" type="presParOf" srcId="{4B056AE2-F44F-49BA-88CC-263F2AE73BE9}" destId="{D15EB915-5589-4C63-A97D-25DA5532384B}" srcOrd="17" destOrd="0" presId="urn:microsoft.com/office/officeart/2005/8/layout/list1"/>
    <dgm:cxn modelId="{04E598D9-A7A8-425D-9C06-9BDE023D4987}" type="presParOf" srcId="{4B056AE2-F44F-49BA-88CC-263F2AE73BE9}" destId="{F2C8239A-432B-439D-B4A0-326F3481D480}"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92F1C30-12BD-430C-B593-FA516147C72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s-ES"/>
        </a:p>
      </dgm:t>
    </dgm:pt>
    <dgm:pt modelId="{31D67B2B-35F2-48EF-95A2-36C7834555C9}">
      <dgm:prSet/>
      <dgm:spPr/>
      <dgm:t>
        <a:bodyPr/>
        <a:lstStyle/>
        <a:p>
          <a:r>
            <a:rPr lang="es-ES" b="1" dirty="0" smtClean="0">
              <a:ln>
                <a:solidFill>
                  <a:sysClr val="windowText" lastClr="000000"/>
                </a:solidFill>
              </a:ln>
              <a:solidFill>
                <a:schemeClr val="tx1"/>
              </a:solidFill>
            </a:rPr>
            <a:t>Rayos X </a:t>
          </a:r>
          <a:r>
            <a:rPr lang="es-ES" dirty="0" smtClean="0">
              <a:ln>
                <a:solidFill>
                  <a:sysClr val="windowText" lastClr="000000"/>
                </a:solidFill>
              </a:ln>
              <a:solidFill>
                <a:schemeClr val="tx1"/>
              </a:solidFill>
            </a:rPr>
            <a:t>La columna vertebral debe ser evaluada por medio de radiografías realizadas en los planes anteroposterior (AP) y lateral, buscando evaluar la asimetría, la alineación de las vértebras y roturas de las partes duras</a:t>
          </a:r>
          <a:endParaRPr lang="es-ES" dirty="0">
            <a:ln>
              <a:solidFill>
                <a:sysClr val="windowText" lastClr="000000"/>
              </a:solidFill>
            </a:ln>
            <a:solidFill>
              <a:schemeClr val="tx1"/>
            </a:solidFill>
          </a:endParaRPr>
        </a:p>
      </dgm:t>
    </dgm:pt>
    <dgm:pt modelId="{5B40C76B-9226-4556-8EA0-FA9B5655D031}" type="parTrans" cxnId="{911E5BD6-9A2A-41F2-BF35-9E7D2905D8E4}">
      <dgm:prSet/>
      <dgm:spPr/>
      <dgm:t>
        <a:bodyPr/>
        <a:lstStyle/>
        <a:p>
          <a:endParaRPr lang="es-ES"/>
        </a:p>
      </dgm:t>
    </dgm:pt>
    <dgm:pt modelId="{EC287E16-3F73-454A-BB0F-791A11E10EEB}" type="sibTrans" cxnId="{911E5BD6-9A2A-41F2-BF35-9E7D2905D8E4}">
      <dgm:prSet/>
      <dgm:spPr/>
      <dgm:t>
        <a:bodyPr/>
        <a:lstStyle/>
        <a:p>
          <a:endParaRPr lang="es-ES"/>
        </a:p>
      </dgm:t>
    </dgm:pt>
    <dgm:pt modelId="{96078D48-9F42-4B65-8CC2-4BB1F41AA47D}">
      <dgm:prSet/>
      <dgm:spPr/>
      <dgm:t>
        <a:bodyPr/>
        <a:lstStyle/>
        <a:p>
          <a:r>
            <a:rPr lang="es-ES" b="1" dirty="0" smtClean="0">
              <a:ln>
                <a:solidFill>
                  <a:sysClr val="windowText" lastClr="000000"/>
                </a:solidFill>
              </a:ln>
              <a:solidFill>
                <a:schemeClr val="tx1"/>
              </a:solidFill>
            </a:rPr>
            <a:t>Tomografía  computarizada</a:t>
          </a:r>
          <a:r>
            <a:rPr lang="es-ES" dirty="0" smtClean="0">
              <a:ln>
                <a:solidFill>
                  <a:sysClr val="windowText" lastClr="000000"/>
                </a:solidFill>
              </a:ln>
              <a:solidFill>
                <a:schemeClr val="tx1"/>
              </a:solidFill>
            </a:rPr>
            <a:t> permite el diagnóstico de fracturas ocultas de la región cervical y ella es también muy útil en la evaluación de la morfología de la fractura, de la estabilidad del segmento lesionado y de la compresión del canal vertebral por los fragmentos de la vértebra fracturada.</a:t>
          </a:r>
          <a:endParaRPr lang="es-ES" dirty="0">
            <a:ln>
              <a:solidFill>
                <a:sysClr val="windowText" lastClr="000000"/>
              </a:solidFill>
            </a:ln>
            <a:solidFill>
              <a:schemeClr val="tx1"/>
            </a:solidFill>
          </a:endParaRPr>
        </a:p>
      </dgm:t>
    </dgm:pt>
    <dgm:pt modelId="{C9141C7A-843F-4544-A435-94D56A11C8F6}" type="parTrans" cxnId="{4D00CF1D-6221-429F-B7C2-732BF5DE5165}">
      <dgm:prSet/>
      <dgm:spPr/>
      <dgm:t>
        <a:bodyPr/>
        <a:lstStyle/>
        <a:p>
          <a:endParaRPr lang="es-ES"/>
        </a:p>
      </dgm:t>
    </dgm:pt>
    <dgm:pt modelId="{CC7276ED-1561-4993-AE47-998C95EC514B}" type="sibTrans" cxnId="{4D00CF1D-6221-429F-B7C2-732BF5DE5165}">
      <dgm:prSet/>
      <dgm:spPr/>
      <dgm:t>
        <a:bodyPr/>
        <a:lstStyle/>
        <a:p>
          <a:endParaRPr lang="es-ES"/>
        </a:p>
      </dgm:t>
    </dgm:pt>
    <dgm:pt modelId="{94E34E20-5018-4A4A-94DA-28B0518F3F75}">
      <dgm:prSet/>
      <dgm:spPr/>
      <dgm:t>
        <a:bodyPr/>
        <a:lstStyle/>
        <a:p>
          <a:r>
            <a:rPr lang="es-ES" b="1" dirty="0" smtClean="0">
              <a:ln>
                <a:solidFill>
                  <a:sysClr val="windowText" lastClr="000000"/>
                </a:solidFill>
              </a:ln>
              <a:solidFill>
                <a:schemeClr val="tx1"/>
              </a:solidFill>
            </a:rPr>
            <a:t>Resonancia magnética</a:t>
          </a:r>
          <a:r>
            <a:rPr lang="es-ES" dirty="0" smtClean="0">
              <a:ln>
                <a:solidFill>
                  <a:sysClr val="windowText" lastClr="000000"/>
                </a:solidFill>
              </a:ln>
              <a:solidFill>
                <a:schemeClr val="tx1"/>
              </a:solidFill>
            </a:rPr>
            <a:t> ha auxiliado sobre manera el diagnóstico de los TRM y siempre que sea posible debe ser utilizada en la fase primaria del diagnóstico, pues ella permite un análisis detallado de las partes duras, con mejor visualización de contusiones medulares, hematomas, lesiones </a:t>
          </a:r>
          <a:r>
            <a:rPr lang="es-ES" dirty="0" err="1" smtClean="0">
              <a:ln>
                <a:solidFill>
                  <a:sysClr val="windowText" lastClr="000000"/>
                </a:solidFill>
              </a:ln>
              <a:solidFill>
                <a:schemeClr val="tx1"/>
              </a:solidFill>
            </a:rPr>
            <a:t>ligamentares</a:t>
          </a:r>
          <a:r>
            <a:rPr lang="es-ES" dirty="0" smtClean="0">
              <a:ln>
                <a:solidFill>
                  <a:sysClr val="windowText" lastClr="000000"/>
                </a:solidFill>
              </a:ln>
              <a:solidFill>
                <a:schemeClr val="tx1"/>
              </a:solidFill>
            </a:rPr>
            <a:t>, hernias discales y colecciones líquidas</a:t>
          </a:r>
          <a:endParaRPr lang="es-ES" dirty="0">
            <a:ln>
              <a:solidFill>
                <a:sysClr val="windowText" lastClr="000000"/>
              </a:solidFill>
            </a:ln>
            <a:solidFill>
              <a:schemeClr val="tx1"/>
            </a:solidFill>
          </a:endParaRPr>
        </a:p>
      </dgm:t>
    </dgm:pt>
    <dgm:pt modelId="{22D9B055-EF06-4590-BF92-E4470A0E2251}" type="parTrans" cxnId="{9CFDC681-C0DC-4DDB-8E9E-460A84FA166E}">
      <dgm:prSet/>
      <dgm:spPr/>
      <dgm:t>
        <a:bodyPr/>
        <a:lstStyle/>
        <a:p>
          <a:endParaRPr lang="es-ES"/>
        </a:p>
      </dgm:t>
    </dgm:pt>
    <dgm:pt modelId="{595D75DD-A720-4DA4-B39A-1178F8805C02}" type="sibTrans" cxnId="{9CFDC681-C0DC-4DDB-8E9E-460A84FA166E}">
      <dgm:prSet/>
      <dgm:spPr/>
      <dgm:t>
        <a:bodyPr/>
        <a:lstStyle/>
        <a:p>
          <a:endParaRPr lang="es-ES"/>
        </a:p>
      </dgm:t>
    </dgm:pt>
    <dgm:pt modelId="{95575749-B021-473B-82FD-4FBCEF7C66D5}" type="pres">
      <dgm:prSet presAssocID="{292F1C30-12BD-430C-B593-FA516147C725}" presName="linear" presStyleCnt="0">
        <dgm:presLayoutVars>
          <dgm:animLvl val="lvl"/>
          <dgm:resizeHandles val="exact"/>
        </dgm:presLayoutVars>
      </dgm:prSet>
      <dgm:spPr/>
      <dgm:t>
        <a:bodyPr/>
        <a:lstStyle/>
        <a:p>
          <a:endParaRPr lang="es-ES"/>
        </a:p>
      </dgm:t>
    </dgm:pt>
    <dgm:pt modelId="{2342A3A0-6812-4C85-A21D-C24F6AD6A693}" type="pres">
      <dgm:prSet presAssocID="{31D67B2B-35F2-48EF-95A2-36C7834555C9}" presName="parentText" presStyleLbl="node1" presStyleIdx="0" presStyleCnt="3">
        <dgm:presLayoutVars>
          <dgm:chMax val="0"/>
          <dgm:bulletEnabled val="1"/>
        </dgm:presLayoutVars>
      </dgm:prSet>
      <dgm:spPr/>
      <dgm:t>
        <a:bodyPr/>
        <a:lstStyle/>
        <a:p>
          <a:endParaRPr lang="es-ES"/>
        </a:p>
      </dgm:t>
    </dgm:pt>
    <dgm:pt modelId="{50CC7E4F-D840-4994-8EB6-090DD2C796AA}" type="pres">
      <dgm:prSet presAssocID="{EC287E16-3F73-454A-BB0F-791A11E10EEB}" presName="spacer" presStyleCnt="0"/>
      <dgm:spPr/>
    </dgm:pt>
    <dgm:pt modelId="{5143E23B-F23B-4D21-A993-7D2652470EFB}" type="pres">
      <dgm:prSet presAssocID="{96078D48-9F42-4B65-8CC2-4BB1F41AA47D}" presName="parentText" presStyleLbl="node1" presStyleIdx="1" presStyleCnt="3">
        <dgm:presLayoutVars>
          <dgm:chMax val="0"/>
          <dgm:bulletEnabled val="1"/>
        </dgm:presLayoutVars>
      </dgm:prSet>
      <dgm:spPr/>
      <dgm:t>
        <a:bodyPr/>
        <a:lstStyle/>
        <a:p>
          <a:endParaRPr lang="es-ES"/>
        </a:p>
      </dgm:t>
    </dgm:pt>
    <dgm:pt modelId="{EC37459E-353A-48BE-8EF8-81466B206BAF}" type="pres">
      <dgm:prSet presAssocID="{CC7276ED-1561-4993-AE47-998C95EC514B}" presName="spacer" presStyleCnt="0"/>
      <dgm:spPr/>
    </dgm:pt>
    <dgm:pt modelId="{CBC4A35F-EB9E-4FDB-8D84-6BCEE1F6DE76}" type="pres">
      <dgm:prSet presAssocID="{94E34E20-5018-4A4A-94DA-28B0518F3F75}" presName="parentText" presStyleLbl="node1" presStyleIdx="2" presStyleCnt="3">
        <dgm:presLayoutVars>
          <dgm:chMax val="0"/>
          <dgm:bulletEnabled val="1"/>
        </dgm:presLayoutVars>
      </dgm:prSet>
      <dgm:spPr/>
      <dgm:t>
        <a:bodyPr/>
        <a:lstStyle/>
        <a:p>
          <a:endParaRPr lang="es-ES"/>
        </a:p>
      </dgm:t>
    </dgm:pt>
  </dgm:ptLst>
  <dgm:cxnLst>
    <dgm:cxn modelId="{57487E6B-1B68-4F3A-BEB1-FA537FD96C94}" type="presOf" srcId="{94E34E20-5018-4A4A-94DA-28B0518F3F75}" destId="{CBC4A35F-EB9E-4FDB-8D84-6BCEE1F6DE76}" srcOrd="0" destOrd="0" presId="urn:microsoft.com/office/officeart/2005/8/layout/vList2"/>
    <dgm:cxn modelId="{911E5BD6-9A2A-41F2-BF35-9E7D2905D8E4}" srcId="{292F1C30-12BD-430C-B593-FA516147C725}" destId="{31D67B2B-35F2-48EF-95A2-36C7834555C9}" srcOrd="0" destOrd="0" parTransId="{5B40C76B-9226-4556-8EA0-FA9B5655D031}" sibTransId="{EC287E16-3F73-454A-BB0F-791A11E10EEB}"/>
    <dgm:cxn modelId="{9CFDC681-C0DC-4DDB-8E9E-460A84FA166E}" srcId="{292F1C30-12BD-430C-B593-FA516147C725}" destId="{94E34E20-5018-4A4A-94DA-28B0518F3F75}" srcOrd="2" destOrd="0" parTransId="{22D9B055-EF06-4590-BF92-E4470A0E2251}" sibTransId="{595D75DD-A720-4DA4-B39A-1178F8805C02}"/>
    <dgm:cxn modelId="{4D00CF1D-6221-429F-B7C2-732BF5DE5165}" srcId="{292F1C30-12BD-430C-B593-FA516147C725}" destId="{96078D48-9F42-4B65-8CC2-4BB1F41AA47D}" srcOrd="1" destOrd="0" parTransId="{C9141C7A-843F-4544-A435-94D56A11C8F6}" sibTransId="{CC7276ED-1561-4993-AE47-998C95EC514B}"/>
    <dgm:cxn modelId="{7E3CBCD8-FA06-4820-836A-5A0FDD0281A0}" type="presOf" srcId="{96078D48-9F42-4B65-8CC2-4BB1F41AA47D}" destId="{5143E23B-F23B-4D21-A993-7D2652470EFB}" srcOrd="0" destOrd="0" presId="urn:microsoft.com/office/officeart/2005/8/layout/vList2"/>
    <dgm:cxn modelId="{0C9E9D08-1085-4424-8FA3-259BF4852763}" type="presOf" srcId="{31D67B2B-35F2-48EF-95A2-36C7834555C9}" destId="{2342A3A0-6812-4C85-A21D-C24F6AD6A693}" srcOrd="0" destOrd="0" presId="urn:microsoft.com/office/officeart/2005/8/layout/vList2"/>
    <dgm:cxn modelId="{D8C4C19C-B696-492D-B5AD-A05E492C5C20}" type="presOf" srcId="{292F1C30-12BD-430C-B593-FA516147C725}" destId="{95575749-B021-473B-82FD-4FBCEF7C66D5}" srcOrd="0" destOrd="0" presId="urn:microsoft.com/office/officeart/2005/8/layout/vList2"/>
    <dgm:cxn modelId="{66A4213F-3E1B-4A74-B6F1-1916B3241453}" type="presParOf" srcId="{95575749-B021-473B-82FD-4FBCEF7C66D5}" destId="{2342A3A0-6812-4C85-A21D-C24F6AD6A693}" srcOrd="0" destOrd="0" presId="urn:microsoft.com/office/officeart/2005/8/layout/vList2"/>
    <dgm:cxn modelId="{05E8A38D-4CA2-4CFD-AC93-F96ED7E3B6BD}" type="presParOf" srcId="{95575749-B021-473B-82FD-4FBCEF7C66D5}" destId="{50CC7E4F-D840-4994-8EB6-090DD2C796AA}" srcOrd="1" destOrd="0" presId="urn:microsoft.com/office/officeart/2005/8/layout/vList2"/>
    <dgm:cxn modelId="{9891E3A0-A2A5-4752-A855-2019628B60FE}" type="presParOf" srcId="{95575749-B021-473B-82FD-4FBCEF7C66D5}" destId="{5143E23B-F23B-4D21-A993-7D2652470EFB}" srcOrd="2" destOrd="0" presId="urn:microsoft.com/office/officeart/2005/8/layout/vList2"/>
    <dgm:cxn modelId="{A17FF6B2-1F37-49FE-A4DA-564C4F0BC5B6}" type="presParOf" srcId="{95575749-B021-473B-82FD-4FBCEF7C66D5}" destId="{EC37459E-353A-48BE-8EF8-81466B206BAF}" srcOrd="3" destOrd="0" presId="urn:microsoft.com/office/officeart/2005/8/layout/vList2"/>
    <dgm:cxn modelId="{4DAC6634-9B2F-4D67-AF05-8A938D538820}" type="presParOf" srcId="{95575749-B021-473B-82FD-4FBCEF7C66D5}" destId="{CBC4A35F-EB9E-4FDB-8D84-6BCEE1F6DE76}"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E083904-610A-4A13-9776-B8A55257FC89}" type="doc">
      <dgm:prSet loTypeId="urn:microsoft.com/office/officeart/2005/8/layout/lProcess2" loCatId="list" qsTypeId="urn:microsoft.com/office/officeart/2005/8/quickstyle/simple1" qsCatId="simple" csTypeId="urn:microsoft.com/office/officeart/2005/8/colors/accent1_2" csCatId="accent1" phldr="1"/>
      <dgm:spPr/>
      <dgm:t>
        <a:bodyPr/>
        <a:lstStyle/>
        <a:p>
          <a:endParaRPr lang="es-ES"/>
        </a:p>
      </dgm:t>
    </dgm:pt>
    <dgm:pt modelId="{572CBCF3-00C5-4664-B3F2-B6513E5FF393}">
      <dgm:prSet phldrT="[Texto]"/>
      <dgm:spPr/>
      <dgm:t>
        <a:bodyPr/>
        <a:lstStyle/>
        <a:p>
          <a:r>
            <a:rPr lang="es-ES" dirty="0" smtClean="0"/>
            <a:t>Aporte de fluidos</a:t>
          </a:r>
          <a:endParaRPr lang="es-ES" dirty="0"/>
        </a:p>
      </dgm:t>
    </dgm:pt>
    <dgm:pt modelId="{B8B7B237-45E8-47CE-A425-42CDEDCD9533}" type="parTrans" cxnId="{F2F29F4E-E7CE-4C52-9A82-E11616EEE044}">
      <dgm:prSet/>
      <dgm:spPr/>
      <dgm:t>
        <a:bodyPr/>
        <a:lstStyle/>
        <a:p>
          <a:endParaRPr lang="es-ES"/>
        </a:p>
      </dgm:t>
    </dgm:pt>
    <dgm:pt modelId="{7F6B3C86-9976-45CD-9F1E-7CA9DD8B8B29}" type="sibTrans" cxnId="{F2F29F4E-E7CE-4C52-9A82-E11616EEE044}">
      <dgm:prSet/>
      <dgm:spPr/>
      <dgm:t>
        <a:bodyPr/>
        <a:lstStyle/>
        <a:p>
          <a:endParaRPr lang="es-ES"/>
        </a:p>
      </dgm:t>
    </dgm:pt>
    <dgm:pt modelId="{A5F85955-9270-417B-BAEF-C72C739FD844}">
      <dgm:prSet phldrT="[Texto]"/>
      <dgm:spPr/>
      <dgm:t>
        <a:bodyPr/>
        <a:lstStyle/>
        <a:p>
          <a:r>
            <a:rPr lang="es-ES" dirty="0" smtClean="0"/>
            <a:t>Drogas </a:t>
          </a:r>
          <a:r>
            <a:rPr lang="es-ES" dirty="0" err="1" smtClean="0"/>
            <a:t>adernergicas</a:t>
          </a:r>
          <a:endParaRPr lang="es-ES" dirty="0"/>
        </a:p>
      </dgm:t>
    </dgm:pt>
    <dgm:pt modelId="{92D9E93B-C8D0-461A-B04C-7CEDF514DA50}" type="parTrans" cxnId="{A9528A6F-B97A-4AA5-9669-38065DAF2AB9}">
      <dgm:prSet/>
      <dgm:spPr/>
      <dgm:t>
        <a:bodyPr/>
        <a:lstStyle/>
        <a:p>
          <a:endParaRPr lang="es-ES"/>
        </a:p>
      </dgm:t>
    </dgm:pt>
    <dgm:pt modelId="{3329D400-8487-4FCC-8F6B-88C6767E79E6}" type="sibTrans" cxnId="{A9528A6F-B97A-4AA5-9669-38065DAF2AB9}">
      <dgm:prSet/>
      <dgm:spPr/>
      <dgm:t>
        <a:bodyPr/>
        <a:lstStyle/>
        <a:p>
          <a:endParaRPr lang="es-ES"/>
        </a:p>
      </dgm:t>
    </dgm:pt>
    <dgm:pt modelId="{05522665-CF63-4616-A579-40153C9DEA0D}">
      <dgm:prSet phldrT="[Texto]"/>
      <dgm:spPr/>
      <dgm:t>
        <a:bodyPr/>
        <a:lstStyle/>
        <a:p>
          <a:r>
            <a:rPr lang="es-ES" dirty="0" smtClean="0"/>
            <a:t>Depresión </a:t>
          </a:r>
        </a:p>
        <a:p>
          <a:r>
            <a:rPr lang="es-ES" dirty="0" smtClean="0"/>
            <a:t>respiratoria</a:t>
          </a:r>
          <a:endParaRPr lang="es-ES" dirty="0"/>
        </a:p>
      </dgm:t>
    </dgm:pt>
    <dgm:pt modelId="{0F0742E1-DCE8-4447-942A-5346D05166BC}" type="parTrans" cxnId="{C8C340D0-1408-491C-9008-1FB385EAC18C}">
      <dgm:prSet/>
      <dgm:spPr/>
      <dgm:t>
        <a:bodyPr/>
        <a:lstStyle/>
        <a:p>
          <a:endParaRPr lang="es-ES"/>
        </a:p>
      </dgm:t>
    </dgm:pt>
    <dgm:pt modelId="{DD19EEFB-CA46-4F73-9172-BC55DF2E8ED4}" type="sibTrans" cxnId="{C8C340D0-1408-491C-9008-1FB385EAC18C}">
      <dgm:prSet/>
      <dgm:spPr/>
      <dgm:t>
        <a:bodyPr/>
        <a:lstStyle/>
        <a:p>
          <a:endParaRPr lang="es-ES"/>
        </a:p>
      </dgm:t>
    </dgm:pt>
    <dgm:pt modelId="{1A426B2E-D5B9-4904-AAEE-9F6F6EF5F2CC}">
      <dgm:prSet phldrT="[Texto]"/>
      <dgm:spPr/>
      <dgm:t>
        <a:bodyPr/>
        <a:lstStyle/>
        <a:p>
          <a:r>
            <a:rPr lang="es-ES" dirty="0" smtClean="0"/>
            <a:t>Función urinaria</a:t>
          </a:r>
          <a:endParaRPr lang="es-ES" dirty="0"/>
        </a:p>
      </dgm:t>
    </dgm:pt>
    <dgm:pt modelId="{8DD8C0CC-32B2-4DB4-A0B8-8B32EFFC8F8C}" type="parTrans" cxnId="{2D7A6FBF-5AEB-42E3-A055-04BE27A89504}">
      <dgm:prSet/>
      <dgm:spPr/>
      <dgm:t>
        <a:bodyPr/>
        <a:lstStyle/>
        <a:p>
          <a:endParaRPr lang="es-ES"/>
        </a:p>
      </dgm:t>
    </dgm:pt>
    <dgm:pt modelId="{35141B4B-5EB8-4CF7-B3AC-4A3881B170F6}" type="sibTrans" cxnId="{2D7A6FBF-5AEB-42E3-A055-04BE27A89504}">
      <dgm:prSet/>
      <dgm:spPr/>
      <dgm:t>
        <a:bodyPr/>
        <a:lstStyle/>
        <a:p>
          <a:endParaRPr lang="es-ES"/>
        </a:p>
      </dgm:t>
    </dgm:pt>
    <dgm:pt modelId="{EF05A188-025F-46FB-8608-661E6113DDFA}">
      <dgm:prSet phldrT="[Texto]"/>
      <dgm:spPr/>
      <dgm:t>
        <a:bodyPr/>
        <a:lstStyle/>
        <a:p>
          <a:r>
            <a:rPr lang="es-ES" dirty="0" smtClean="0"/>
            <a:t>Sistema gastrointestinal</a:t>
          </a:r>
          <a:endParaRPr lang="es-ES" dirty="0"/>
        </a:p>
      </dgm:t>
    </dgm:pt>
    <dgm:pt modelId="{2D9D7C1C-3B88-4D70-984F-2BD96C481D74}" type="parTrans" cxnId="{B8271788-7E29-48D6-B4C9-D2AB052CD6D0}">
      <dgm:prSet/>
      <dgm:spPr/>
      <dgm:t>
        <a:bodyPr/>
        <a:lstStyle/>
        <a:p>
          <a:endParaRPr lang="es-ES"/>
        </a:p>
      </dgm:t>
    </dgm:pt>
    <dgm:pt modelId="{17509058-0731-4E7B-8BBA-3B9B47C28113}" type="sibTrans" cxnId="{B8271788-7E29-48D6-B4C9-D2AB052CD6D0}">
      <dgm:prSet/>
      <dgm:spPr/>
      <dgm:t>
        <a:bodyPr/>
        <a:lstStyle/>
        <a:p>
          <a:endParaRPr lang="es-ES"/>
        </a:p>
      </dgm:t>
    </dgm:pt>
    <dgm:pt modelId="{E033E24F-30E9-4E37-9EDB-302F6420624E}">
      <dgm:prSet phldrT="[Texto]"/>
      <dgm:spPr/>
      <dgm:t>
        <a:bodyPr/>
        <a:lstStyle/>
        <a:p>
          <a:r>
            <a:rPr lang="es-ES" dirty="0" smtClean="0"/>
            <a:t>Alteraciones vasculares</a:t>
          </a:r>
          <a:endParaRPr lang="es-ES" dirty="0"/>
        </a:p>
      </dgm:t>
    </dgm:pt>
    <dgm:pt modelId="{8CCF880B-BF5E-4062-BA43-802A9E96A65A}" type="parTrans" cxnId="{A842DDDB-3ACE-4D27-B332-D7F1D61201D2}">
      <dgm:prSet/>
      <dgm:spPr/>
      <dgm:t>
        <a:bodyPr/>
        <a:lstStyle/>
        <a:p>
          <a:endParaRPr lang="es-ES"/>
        </a:p>
      </dgm:t>
    </dgm:pt>
    <dgm:pt modelId="{AC12780D-64CE-4285-A205-5BF99C642D8E}" type="sibTrans" cxnId="{A842DDDB-3ACE-4D27-B332-D7F1D61201D2}">
      <dgm:prSet/>
      <dgm:spPr/>
      <dgm:t>
        <a:bodyPr/>
        <a:lstStyle/>
        <a:p>
          <a:endParaRPr lang="es-ES"/>
        </a:p>
      </dgm:t>
    </dgm:pt>
    <dgm:pt modelId="{41B34F40-64EE-447B-9334-E68F0BE108C2}" type="pres">
      <dgm:prSet presAssocID="{EE083904-610A-4A13-9776-B8A55257FC89}" presName="theList" presStyleCnt="0">
        <dgm:presLayoutVars>
          <dgm:dir/>
          <dgm:animLvl val="lvl"/>
          <dgm:resizeHandles val="exact"/>
        </dgm:presLayoutVars>
      </dgm:prSet>
      <dgm:spPr/>
    </dgm:pt>
    <dgm:pt modelId="{93C5D83C-00FB-4858-A95B-2CEC69780B70}" type="pres">
      <dgm:prSet presAssocID="{572CBCF3-00C5-4664-B3F2-B6513E5FF393}" presName="compNode" presStyleCnt="0"/>
      <dgm:spPr/>
    </dgm:pt>
    <dgm:pt modelId="{B201BCFB-E2CD-40FF-A10B-41A39E3D46C9}" type="pres">
      <dgm:prSet presAssocID="{572CBCF3-00C5-4664-B3F2-B6513E5FF393}" presName="aNode" presStyleLbl="bgShp" presStyleIdx="0" presStyleCnt="3"/>
      <dgm:spPr/>
      <dgm:t>
        <a:bodyPr/>
        <a:lstStyle/>
        <a:p>
          <a:endParaRPr lang="es-ES"/>
        </a:p>
      </dgm:t>
    </dgm:pt>
    <dgm:pt modelId="{36DAA7E7-A7E6-4F39-9978-20AAB9CAF876}" type="pres">
      <dgm:prSet presAssocID="{572CBCF3-00C5-4664-B3F2-B6513E5FF393}" presName="textNode" presStyleLbl="bgShp" presStyleIdx="0" presStyleCnt="3"/>
      <dgm:spPr/>
      <dgm:t>
        <a:bodyPr/>
        <a:lstStyle/>
        <a:p>
          <a:endParaRPr lang="es-ES"/>
        </a:p>
      </dgm:t>
    </dgm:pt>
    <dgm:pt modelId="{0817B6CE-6A56-4E0A-BFEC-BA981C4127F2}" type="pres">
      <dgm:prSet presAssocID="{572CBCF3-00C5-4664-B3F2-B6513E5FF393}" presName="compChildNode" presStyleCnt="0"/>
      <dgm:spPr/>
    </dgm:pt>
    <dgm:pt modelId="{0C6073E5-873B-4F31-A307-5D2FFD8EE02A}" type="pres">
      <dgm:prSet presAssocID="{572CBCF3-00C5-4664-B3F2-B6513E5FF393}" presName="theInnerList" presStyleCnt="0"/>
      <dgm:spPr/>
    </dgm:pt>
    <dgm:pt modelId="{24788E69-F051-47EA-AE9C-CE040DA5EEF4}" type="pres">
      <dgm:prSet presAssocID="{A5F85955-9270-417B-BAEF-C72C739FD844}" presName="childNode" presStyleLbl="node1" presStyleIdx="0" presStyleCnt="3" custScaleY="65629">
        <dgm:presLayoutVars>
          <dgm:bulletEnabled val="1"/>
        </dgm:presLayoutVars>
      </dgm:prSet>
      <dgm:spPr/>
    </dgm:pt>
    <dgm:pt modelId="{55CB1BE4-4CCC-49F1-80BB-CF9261FB56C9}" type="pres">
      <dgm:prSet presAssocID="{572CBCF3-00C5-4664-B3F2-B6513E5FF393}" presName="aSpace" presStyleCnt="0"/>
      <dgm:spPr/>
    </dgm:pt>
    <dgm:pt modelId="{B07DF1A0-C0CD-4918-A3CB-42A8C7A2F7A0}" type="pres">
      <dgm:prSet presAssocID="{05522665-CF63-4616-A579-40153C9DEA0D}" presName="compNode" presStyleCnt="0"/>
      <dgm:spPr/>
    </dgm:pt>
    <dgm:pt modelId="{DE6F4173-DD28-44AC-BD20-137C207D8CB4}" type="pres">
      <dgm:prSet presAssocID="{05522665-CF63-4616-A579-40153C9DEA0D}" presName="aNode" presStyleLbl="bgShp" presStyleIdx="1" presStyleCnt="3"/>
      <dgm:spPr/>
      <dgm:t>
        <a:bodyPr/>
        <a:lstStyle/>
        <a:p>
          <a:endParaRPr lang="es-ES"/>
        </a:p>
      </dgm:t>
    </dgm:pt>
    <dgm:pt modelId="{8AA1B587-B7DB-4D4E-9428-43CF169D2454}" type="pres">
      <dgm:prSet presAssocID="{05522665-CF63-4616-A579-40153C9DEA0D}" presName="textNode" presStyleLbl="bgShp" presStyleIdx="1" presStyleCnt="3"/>
      <dgm:spPr/>
      <dgm:t>
        <a:bodyPr/>
        <a:lstStyle/>
        <a:p>
          <a:endParaRPr lang="es-ES"/>
        </a:p>
      </dgm:t>
    </dgm:pt>
    <dgm:pt modelId="{E0638529-D4BB-4E63-9BB3-97F01EF811A4}" type="pres">
      <dgm:prSet presAssocID="{05522665-CF63-4616-A579-40153C9DEA0D}" presName="compChildNode" presStyleCnt="0"/>
      <dgm:spPr/>
    </dgm:pt>
    <dgm:pt modelId="{824C4A2F-C00E-4F16-8502-11E6AC851BB3}" type="pres">
      <dgm:prSet presAssocID="{05522665-CF63-4616-A579-40153C9DEA0D}" presName="theInnerList" presStyleCnt="0"/>
      <dgm:spPr/>
    </dgm:pt>
    <dgm:pt modelId="{71FBCFC2-4D74-45F8-9DA2-11C1F583EC71}" type="pres">
      <dgm:prSet presAssocID="{1A426B2E-D5B9-4904-AAEE-9F6F6EF5F2CC}" presName="childNode" presStyleLbl="node1" presStyleIdx="1" presStyleCnt="3" custScaleY="60493">
        <dgm:presLayoutVars>
          <dgm:bulletEnabled val="1"/>
        </dgm:presLayoutVars>
      </dgm:prSet>
      <dgm:spPr/>
      <dgm:t>
        <a:bodyPr/>
        <a:lstStyle/>
        <a:p>
          <a:endParaRPr lang="es-ES"/>
        </a:p>
      </dgm:t>
    </dgm:pt>
    <dgm:pt modelId="{DF626DCD-1CE5-4F8D-B18C-863E8788989A}" type="pres">
      <dgm:prSet presAssocID="{05522665-CF63-4616-A579-40153C9DEA0D}" presName="aSpace" presStyleCnt="0"/>
      <dgm:spPr/>
    </dgm:pt>
    <dgm:pt modelId="{475ED02F-267E-49BA-945B-11FC3653AF6B}" type="pres">
      <dgm:prSet presAssocID="{EF05A188-025F-46FB-8608-661E6113DDFA}" presName="compNode" presStyleCnt="0"/>
      <dgm:spPr/>
    </dgm:pt>
    <dgm:pt modelId="{F118122B-5D70-4394-9FD1-4A1BB95F66A6}" type="pres">
      <dgm:prSet presAssocID="{EF05A188-025F-46FB-8608-661E6113DDFA}" presName="aNode" presStyleLbl="bgShp" presStyleIdx="2" presStyleCnt="3"/>
      <dgm:spPr/>
    </dgm:pt>
    <dgm:pt modelId="{A84AECD5-60F4-4728-BCC3-02A537A2DE66}" type="pres">
      <dgm:prSet presAssocID="{EF05A188-025F-46FB-8608-661E6113DDFA}" presName="textNode" presStyleLbl="bgShp" presStyleIdx="2" presStyleCnt="3"/>
      <dgm:spPr/>
    </dgm:pt>
    <dgm:pt modelId="{674548E5-CAC4-46CE-8BD8-EA382666C6C1}" type="pres">
      <dgm:prSet presAssocID="{EF05A188-025F-46FB-8608-661E6113DDFA}" presName="compChildNode" presStyleCnt="0"/>
      <dgm:spPr/>
    </dgm:pt>
    <dgm:pt modelId="{08EB6311-C827-489D-9A8C-CC0B8DB66A49}" type="pres">
      <dgm:prSet presAssocID="{EF05A188-025F-46FB-8608-661E6113DDFA}" presName="theInnerList" presStyleCnt="0"/>
      <dgm:spPr/>
    </dgm:pt>
    <dgm:pt modelId="{5228B755-DEB1-42AE-8226-A029C98CE8EB}" type="pres">
      <dgm:prSet presAssocID="{E033E24F-30E9-4E37-9EDB-302F6420624E}" presName="childNode" presStyleLbl="node1" presStyleIdx="2" presStyleCnt="3" custScaleY="56641">
        <dgm:presLayoutVars>
          <dgm:bulletEnabled val="1"/>
        </dgm:presLayoutVars>
      </dgm:prSet>
      <dgm:spPr/>
    </dgm:pt>
  </dgm:ptLst>
  <dgm:cxnLst>
    <dgm:cxn modelId="{FCEC7329-09DE-4C4C-9F94-987D30E191A3}" type="presOf" srcId="{A5F85955-9270-417B-BAEF-C72C739FD844}" destId="{24788E69-F051-47EA-AE9C-CE040DA5EEF4}" srcOrd="0" destOrd="0" presId="urn:microsoft.com/office/officeart/2005/8/layout/lProcess2"/>
    <dgm:cxn modelId="{92C80B36-95D7-41B9-89C9-B1E3F23699F2}" type="presOf" srcId="{1A426B2E-D5B9-4904-AAEE-9F6F6EF5F2CC}" destId="{71FBCFC2-4D74-45F8-9DA2-11C1F583EC71}" srcOrd="0" destOrd="0" presId="urn:microsoft.com/office/officeart/2005/8/layout/lProcess2"/>
    <dgm:cxn modelId="{C8C340D0-1408-491C-9008-1FB385EAC18C}" srcId="{EE083904-610A-4A13-9776-B8A55257FC89}" destId="{05522665-CF63-4616-A579-40153C9DEA0D}" srcOrd="1" destOrd="0" parTransId="{0F0742E1-DCE8-4447-942A-5346D05166BC}" sibTransId="{DD19EEFB-CA46-4F73-9172-BC55DF2E8ED4}"/>
    <dgm:cxn modelId="{F2F29F4E-E7CE-4C52-9A82-E11616EEE044}" srcId="{EE083904-610A-4A13-9776-B8A55257FC89}" destId="{572CBCF3-00C5-4664-B3F2-B6513E5FF393}" srcOrd="0" destOrd="0" parTransId="{B8B7B237-45E8-47CE-A425-42CDEDCD9533}" sibTransId="{7F6B3C86-9976-45CD-9F1E-7CA9DD8B8B29}"/>
    <dgm:cxn modelId="{2B446CD5-C392-4F74-8124-8EC80FC5274A}" type="presOf" srcId="{05522665-CF63-4616-A579-40153C9DEA0D}" destId="{DE6F4173-DD28-44AC-BD20-137C207D8CB4}" srcOrd="0" destOrd="0" presId="urn:microsoft.com/office/officeart/2005/8/layout/lProcess2"/>
    <dgm:cxn modelId="{0466D3D8-6FFF-4103-89DD-B55A55C83BCC}" type="presOf" srcId="{E033E24F-30E9-4E37-9EDB-302F6420624E}" destId="{5228B755-DEB1-42AE-8226-A029C98CE8EB}" srcOrd="0" destOrd="0" presId="urn:microsoft.com/office/officeart/2005/8/layout/lProcess2"/>
    <dgm:cxn modelId="{A9528A6F-B97A-4AA5-9669-38065DAF2AB9}" srcId="{572CBCF3-00C5-4664-B3F2-B6513E5FF393}" destId="{A5F85955-9270-417B-BAEF-C72C739FD844}" srcOrd="0" destOrd="0" parTransId="{92D9E93B-C8D0-461A-B04C-7CEDF514DA50}" sibTransId="{3329D400-8487-4FCC-8F6B-88C6767E79E6}"/>
    <dgm:cxn modelId="{688F5A0C-8CEE-4903-A753-24658753DC88}" type="presOf" srcId="{EF05A188-025F-46FB-8608-661E6113DDFA}" destId="{A84AECD5-60F4-4728-BCC3-02A537A2DE66}" srcOrd="1" destOrd="0" presId="urn:microsoft.com/office/officeart/2005/8/layout/lProcess2"/>
    <dgm:cxn modelId="{9F2A571C-3037-44E4-9E6E-831F9D1329DD}" type="presOf" srcId="{05522665-CF63-4616-A579-40153C9DEA0D}" destId="{8AA1B587-B7DB-4D4E-9428-43CF169D2454}" srcOrd="1" destOrd="0" presId="urn:microsoft.com/office/officeart/2005/8/layout/lProcess2"/>
    <dgm:cxn modelId="{6DB7CA2F-105C-48BD-AE36-3385074C0537}" type="presOf" srcId="{EE083904-610A-4A13-9776-B8A55257FC89}" destId="{41B34F40-64EE-447B-9334-E68F0BE108C2}" srcOrd="0" destOrd="0" presId="urn:microsoft.com/office/officeart/2005/8/layout/lProcess2"/>
    <dgm:cxn modelId="{B8271788-7E29-48D6-B4C9-D2AB052CD6D0}" srcId="{EE083904-610A-4A13-9776-B8A55257FC89}" destId="{EF05A188-025F-46FB-8608-661E6113DDFA}" srcOrd="2" destOrd="0" parTransId="{2D9D7C1C-3B88-4D70-984F-2BD96C481D74}" sibTransId="{17509058-0731-4E7B-8BBA-3B9B47C28113}"/>
    <dgm:cxn modelId="{F0F6612C-A11B-4BCA-9D62-81201D6E21AA}" type="presOf" srcId="{EF05A188-025F-46FB-8608-661E6113DDFA}" destId="{F118122B-5D70-4394-9FD1-4A1BB95F66A6}" srcOrd="0" destOrd="0" presId="urn:microsoft.com/office/officeart/2005/8/layout/lProcess2"/>
    <dgm:cxn modelId="{2D7A6FBF-5AEB-42E3-A055-04BE27A89504}" srcId="{05522665-CF63-4616-A579-40153C9DEA0D}" destId="{1A426B2E-D5B9-4904-AAEE-9F6F6EF5F2CC}" srcOrd="0" destOrd="0" parTransId="{8DD8C0CC-32B2-4DB4-A0B8-8B32EFFC8F8C}" sibTransId="{35141B4B-5EB8-4CF7-B3AC-4A3881B170F6}"/>
    <dgm:cxn modelId="{A842DDDB-3ACE-4D27-B332-D7F1D61201D2}" srcId="{EF05A188-025F-46FB-8608-661E6113DDFA}" destId="{E033E24F-30E9-4E37-9EDB-302F6420624E}" srcOrd="0" destOrd="0" parTransId="{8CCF880B-BF5E-4062-BA43-802A9E96A65A}" sibTransId="{AC12780D-64CE-4285-A205-5BF99C642D8E}"/>
    <dgm:cxn modelId="{957D4B28-193A-4663-8EDC-3575AA939685}" type="presOf" srcId="{572CBCF3-00C5-4664-B3F2-B6513E5FF393}" destId="{B201BCFB-E2CD-40FF-A10B-41A39E3D46C9}" srcOrd="0" destOrd="0" presId="urn:microsoft.com/office/officeart/2005/8/layout/lProcess2"/>
    <dgm:cxn modelId="{700C2C5F-2B42-49BC-B86A-F7CCAEBC5AC8}" type="presOf" srcId="{572CBCF3-00C5-4664-B3F2-B6513E5FF393}" destId="{36DAA7E7-A7E6-4F39-9978-20AAB9CAF876}" srcOrd="1" destOrd="0" presId="urn:microsoft.com/office/officeart/2005/8/layout/lProcess2"/>
    <dgm:cxn modelId="{641F57BB-81C9-4C86-B22D-87276BE9EFBB}" type="presParOf" srcId="{41B34F40-64EE-447B-9334-E68F0BE108C2}" destId="{93C5D83C-00FB-4858-A95B-2CEC69780B70}" srcOrd="0" destOrd="0" presId="urn:microsoft.com/office/officeart/2005/8/layout/lProcess2"/>
    <dgm:cxn modelId="{DB94F97E-1409-48FE-A91A-77F086C2DE02}" type="presParOf" srcId="{93C5D83C-00FB-4858-A95B-2CEC69780B70}" destId="{B201BCFB-E2CD-40FF-A10B-41A39E3D46C9}" srcOrd="0" destOrd="0" presId="urn:microsoft.com/office/officeart/2005/8/layout/lProcess2"/>
    <dgm:cxn modelId="{D0C84DAA-F2BA-4175-A77D-75893445394E}" type="presParOf" srcId="{93C5D83C-00FB-4858-A95B-2CEC69780B70}" destId="{36DAA7E7-A7E6-4F39-9978-20AAB9CAF876}" srcOrd="1" destOrd="0" presId="urn:microsoft.com/office/officeart/2005/8/layout/lProcess2"/>
    <dgm:cxn modelId="{B2695ABC-9613-49DF-8DAA-FFE96AE0F4B8}" type="presParOf" srcId="{93C5D83C-00FB-4858-A95B-2CEC69780B70}" destId="{0817B6CE-6A56-4E0A-BFEC-BA981C4127F2}" srcOrd="2" destOrd="0" presId="urn:microsoft.com/office/officeart/2005/8/layout/lProcess2"/>
    <dgm:cxn modelId="{5E462E6A-E0EC-495A-B2F8-F2F2F5EBA7F2}" type="presParOf" srcId="{0817B6CE-6A56-4E0A-BFEC-BA981C4127F2}" destId="{0C6073E5-873B-4F31-A307-5D2FFD8EE02A}" srcOrd="0" destOrd="0" presId="urn:microsoft.com/office/officeart/2005/8/layout/lProcess2"/>
    <dgm:cxn modelId="{7EB6BE25-6EF4-4951-ACBC-7C959DC4F53F}" type="presParOf" srcId="{0C6073E5-873B-4F31-A307-5D2FFD8EE02A}" destId="{24788E69-F051-47EA-AE9C-CE040DA5EEF4}" srcOrd="0" destOrd="0" presId="urn:microsoft.com/office/officeart/2005/8/layout/lProcess2"/>
    <dgm:cxn modelId="{07D998A7-109C-472F-A87F-677D76C37DC0}" type="presParOf" srcId="{41B34F40-64EE-447B-9334-E68F0BE108C2}" destId="{55CB1BE4-4CCC-49F1-80BB-CF9261FB56C9}" srcOrd="1" destOrd="0" presId="urn:microsoft.com/office/officeart/2005/8/layout/lProcess2"/>
    <dgm:cxn modelId="{8911CF2C-1BC8-4BF9-90C2-DE24297F79BF}" type="presParOf" srcId="{41B34F40-64EE-447B-9334-E68F0BE108C2}" destId="{B07DF1A0-C0CD-4918-A3CB-42A8C7A2F7A0}" srcOrd="2" destOrd="0" presId="urn:microsoft.com/office/officeart/2005/8/layout/lProcess2"/>
    <dgm:cxn modelId="{55893120-2F9B-4709-8F01-DAF3D4FCE76F}" type="presParOf" srcId="{B07DF1A0-C0CD-4918-A3CB-42A8C7A2F7A0}" destId="{DE6F4173-DD28-44AC-BD20-137C207D8CB4}" srcOrd="0" destOrd="0" presId="urn:microsoft.com/office/officeart/2005/8/layout/lProcess2"/>
    <dgm:cxn modelId="{873AA091-ABAA-4D12-9E37-C98059820CA8}" type="presParOf" srcId="{B07DF1A0-C0CD-4918-A3CB-42A8C7A2F7A0}" destId="{8AA1B587-B7DB-4D4E-9428-43CF169D2454}" srcOrd="1" destOrd="0" presId="urn:microsoft.com/office/officeart/2005/8/layout/lProcess2"/>
    <dgm:cxn modelId="{6932CAD8-2A74-46A3-BDBB-B6A8AC4B9386}" type="presParOf" srcId="{B07DF1A0-C0CD-4918-A3CB-42A8C7A2F7A0}" destId="{E0638529-D4BB-4E63-9BB3-97F01EF811A4}" srcOrd="2" destOrd="0" presId="urn:microsoft.com/office/officeart/2005/8/layout/lProcess2"/>
    <dgm:cxn modelId="{7F03DD68-C09C-4926-A746-F4BA7134669E}" type="presParOf" srcId="{E0638529-D4BB-4E63-9BB3-97F01EF811A4}" destId="{824C4A2F-C00E-4F16-8502-11E6AC851BB3}" srcOrd="0" destOrd="0" presId="urn:microsoft.com/office/officeart/2005/8/layout/lProcess2"/>
    <dgm:cxn modelId="{AD1B21C4-F894-4FD6-827C-288EDDFFE7DF}" type="presParOf" srcId="{824C4A2F-C00E-4F16-8502-11E6AC851BB3}" destId="{71FBCFC2-4D74-45F8-9DA2-11C1F583EC71}" srcOrd="0" destOrd="0" presId="urn:microsoft.com/office/officeart/2005/8/layout/lProcess2"/>
    <dgm:cxn modelId="{7B0C887C-56B4-44A9-A10F-D3F25C20448F}" type="presParOf" srcId="{41B34F40-64EE-447B-9334-E68F0BE108C2}" destId="{DF626DCD-1CE5-4F8D-B18C-863E8788989A}" srcOrd="3" destOrd="0" presId="urn:microsoft.com/office/officeart/2005/8/layout/lProcess2"/>
    <dgm:cxn modelId="{D82AA55C-7BCC-4526-B1B7-1CBBB9F5099F}" type="presParOf" srcId="{41B34F40-64EE-447B-9334-E68F0BE108C2}" destId="{475ED02F-267E-49BA-945B-11FC3653AF6B}" srcOrd="4" destOrd="0" presId="urn:microsoft.com/office/officeart/2005/8/layout/lProcess2"/>
    <dgm:cxn modelId="{849B2A34-525A-458A-AC0F-1774E11BD990}" type="presParOf" srcId="{475ED02F-267E-49BA-945B-11FC3653AF6B}" destId="{F118122B-5D70-4394-9FD1-4A1BB95F66A6}" srcOrd="0" destOrd="0" presId="urn:microsoft.com/office/officeart/2005/8/layout/lProcess2"/>
    <dgm:cxn modelId="{20CF42CE-B77A-4DBF-A1EF-E59C4ADBDF95}" type="presParOf" srcId="{475ED02F-267E-49BA-945B-11FC3653AF6B}" destId="{A84AECD5-60F4-4728-BCC3-02A537A2DE66}" srcOrd="1" destOrd="0" presId="urn:microsoft.com/office/officeart/2005/8/layout/lProcess2"/>
    <dgm:cxn modelId="{4D426B76-3927-40BA-8F8E-A408D37C2CAE}" type="presParOf" srcId="{475ED02F-267E-49BA-945B-11FC3653AF6B}" destId="{674548E5-CAC4-46CE-8BD8-EA382666C6C1}" srcOrd="2" destOrd="0" presId="urn:microsoft.com/office/officeart/2005/8/layout/lProcess2"/>
    <dgm:cxn modelId="{22CF7999-3DC3-4FFD-BCB3-6C97C4EB33BF}" type="presParOf" srcId="{674548E5-CAC4-46CE-8BD8-EA382666C6C1}" destId="{08EB6311-C827-489D-9A8C-CC0B8DB66A49}" srcOrd="0" destOrd="0" presId="urn:microsoft.com/office/officeart/2005/8/layout/lProcess2"/>
    <dgm:cxn modelId="{E654A7EC-BC32-4BC7-924D-47D1985F8E4F}" type="presParOf" srcId="{08EB6311-C827-489D-9A8C-CC0B8DB66A49}" destId="{5228B755-DEB1-42AE-8226-A029C98CE8EB}" srcOrd="0" destOrd="0" presId="urn:microsoft.com/office/officeart/2005/8/layout/l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B70715-C144-40A1-BFA5-7015DB6DE92F}">
      <dsp:nvSpPr>
        <dsp:cNvPr id="0" name=""/>
        <dsp:cNvSpPr/>
      </dsp:nvSpPr>
      <dsp:spPr>
        <a:xfrm>
          <a:off x="0" y="21804"/>
          <a:ext cx="8915400" cy="373464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lvl="0" algn="l" defTabSz="1244600">
            <a:lnSpc>
              <a:spcPct val="90000"/>
            </a:lnSpc>
            <a:spcBef>
              <a:spcPct val="0"/>
            </a:spcBef>
            <a:spcAft>
              <a:spcPct val="35000"/>
            </a:spcAft>
          </a:pPr>
          <a:r>
            <a:rPr lang="es-ES" sz="2800" b="0" kern="1200" cap="none" spc="0" dirty="0" smtClean="0">
              <a:ln w="0"/>
              <a:solidFill>
                <a:schemeClr val="tx1"/>
              </a:solidFill>
              <a:effectLst>
                <a:outerShdw blurRad="38100" dist="19050" dir="2700000" algn="tl" rotWithShape="0">
                  <a:schemeClr val="dk1">
                    <a:alpha val="40000"/>
                  </a:schemeClr>
                </a:outerShdw>
              </a:effectLst>
            </a:rPr>
            <a:t>El concepto de traumatismo </a:t>
          </a:r>
          <a:r>
            <a:rPr lang="es-ES" sz="2800" b="0" kern="1200" cap="none" spc="0" dirty="0" err="1" smtClean="0">
              <a:ln w="0"/>
              <a:solidFill>
                <a:schemeClr val="tx1"/>
              </a:solidFill>
              <a:effectLst>
                <a:outerShdw blurRad="38100" dist="19050" dir="2700000" algn="tl" rotWithShape="0">
                  <a:schemeClr val="dk1">
                    <a:alpha val="40000"/>
                  </a:schemeClr>
                </a:outerShdw>
              </a:effectLst>
            </a:rPr>
            <a:t>raquimedular</a:t>
          </a:r>
          <a:r>
            <a:rPr lang="es-ES" sz="2800" b="0" kern="1200" cap="none" spc="0" dirty="0" smtClean="0">
              <a:ln w="0"/>
              <a:solidFill>
                <a:schemeClr val="tx1"/>
              </a:solidFill>
              <a:effectLst>
                <a:outerShdw blurRad="38100" dist="19050" dir="2700000" algn="tl" rotWithShape="0">
                  <a:schemeClr val="dk1">
                    <a:alpha val="40000"/>
                  </a:schemeClr>
                </a:outerShdw>
              </a:effectLst>
            </a:rPr>
            <a:t> (TRM) incluye a todas aquellas lesiones de origen traumático que pueden afectar, conjunta o aisladamente, las diferentes estructuras (óseas, ligamentosas, cartilaginosas, musculares, vasculares, meníngeas, radiculares y, por supuesto, medulares) de la columna vertebral en cualquiera de sus niveles</a:t>
          </a:r>
          <a:endParaRPr lang="es-ES" sz="2800" b="0" kern="1200" cap="none" spc="0" dirty="0">
            <a:ln w="0"/>
            <a:solidFill>
              <a:schemeClr val="tx1"/>
            </a:solidFill>
            <a:effectLst>
              <a:outerShdw blurRad="38100" dist="19050" dir="2700000" algn="tl" rotWithShape="0">
                <a:schemeClr val="dk1">
                  <a:alpha val="40000"/>
                </a:schemeClr>
              </a:outerShdw>
            </a:effectLst>
          </a:endParaRPr>
        </a:p>
      </dsp:txBody>
      <dsp:txXfrm>
        <a:off x="182310" y="204114"/>
        <a:ext cx="8550780" cy="33700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3951B0-9232-4558-8DAE-7593ABE02C14}">
      <dsp:nvSpPr>
        <dsp:cNvPr id="0" name=""/>
        <dsp:cNvSpPr/>
      </dsp:nvSpPr>
      <dsp:spPr>
        <a:xfrm>
          <a:off x="0" y="476897"/>
          <a:ext cx="3152866" cy="189171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ES" sz="1500" b="0" kern="1200" cap="none" spc="0" dirty="0" smtClean="0">
              <a:ln w="0"/>
              <a:solidFill>
                <a:schemeClr val="tx1"/>
              </a:solidFill>
              <a:effectLst>
                <a:outerShdw blurRad="38100" dist="19050" dir="2700000" algn="tl" rotWithShape="0">
                  <a:schemeClr val="dk1">
                    <a:alpha val="40000"/>
                  </a:schemeClr>
                </a:outerShdw>
              </a:effectLst>
            </a:rPr>
            <a:t>•	Grado A - lesión completa, no existe función motora o sensitiva abajo del nivel de la lesión;</a:t>
          </a:r>
          <a:endParaRPr lang="es-ES" sz="1500" b="0" kern="1200" cap="none" spc="0" dirty="0">
            <a:ln w="0"/>
            <a:solidFill>
              <a:schemeClr val="tx1"/>
            </a:solidFill>
            <a:effectLst>
              <a:outerShdw blurRad="38100" dist="19050" dir="2700000" algn="tl" rotWithShape="0">
                <a:schemeClr val="dk1">
                  <a:alpha val="40000"/>
                </a:schemeClr>
              </a:outerShdw>
            </a:effectLst>
          </a:endParaRPr>
        </a:p>
      </dsp:txBody>
      <dsp:txXfrm>
        <a:off x="0" y="476897"/>
        <a:ext cx="3152866" cy="1891719"/>
      </dsp:txXfrm>
    </dsp:sp>
    <dsp:sp modelId="{36C1639D-756B-46D6-B182-61503AB72107}">
      <dsp:nvSpPr>
        <dsp:cNvPr id="0" name=""/>
        <dsp:cNvSpPr/>
      </dsp:nvSpPr>
      <dsp:spPr>
        <a:xfrm>
          <a:off x="3439808" y="434371"/>
          <a:ext cx="3152866" cy="189171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ES" sz="1500" b="0" kern="1200" cap="none" spc="0" dirty="0" smtClean="0">
              <a:ln w="0"/>
              <a:solidFill>
                <a:schemeClr val="tx1"/>
              </a:solidFill>
              <a:effectLst>
                <a:outerShdw blurRad="38100" dist="19050" dir="2700000" algn="tl" rotWithShape="0">
                  <a:schemeClr val="dk1">
                    <a:alpha val="40000"/>
                  </a:schemeClr>
                </a:outerShdw>
              </a:effectLst>
            </a:rPr>
            <a:t>•	Grado B - lesión incompleta, no existe función motora abajo del nivel de la lesión, sin embargo mantiene sensibilidad preservada por debajo de la lesión hasta los últimos segmentos sacros del S4-S5;</a:t>
          </a:r>
          <a:endParaRPr lang="es-ES" sz="1500" b="0" kern="1200" cap="none" spc="0" dirty="0">
            <a:ln w="0"/>
            <a:solidFill>
              <a:schemeClr val="tx1"/>
            </a:solidFill>
            <a:effectLst>
              <a:outerShdw blurRad="38100" dist="19050" dir="2700000" algn="tl" rotWithShape="0">
                <a:schemeClr val="dk1">
                  <a:alpha val="40000"/>
                </a:schemeClr>
              </a:outerShdw>
            </a:effectLst>
          </a:endParaRPr>
        </a:p>
      </dsp:txBody>
      <dsp:txXfrm>
        <a:off x="3439808" y="434371"/>
        <a:ext cx="3152866" cy="1891719"/>
      </dsp:txXfrm>
    </dsp:sp>
    <dsp:sp modelId="{353E52BC-3EC2-4376-95F8-3F1BFCEE2189}">
      <dsp:nvSpPr>
        <dsp:cNvPr id="0" name=""/>
        <dsp:cNvSpPr/>
      </dsp:nvSpPr>
      <dsp:spPr>
        <a:xfrm>
          <a:off x="6936305" y="476897"/>
          <a:ext cx="3152866" cy="189171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ES" sz="1500" b="0" kern="1200" cap="none" spc="0" dirty="0" smtClean="0">
              <a:ln w="0"/>
              <a:solidFill>
                <a:schemeClr val="tx1"/>
              </a:solidFill>
              <a:effectLst>
                <a:outerShdw blurRad="38100" dist="19050" dir="2700000" algn="tl" rotWithShape="0">
                  <a:schemeClr val="dk1">
                    <a:alpha val="40000"/>
                  </a:schemeClr>
                </a:outerShdw>
              </a:effectLst>
            </a:rPr>
            <a:t>•	Grado C - </a:t>
          </a:r>
          <a:r>
            <a:rPr lang="es-ES" sz="1500" b="0" kern="1200" cap="none" spc="0" dirty="0" err="1" smtClean="0">
              <a:ln w="0"/>
              <a:solidFill>
                <a:schemeClr val="tx1"/>
              </a:solidFill>
              <a:effectLst>
                <a:outerShdw blurRad="38100" dist="19050" dir="2700000" algn="tl" rotWithShape="0">
                  <a:schemeClr val="dk1">
                    <a:alpha val="40000"/>
                  </a:schemeClr>
                </a:outerShdw>
              </a:effectLst>
            </a:rPr>
            <a:t>lesion</a:t>
          </a:r>
          <a:r>
            <a:rPr lang="es-ES" sz="1500" b="0" kern="1200" cap="none" spc="0" dirty="0" smtClean="0">
              <a:ln w="0"/>
              <a:solidFill>
                <a:schemeClr val="tx1"/>
              </a:solidFill>
              <a:effectLst>
                <a:outerShdw blurRad="38100" dist="19050" dir="2700000" algn="tl" rotWithShape="0">
                  <a:schemeClr val="dk1">
                    <a:alpha val="40000"/>
                  </a:schemeClr>
                </a:outerShdw>
              </a:effectLst>
            </a:rPr>
            <a:t> incompleta, hay preservación de la función sensitiva y motora abajo del nivel de la lesión, sin embargo la fuerza muscular tiene su grado disminuido con valoración inferior a 3.</a:t>
          </a:r>
          <a:endParaRPr lang="es-ES" sz="1500" b="0" kern="1200" cap="none" spc="0" dirty="0">
            <a:ln w="0"/>
            <a:solidFill>
              <a:schemeClr val="tx1"/>
            </a:solidFill>
            <a:effectLst>
              <a:outerShdw blurRad="38100" dist="19050" dir="2700000" algn="tl" rotWithShape="0">
                <a:schemeClr val="dk1">
                  <a:alpha val="40000"/>
                </a:schemeClr>
              </a:outerShdw>
            </a:effectLst>
          </a:endParaRPr>
        </a:p>
      </dsp:txBody>
      <dsp:txXfrm>
        <a:off x="6936305" y="476897"/>
        <a:ext cx="3152866" cy="1891719"/>
      </dsp:txXfrm>
    </dsp:sp>
    <dsp:sp modelId="{EC21CB45-A7E6-4D36-9882-F53E1A0C01D6}">
      <dsp:nvSpPr>
        <dsp:cNvPr id="0" name=""/>
        <dsp:cNvSpPr/>
      </dsp:nvSpPr>
      <dsp:spPr>
        <a:xfrm>
          <a:off x="1734076" y="2683903"/>
          <a:ext cx="3152866" cy="189171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ES" sz="1500" b="0" kern="1200" cap="none" spc="0" smtClean="0">
              <a:ln w="0"/>
              <a:solidFill>
                <a:schemeClr val="tx1"/>
              </a:solidFill>
              <a:effectLst>
                <a:outerShdw blurRad="38100" dist="19050" dir="2700000" algn="tl" rotWithShape="0">
                  <a:schemeClr val="dk1">
                    <a:alpha val="40000"/>
                  </a:schemeClr>
                </a:outerShdw>
              </a:effectLst>
            </a:rPr>
            <a:t>•	Grado D - lesión incompleta, existe preservación de la función sensitiva y motora abajo del nivel de la lesión, con fuerza muscular con valoración superior 3.</a:t>
          </a:r>
          <a:endParaRPr lang="es-ES" sz="1500" b="0" kern="1200" cap="none" spc="0">
            <a:ln w="0"/>
            <a:solidFill>
              <a:schemeClr val="tx1"/>
            </a:solidFill>
            <a:effectLst>
              <a:outerShdw blurRad="38100" dist="19050" dir="2700000" algn="tl" rotWithShape="0">
                <a:schemeClr val="dk1">
                  <a:alpha val="40000"/>
                </a:schemeClr>
              </a:outerShdw>
            </a:effectLst>
          </a:endParaRPr>
        </a:p>
      </dsp:txBody>
      <dsp:txXfrm>
        <a:off x="1734076" y="2683903"/>
        <a:ext cx="3152866" cy="1891719"/>
      </dsp:txXfrm>
    </dsp:sp>
    <dsp:sp modelId="{E20B3C26-8383-4D09-8CE6-734A68389807}">
      <dsp:nvSpPr>
        <dsp:cNvPr id="0" name=""/>
        <dsp:cNvSpPr/>
      </dsp:nvSpPr>
      <dsp:spPr>
        <a:xfrm>
          <a:off x="5202229" y="2683903"/>
          <a:ext cx="3152866" cy="1891719"/>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s-ES" sz="1500" b="0" kern="1200" cap="none" spc="0" smtClean="0">
              <a:ln w="0"/>
              <a:solidFill>
                <a:schemeClr val="tx1"/>
              </a:solidFill>
              <a:effectLst>
                <a:outerShdw blurRad="38100" dist="19050" dir="2700000" algn="tl" rotWithShape="0">
                  <a:schemeClr val="dk1">
                    <a:alpha val="40000"/>
                  </a:schemeClr>
                </a:outerShdw>
              </a:effectLst>
            </a:rPr>
            <a:t>•	Grado E - las funciones sensitivas y motoras son normales</a:t>
          </a:r>
          <a:endParaRPr lang="es-ES" sz="1500" b="0" kern="1200" cap="none" spc="0">
            <a:ln w="0"/>
            <a:solidFill>
              <a:schemeClr val="tx1"/>
            </a:solidFill>
            <a:effectLst>
              <a:outerShdw blurRad="38100" dist="19050" dir="2700000" algn="tl" rotWithShape="0">
                <a:schemeClr val="dk1">
                  <a:alpha val="40000"/>
                </a:schemeClr>
              </a:outerShdw>
            </a:effectLst>
          </a:endParaRPr>
        </a:p>
      </dsp:txBody>
      <dsp:txXfrm>
        <a:off x="5202229" y="2683903"/>
        <a:ext cx="3152866" cy="18917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B40B10D-69F3-4663-B0D3-EBF3A6C14880}">
      <dsp:nvSpPr>
        <dsp:cNvPr id="0" name=""/>
        <dsp:cNvSpPr/>
      </dsp:nvSpPr>
      <dsp:spPr>
        <a:xfrm>
          <a:off x="0" y="505047"/>
          <a:ext cx="5912285" cy="5796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84160DC-2547-41BC-B287-E4262B27F6B1}">
      <dsp:nvSpPr>
        <dsp:cNvPr id="0" name=""/>
        <dsp:cNvSpPr/>
      </dsp:nvSpPr>
      <dsp:spPr>
        <a:xfrm>
          <a:off x="295614" y="165567"/>
          <a:ext cx="4138599" cy="6789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29" tIns="0" rIns="156429" bIns="0" numCol="1" spcCol="1270" anchor="ctr" anchorCtr="0">
          <a:noAutofit/>
        </a:bodyPr>
        <a:lstStyle/>
        <a:p>
          <a:pPr lvl="0" algn="l" defTabSz="1022350">
            <a:lnSpc>
              <a:spcPct val="90000"/>
            </a:lnSpc>
            <a:spcBef>
              <a:spcPct val="0"/>
            </a:spcBef>
            <a:spcAft>
              <a:spcPct val="35000"/>
            </a:spcAft>
          </a:pPr>
          <a:r>
            <a:rPr lang="es-ES" sz="2300" kern="1200" dirty="0" smtClean="0"/>
            <a:t>CERVICALES</a:t>
          </a:r>
          <a:endParaRPr lang="es-ES" sz="2300" kern="1200" dirty="0"/>
        </a:p>
      </dsp:txBody>
      <dsp:txXfrm>
        <a:off x="328758" y="198711"/>
        <a:ext cx="4072311" cy="612672"/>
      </dsp:txXfrm>
    </dsp:sp>
    <dsp:sp modelId="{8E1701B8-5AFC-4B9C-A983-A65ED89765CC}">
      <dsp:nvSpPr>
        <dsp:cNvPr id="0" name=""/>
        <dsp:cNvSpPr/>
      </dsp:nvSpPr>
      <dsp:spPr>
        <a:xfrm>
          <a:off x="0" y="1548327"/>
          <a:ext cx="5912285" cy="5796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5B0CCCD-542E-49DA-BB60-0B3FE185BD20}">
      <dsp:nvSpPr>
        <dsp:cNvPr id="0" name=""/>
        <dsp:cNvSpPr/>
      </dsp:nvSpPr>
      <dsp:spPr>
        <a:xfrm>
          <a:off x="295614" y="1208847"/>
          <a:ext cx="4138599" cy="6789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29" tIns="0" rIns="156429" bIns="0" numCol="1" spcCol="1270" anchor="ctr" anchorCtr="0">
          <a:noAutofit/>
        </a:bodyPr>
        <a:lstStyle/>
        <a:p>
          <a:pPr lvl="0" algn="l" defTabSz="1022350">
            <a:lnSpc>
              <a:spcPct val="90000"/>
            </a:lnSpc>
            <a:spcBef>
              <a:spcPct val="0"/>
            </a:spcBef>
            <a:spcAft>
              <a:spcPct val="35000"/>
            </a:spcAft>
          </a:pPr>
          <a:r>
            <a:rPr lang="es-ES" sz="2300" kern="1200" dirty="0" smtClean="0"/>
            <a:t>DORASLES </a:t>
          </a:r>
          <a:endParaRPr lang="es-ES" sz="2300" kern="1200" dirty="0"/>
        </a:p>
      </dsp:txBody>
      <dsp:txXfrm>
        <a:off x="328758" y="1241991"/>
        <a:ext cx="4072311" cy="612672"/>
      </dsp:txXfrm>
    </dsp:sp>
    <dsp:sp modelId="{4641CF87-766E-469E-9FB3-A610E2E53A7F}">
      <dsp:nvSpPr>
        <dsp:cNvPr id="0" name=""/>
        <dsp:cNvSpPr/>
      </dsp:nvSpPr>
      <dsp:spPr>
        <a:xfrm>
          <a:off x="0" y="2591607"/>
          <a:ext cx="5912285" cy="5796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A051D7C-214D-4A5A-9EBB-839C091C4D2C}">
      <dsp:nvSpPr>
        <dsp:cNvPr id="0" name=""/>
        <dsp:cNvSpPr/>
      </dsp:nvSpPr>
      <dsp:spPr>
        <a:xfrm>
          <a:off x="295614" y="2252127"/>
          <a:ext cx="4138599" cy="6789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29" tIns="0" rIns="156429" bIns="0" numCol="1" spcCol="1270" anchor="ctr" anchorCtr="0">
          <a:noAutofit/>
        </a:bodyPr>
        <a:lstStyle/>
        <a:p>
          <a:pPr lvl="0" algn="l" defTabSz="1022350">
            <a:lnSpc>
              <a:spcPct val="90000"/>
            </a:lnSpc>
            <a:spcBef>
              <a:spcPct val="0"/>
            </a:spcBef>
            <a:spcAft>
              <a:spcPct val="35000"/>
            </a:spcAft>
          </a:pPr>
          <a:r>
            <a:rPr lang="es-ES" sz="2300" kern="1200" dirty="0" smtClean="0"/>
            <a:t>LUMBARES </a:t>
          </a:r>
          <a:endParaRPr lang="es-ES" sz="2300" kern="1200" dirty="0"/>
        </a:p>
      </dsp:txBody>
      <dsp:txXfrm>
        <a:off x="328758" y="2285271"/>
        <a:ext cx="4072311" cy="612672"/>
      </dsp:txXfrm>
    </dsp:sp>
    <dsp:sp modelId="{2BA00839-48FE-442A-8887-E78AA5B5EFF4}">
      <dsp:nvSpPr>
        <dsp:cNvPr id="0" name=""/>
        <dsp:cNvSpPr/>
      </dsp:nvSpPr>
      <dsp:spPr>
        <a:xfrm>
          <a:off x="0" y="3634887"/>
          <a:ext cx="5912285" cy="5796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41384743-1FBF-4382-A129-19FD7A2E15E2}">
      <dsp:nvSpPr>
        <dsp:cNvPr id="0" name=""/>
        <dsp:cNvSpPr/>
      </dsp:nvSpPr>
      <dsp:spPr>
        <a:xfrm>
          <a:off x="295614" y="3295407"/>
          <a:ext cx="4138599" cy="6789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29" tIns="0" rIns="156429" bIns="0" numCol="1" spcCol="1270" anchor="ctr" anchorCtr="0">
          <a:noAutofit/>
        </a:bodyPr>
        <a:lstStyle/>
        <a:p>
          <a:pPr lvl="0" algn="l" defTabSz="1022350">
            <a:lnSpc>
              <a:spcPct val="90000"/>
            </a:lnSpc>
            <a:spcBef>
              <a:spcPct val="0"/>
            </a:spcBef>
            <a:spcAft>
              <a:spcPct val="35000"/>
            </a:spcAft>
          </a:pPr>
          <a:r>
            <a:rPr lang="es-ES" sz="2300" kern="1200" dirty="0" smtClean="0"/>
            <a:t>VASCULAR O NEUGENICO</a:t>
          </a:r>
          <a:endParaRPr lang="es-ES" sz="2300" kern="1200" dirty="0"/>
        </a:p>
      </dsp:txBody>
      <dsp:txXfrm>
        <a:off x="328758" y="3328551"/>
        <a:ext cx="4072311" cy="612672"/>
      </dsp:txXfrm>
    </dsp:sp>
    <dsp:sp modelId="{F2C8239A-432B-439D-B4A0-326F3481D480}">
      <dsp:nvSpPr>
        <dsp:cNvPr id="0" name=""/>
        <dsp:cNvSpPr/>
      </dsp:nvSpPr>
      <dsp:spPr>
        <a:xfrm>
          <a:off x="0" y="4678167"/>
          <a:ext cx="5912285" cy="579600"/>
        </a:xfrm>
        <a:prstGeom prst="rect">
          <a:avLst/>
        </a:prstGeom>
        <a:solidFill>
          <a:schemeClr val="lt1">
            <a:alpha val="90000"/>
            <a:hueOff val="0"/>
            <a:satOff val="0"/>
            <a:lumOff val="0"/>
            <a:alphaOff val="0"/>
          </a:schemeClr>
        </a:solidFill>
        <a:ln w="15875" cap="rnd"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79EE8B5-2432-4E03-9EEB-612B01EFDAF5}">
      <dsp:nvSpPr>
        <dsp:cNvPr id="0" name=""/>
        <dsp:cNvSpPr/>
      </dsp:nvSpPr>
      <dsp:spPr>
        <a:xfrm>
          <a:off x="295614" y="4338687"/>
          <a:ext cx="4138599" cy="678960"/>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29" tIns="0" rIns="156429" bIns="0" numCol="1" spcCol="1270" anchor="ctr" anchorCtr="0">
          <a:noAutofit/>
        </a:bodyPr>
        <a:lstStyle/>
        <a:p>
          <a:pPr lvl="0" algn="l" defTabSz="1022350">
            <a:lnSpc>
              <a:spcPct val="90000"/>
            </a:lnSpc>
            <a:spcBef>
              <a:spcPct val="0"/>
            </a:spcBef>
            <a:spcAft>
              <a:spcPct val="35000"/>
            </a:spcAft>
          </a:pPr>
          <a:r>
            <a:rPr lang="es-ES" sz="2300" kern="1200" dirty="0" smtClean="0"/>
            <a:t>MEDULAR NEURAL </a:t>
          </a:r>
          <a:endParaRPr lang="es-ES" sz="2300" kern="1200" dirty="0"/>
        </a:p>
      </dsp:txBody>
      <dsp:txXfrm>
        <a:off x="328758" y="4371831"/>
        <a:ext cx="4072311" cy="6126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42A3A0-6812-4C85-A21D-C24F6AD6A693}">
      <dsp:nvSpPr>
        <dsp:cNvPr id="0" name=""/>
        <dsp:cNvSpPr/>
      </dsp:nvSpPr>
      <dsp:spPr>
        <a:xfrm>
          <a:off x="0" y="342077"/>
          <a:ext cx="8083496" cy="147869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s-ES" sz="1700" b="1" kern="1200" dirty="0" smtClean="0">
              <a:ln>
                <a:solidFill>
                  <a:sysClr val="windowText" lastClr="000000"/>
                </a:solidFill>
              </a:ln>
              <a:solidFill>
                <a:schemeClr val="tx1"/>
              </a:solidFill>
            </a:rPr>
            <a:t>Rayos X </a:t>
          </a:r>
          <a:r>
            <a:rPr lang="es-ES" sz="1700" kern="1200" dirty="0" smtClean="0">
              <a:ln>
                <a:solidFill>
                  <a:sysClr val="windowText" lastClr="000000"/>
                </a:solidFill>
              </a:ln>
              <a:solidFill>
                <a:schemeClr val="tx1"/>
              </a:solidFill>
            </a:rPr>
            <a:t>La columna vertebral debe ser evaluada por medio de radiografías realizadas en los planes anteroposterior (AP) y lateral, buscando evaluar la asimetría, la alineación de las vértebras y roturas de las partes duras</a:t>
          </a:r>
          <a:endParaRPr lang="es-ES" sz="1700" kern="1200" dirty="0">
            <a:ln>
              <a:solidFill>
                <a:sysClr val="windowText" lastClr="000000"/>
              </a:solidFill>
            </a:ln>
            <a:solidFill>
              <a:schemeClr val="tx1"/>
            </a:solidFill>
          </a:endParaRPr>
        </a:p>
      </dsp:txBody>
      <dsp:txXfrm>
        <a:off x="72184" y="414261"/>
        <a:ext cx="7939128" cy="1334329"/>
      </dsp:txXfrm>
    </dsp:sp>
    <dsp:sp modelId="{5143E23B-F23B-4D21-A993-7D2652470EFB}">
      <dsp:nvSpPr>
        <dsp:cNvPr id="0" name=""/>
        <dsp:cNvSpPr/>
      </dsp:nvSpPr>
      <dsp:spPr>
        <a:xfrm>
          <a:off x="0" y="1869734"/>
          <a:ext cx="8083496" cy="147869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s-ES" sz="1700" b="1" kern="1200" dirty="0" smtClean="0">
              <a:ln>
                <a:solidFill>
                  <a:sysClr val="windowText" lastClr="000000"/>
                </a:solidFill>
              </a:ln>
              <a:solidFill>
                <a:schemeClr val="tx1"/>
              </a:solidFill>
            </a:rPr>
            <a:t>Tomografía  computarizada</a:t>
          </a:r>
          <a:r>
            <a:rPr lang="es-ES" sz="1700" kern="1200" dirty="0" smtClean="0">
              <a:ln>
                <a:solidFill>
                  <a:sysClr val="windowText" lastClr="000000"/>
                </a:solidFill>
              </a:ln>
              <a:solidFill>
                <a:schemeClr val="tx1"/>
              </a:solidFill>
            </a:rPr>
            <a:t> permite el diagnóstico de fracturas ocultas de la región cervical y ella es también muy útil en la evaluación de la morfología de la fractura, de la estabilidad del segmento lesionado y de la compresión del canal vertebral por los fragmentos de la vértebra fracturada.</a:t>
          </a:r>
          <a:endParaRPr lang="es-ES" sz="1700" kern="1200" dirty="0">
            <a:ln>
              <a:solidFill>
                <a:sysClr val="windowText" lastClr="000000"/>
              </a:solidFill>
            </a:ln>
            <a:solidFill>
              <a:schemeClr val="tx1"/>
            </a:solidFill>
          </a:endParaRPr>
        </a:p>
      </dsp:txBody>
      <dsp:txXfrm>
        <a:off x="72184" y="1941918"/>
        <a:ext cx="7939128" cy="1334329"/>
      </dsp:txXfrm>
    </dsp:sp>
    <dsp:sp modelId="{CBC4A35F-EB9E-4FDB-8D84-6BCEE1F6DE76}">
      <dsp:nvSpPr>
        <dsp:cNvPr id="0" name=""/>
        <dsp:cNvSpPr/>
      </dsp:nvSpPr>
      <dsp:spPr>
        <a:xfrm>
          <a:off x="0" y="3397392"/>
          <a:ext cx="8083496" cy="1478697"/>
        </a:xfrm>
        <a:prstGeom prst="round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lvl="0" algn="l" defTabSz="755650">
            <a:lnSpc>
              <a:spcPct val="90000"/>
            </a:lnSpc>
            <a:spcBef>
              <a:spcPct val="0"/>
            </a:spcBef>
            <a:spcAft>
              <a:spcPct val="35000"/>
            </a:spcAft>
          </a:pPr>
          <a:r>
            <a:rPr lang="es-ES" sz="1700" b="1" kern="1200" dirty="0" smtClean="0">
              <a:ln>
                <a:solidFill>
                  <a:sysClr val="windowText" lastClr="000000"/>
                </a:solidFill>
              </a:ln>
              <a:solidFill>
                <a:schemeClr val="tx1"/>
              </a:solidFill>
            </a:rPr>
            <a:t>Resonancia magnética</a:t>
          </a:r>
          <a:r>
            <a:rPr lang="es-ES" sz="1700" kern="1200" dirty="0" smtClean="0">
              <a:ln>
                <a:solidFill>
                  <a:sysClr val="windowText" lastClr="000000"/>
                </a:solidFill>
              </a:ln>
              <a:solidFill>
                <a:schemeClr val="tx1"/>
              </a:solidFill>
            </a:rPr>
            <a:t> ha auxiliado sobre manera el diagnóstico de los TRM y siempre que sea posible debe ser utilizada en la fase primaria del diagnóstico, pues ella permite un análisis detallado de las partes duras, con mejor visualización de contusiones medulares, hematomas, lesiones </a:t>
          </a:r>
          <a:r>
            <a:rPr lang="es-ES" sz="1700" kern="1200" dirty="0" err="1" smtClean="0">
              <a:ln>
                <a:solidFill>
                  <a:sysClr val="windowText" lastClr="000000"/>
                </a:solidFill>
              </a:ln>
              <a:solidFill>
                <a:schemeClr val="tx1"/>
              </a:solidFill>
            </a:rPr>
            <a:t>ligamentares</a:t>
          </a:r>
          <a:r>
            <a:rPr lang="es-ES" sz="1700" kern="1200" dirty="0" smtClean="0">
              <a:ln>
                <a:solidFill>
                  <a:sysClr val="windowText" lastClr="000000"/>
                </a:solidFill>
              </a:ln>
              <a:solidFill>
                <a:schemeClr val="tx1"/>
              </a:solidFill>
            </a:rPr>
            <a:t>, hernias discales y colecciones líquidas</a:t>
          </a:r>
          <a:endParaRPr lang="es-ES" sz="1700" kern="1200" dirty="0">
            <a:ln>
              <a:solidFill>
                <a:sysClr val="windowText" lastClr="000000"/>
              </a:solidFill>
            </a:ln>
            <a:solidFill>
              <a:schemeClr val="tx1"/>
            </a:solidFill>
          </a:endParaRPr>
        </a:p>
      </dsp:txBody>
      <dsp:txXfrm>
        <a:off x="72184" y="3469576"/>
        <a:ext cx="7939128" cy="133432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01BCFB-E2CD-40FF-A10B-41A39E3D46C9}">
      <dsp:nvSpPr>
        <dsp:cNvPr id="0" name=""/>
        <dsp:cNvSpPr/>
      </dsp:nvSpPr>
      <dsp:spPr>
        <a:xfrm>
          <a:off x="1088" y="0"/>
          <a:ext cx="2829594" cy="3778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ES" sz="2700" kern="1200" dirty="0" smtClean="0"/>
            <a:t>Aporte de fluidos</a:t>
          </a:r>
          <a:endParaRPr lang="es-ES" sz="2700" kern="1200" dirty="0"/>
        </a:p>
      </dsp:txBody>
      <dsp:txXfrm>
        <a:off x="1088" y="0"/>
        <a:ext cx="2829594" cy="1133475"/>
      </dsp:txXfrm>
    </dsp:sp>
    <dsp:sp modelId="{24788E69-F051-47EA-AE9C-CE040DA5EEF4}">
      <dsp:nvSpPr>
        <dsp:cNvPr id="0" name=""/>
        <dsp:cNvSpPr/>
      </dsp:nvSpPr>
      <dsp:spPr>
        <a:xfrm>
          <a:off x="284047" y="1555527"/>
          <a:ext cx="2263675" cy="1611758"/>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es-ES" sz="2400" kern="1200" dirty="0" smtClean="0"/>
            <a:t>Drogas </a:t>
          </a:r>
          <a:r>
            <a:rPr lang="es-ES" sz="2400" kern="1200" dirty="0" err="1" smtClean="0"/>
            <a:t>adernergicas</a:t>
          </a:r>
          <a:endParaRPr lang="es-ES" sz="2400" kern="1200" dirty="0"/>
        </a:p>
      </dsp:txBody>
      <dsp:txXfrm>
        <a:off x="331254" y="1602734"/>
        <a:ext cx="2169261" cy="1517344"/>
      </dsp:txXfrm>
    </dsp:sp>
    <dsp:sp modelId="{DE6F4173-DD28-44AC-BD20-137C207D8CB4}">
      <dsp:nvSpPr>
        <dsp:cNvPr id="0" name=""/>
        <dsp:cNvSpPr/>
      </dsp:nvSpPr>
      <dsp:spPr>
        <a:xfrm>
          <a:off x="3042902" y="0"/>
          <a:ext cx="2829594" cy="3778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ES" sz="2700" kern="1200" dirty="0" smtClean="0"/>
            <a:t>Depresión </a:t>
          </a:r>
        </a:p>
        <a:p>
          <a:pPr lvl="0" algn="ctr" defTabSz="1200150">
            <a:lnSpc>
              <a:spcPct val="90000"/>
            </a:lnSpc>
            <a:spcBef>
              <a:spcPct val="0"/>
            </a:spcBef>
            <a:spcAft>
              <a:spcPct val="35000"/>
            </a:spcAft>
          </a:pPr>
          <a:r>
            <a:rPr lang="es-ES" sz="2700" kern="1200" dirty="0" smtClean="0"/>
            <a:t>respiratoria</a:t>
          </a:r>
          <a:endParaRPr lang="es-ES" sz="2700" kern="1200" dirty="0"/>
        </a:p>
      </dsp:txBody>
      <dsp:txXfrm>
        <a:off x="3042902" y="0"/>
        <a:ext cx="2829594" cy="1133475"/>
      </dsp:txXfrm>
    </dsp:sp>
    <dsp:sp modelId="{71FBCFC2-4D74-45F8-9DA2-11C1F583EC71}">
      <dsp:nvSpPr>
        <dsp:cNvPr id="0" name=""/>
        <dsp:cNvSpPr/>
      </dsp:nvSpPr>
      <dsp:spPr>
        <a:xfrm>
          <a:off x="3325862" y="1618593"/>
          <a:ext cx="2263675" cy="1485624"/>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es-ES" sz="2400" kern="1200" dirty="0" smtClean="0"/>
            <a:t>Función urinaria</a:t>
          </a:r>
          <a:endParaRPr lang="es-ES" sz="2400" kern="1200" dirty="0"/>
        </a:p>
      </dsp:txBody>
      <dsp:txXfrm>
        <a:off x="3369374" y="1662105"/>
        <a:ext cx="2176651" cy="1398600"/>
      </dsp:txXfrm>
    </dsp:sp>
    <dsp:sp modelId="{F118122B-5D70-4394-9FD1-4A1BB95F66A6}">
      <dsp:nvSpPr>
        <dsp:cNvPr id="0" name=""/>
        <dsp:cNvSpPr/>
      </dsp:nvSpPr>
      <dsp:spPr>
        <a:xfrm>
          <a:off x="6084716" y="0"/>
          <a:ext cx="2829594" cy="377825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txBody>
        <a:bodyPr spcFirstLastPara="0" vert="horz" wrap="square" lIns="102870" tIns="102870" rIns="102870" bIns="102870" numCol="1" spcCol="1270" anchor="ctr" anchorCtr="0">
          <a:noAutofit/>
        </a:bodyPr>
        <a:lstStyle/>
        <a:p>
          <a:pPr lvl="0" algn="ctr" defTabSz="1200150">
            <a:lnSpc>
              <a:spcPct val="90000"/>
            </a:lnSpc>
            <a:spcBef>
              <a:spcPct val="0"/>
            </a:spcBef>
            <a:spcAft>
              <a:spcPct val="35000"/>
            </a:spcAft>
          </a:pPr>
          <a:r>
            <a:rPr lang="es-ES" sz="2700" kern="1200" dirty="0" smtClean="0"/>
            <a:t>Sistema gastrointestinal</a:t>
          </a:r>
          <a:endParaRPr lang="es-ES" sz="2700" kern="1200" dirty="0"/>
        </a:p>
      </dsp:txBody>
      <dsp:txXfrm>
        <a:off x="6084716" y="0"/>
        <a:ext cx="2829594" cy="1133475"/>
      </dsp:txXfrm>
    </dsp:sp>
    <dsp:sp modelId="{5228B755-DEB1-42AE-8226-A029C98CE8EB}">
      <dsp:nvSpPr>
        <dsp:cNvPr id="0" name=""/>
        <dsp:cNvSpPr/>
      </dsp:nvSpPr>
      <dsp:spPr>
        <a:xfrm>
          <a:off x="6367676" y="1665893"/>
          <a:ext cx="2263675" cy="1391025"/>
        </a:xfrm>
        <a:prstGeom prst="roundRect">
          <a:avLst>
            <a:gd name="adj" fmla="val 10000"/>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45720" rIns="60960" bIns="45720" numCol="1" spcCol="1270" anchor="ctr" anchorCtr="0">
          <a:noAutofit/>
        </a:bodyPr>
        <a:lstStyle/>
        <a:p>
          <a:pPr lvl="0" algn="ctr" defTabSz="1066800">
            <a:lnSpc>
              <a:spcPct val="90000"/>
            </a:lnSpc>
            <a:spcBef>
              <a:spcPct val="0"/>
            </a:spcBef>
            <a:spcAft>
              <a:spcPct val="35000"/>
            </a:spcAft>
          </a:pPr>
          <a:r>
            <a:rPr lang="es-ES" sz="2400" kern="1200" dirty="0" smtClean="0"/>
            <a:t>Alteraciones vasculares</a:t>
          </a:r>
          <a:endParaRPr lang="es-ES" sz="2400" kern="1200" dirty="0"/>
        </a:p>
      </dsp:txBody>
      <dsp:txXfrm>
        <a:off x="6408418" y="1706635"/>
        <a:ext cx="2182191" cy="1309541"/>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‹Nº›</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s-ES" smtClean="0"/>
              <a:t>Haga clic para modificar el estilo de título del patrón</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s-ES" smtClean="0"/>
              <a:t>Haga clic para modificar el estilo de título del patrón</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s-ES" smtClean="0"/>
              <a:t>Haga clic para modificar el estilo de texto del patrón</a:t>
            </a:r>
          </a:p>
        </p:txBody>
      </p:sp>
      <p:sp>
        <p:nvSpPr>
          <p:cNvPr id="5" name="Date Placeholder 4"/>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‹Nº›</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4/5/2014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4/5/2014</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ES" dirty="0" smtClean="0"/>
              <a:t>TRAUMATISMO RAQUIMEDULAR </a:t>
            </a:r>
            <a:endParaRPr lang="es-ES" dirty="0"/>
          </a:p>
        </p:txBody>
      </p:sp>
      <p:sp>
        <p:nvSpPr>
          <p:cNvPr id="3" name="Subtítulo 2"/>
          <p:cNvSpPr>
            <a:spLocks noGrp="1"/>
          </p:cNvSpPr>
          <p:nvPr>
            <p:ph type="subTitle" idx="1"/>
          </p:nvPr>
        </p:nvSpPr>
        <p:spPr/>
        <p:txBody>
          <a:bodyPr/>
          <a:lstStyle/>
          <a:p>
            <a:endParaRPr lang="es-ES"/>
          </a:p>
        </p:txBody>
      </p:sp>
    </p:spTree>
    <p:extLst>
      <p:ext uri="{BB962C8B-B14F-4D97-AF65-F5344CB8AC3E}">
        <p14:creationId xmlns:p14="http://schemas.microsoft.com/office/powerpoint/2010/main" val="26468638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494326508"/>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uadroTexto 4"/>
          <p:cNvSpPr txBox="1"/>
          <p:nvPr/>
        </p:nvSpPr>
        <p:spPr>
          <a:xfrm>
            <a:off x="1878904" y="613775"/>
            <a:ext cx="3058851" cy="707886"/>
          </a:xfrm>
          <a:prstGeom prst="rect">
            <a:avLst/>
          </a:prstGeom>
          <a:noFill/>
        </p:spPr>
        <p:txBody>
          <a:bodyPr wrap="none" rtlCol="0">
            <a:spAutoFit/>
          </a:bodyPr>
          <a:lstStyle/>
          <a:p>
            <a:r>
              <a:rPr lang="es-ES" sz="4000" b="1" dirty="0" smtClean="0"/>
              <a:t>DEFINICIÓN</a:t>
            </a:r>
            <a:endParaRPr lang="es-ES" sz="4000" b="1" dirty="0"/>
          </a:p>
        </p:txBody>
      </p:sp>
    </p:spTree>
    <p:extLst>
      <p:ext uri="{BB962C8B-B14F-4D97-AF65-F5344CB8AC3E}">
        <p14:creationId xmlns:p14="http://schemas.microsoft.com/office/powerpoint/2010/main" val="28159967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92925" y="624110"/>
            <a:ext cx="8911687" cy="728701"/>
          </a:xfrm>
        </p:spPr>
        <p:txBody>
          <a:bodyPr/>
          <a:lstStyle/>
          <a:p>
            <a:r>
              <a:rPr lang="es-ES" b="1" dirty="0" smtClean="0"/>
              <a:t>CLASIFICACIÓN </a:t>
            </a:r>
            <a:endParaRPr lang="es-ES" b="1" dirty="0"/>
          </a:p>
        </p:txBody>
      </p:sp>
      <p:graphicFrame>
        <p:nvGraphicFramePr>
          <p:cNvPr id="4" name="Marcador de contenido 3"/>
          <p:cNvGraphicFramePr>
            <a:graphicFrameLocks noGrp="1"/>
          </p:cNvGraphicFramePr>
          <p:nvPr>
            <p:ph idx="1"/>
            <p:extLst>
              <p:ext uri="{D42A27DB-BD31-4B8C-83A1-F6EECF244321}">
                <p14:modId xmlns:p14="http://schemas.microsoft.com/office/powerpoint/2010/main" val="2845125046"/>
              </p:ext>
            </p:extLst>
          </p:nvPr>
        </p:nvGraphicFramePr>
        <p:xfrm>
          <a:off x="1415440" y="1560786"/>
          <a:ext cx="10089172" cy="505252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90763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852835625"/>
              </p:ext>
            </p:extLst>
          </p:nvPr>
        </p:nvGraphicFramePr>
        <p:xfrm>
          <a:off x="5711868" y="839244"/>
          <a:ext cx="5912285" cy="54233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9908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Marcador de contenido 3"/>
          <p:cNvGraphicFramePr>
            <a:graphicFrameLocks noGrp="1"/>
          </p:cNvGraphicFramePr>
          <p:nvPr>
            <p:ph idx="1"/>
            <p:extLst>
              <p:ext uri="{D42A27DB-BD31-4B8C-83A1-F6EECF244321}">
                <p14:modId xmlns:p14="http://schemas.microsoft.com/office/powerpoint/2010/main" val="823028772"/>
              </p:ext>
            </p:extLst>
          </p:nvPr>
        </p:nvGraphicFramePr>
        <p:xfrm>
          <a:off x="3421117" y="693683"/>
          <a:ext cx="8083496" cy="52181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1 CuadroTexto"/>
          <p:cNvSpPr txBox="1"/>
          <p:nvPr/>
        </p:nvSpPr>
        <p:spPr>
          <a:xfrm>
            <a:off x="1671145" y="1371600"/>
            <a:ext cx="1598515" cy="646331"/>
          </a:xfrm>
          <a:prstGeom prst="rect">
            <a:avLst/>
          </a:prstGeom>
          <a:noFill/>
        </p:spPr>
        <p:txBody>
          <a:bodyPr wrap="none" rtlCol="0">
            <a:spAutoFit/>
          </a:bodyPr>
          <a:lstStyle/>
          <a:p>
            <a:r>
              <a:rPr lang="es-ES" dirty="0" smtClean="0"/>
              <a:t>Medios</a:t>
            </a:r>
          </a:p>
          <a:p>
            <a:r>
              <a:rPr lang="es-ES" dirty="0" err="1" smtClean="0"/>
              <a:t>diagnosticos</a:t>
            </a:r>
            <a:endParaRPr lang="es-ES" dirty="0"/>
          </a:p>
        </p:txBody>
      </p:sp>
    </p:spTree>
    <p:extLst>
      <p:ext uri="{BB962C8B-B14F-4D97-AF65-F5344CB8AC3E}">
        <p14:creationId xmlns:p14="http://schemas.microsoft.com/office/powerpoint/2010/main" val="23567517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2 Marcador de contenido"/>
          <p:cNvGraphicFramePr>
            <a:graphicFrameLocks noGrp="1"/>
          </p:cNvGraphicFramePr>
          <p:nvPr>
            <p:ph idx="1"/>
            <p:extLst>
              <p:ext uri="{D42A27DB-BD31-4B8C-83A1-F6EECF244321}">
                <p14:modId xmlns:p14="http://schemas.microsoft.com/office/powerpoint/2010/main" val="3545181260"/>
              </p:ext>
            </p:extLst>
          </p:nvPr>
        </p:nvGraphicFramePr>
        <p:xfrm>
          <a:off x="2589213" y="2133600"/>
          <a:ext cx="8915400" cy="3778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3 Título"/>
          <p:cNvSpPr>
            <a:spLocks noGrp="1"/>
          </p:cNvSpPr>
          <p:nvPr>
            <p:ph type="title"/>
          </p:nvPr>
        </p:nvSpPr>
        <p:spPr/>
        <p:txBody>
          <a:bodyPr/>
          <a:lstStyle/>
          <a:p>
            <a:endParaRPr lang="es-ES"/>
          </a:p>
        </p:txBody>
      </p:sp>
    </p:spTree>
    <p:extLst>
      <p:ext uri="{BB962C8B-B14F-4D97-AF65-F5344CB8AC3E}">
        <p14:creationId xmlns:p14="http://schemas.microsoft.com/office/powerpoint/2010/main" val="947522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b="1" dirty="0" smtClean="0"/>
              <a:t>Atención de enfermería en la fases aguda</a:t>
            </a:r>
            <a:endParaRPr lang="es-ES" b="1" dirty="0"/>
          </a:p>
        </p:txBody>
      </p:sp>
      <p:sp>
        <p:nvSpPr>
          <p:cNvPr id="3" name="2 Marcador de contenido"/>
          <p:cNvSpPr>
            <a:spLocks noGrp="1"/>
          </p:cNvSpPr>
          <p:nvPr>
            <p:ph idx="1"/>
          </p:nvPr>
        </p:nvSpPr>
        <p:spPr/>
        <p:txBody>
          <a:bodyPr/>
          <a:lstStyle/>
          <a:p>
            <a:endParaRPr lang="es-ES" dirty="0"/>
          </a:p>
        </p:txBody>
      </p:sp>
      <p:sp>
        <p:nvSpPr>
          <p:cNvPr id="4" name="3 Llamada de flecha a la derecha"/>
          <p:cNvSpPr/>
          <p:nvPr/>
        </p:nvSpPr>
        <p:spPr>
          <a:xfrm>
            <a:off x="2617076" y="2238703"/>
            <a:ext cx="2695903" cy="1166649"/>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ysClr val="windowText" lastClr="000000"/>
                </a:solidFill>
              </a:rPr>
              <a:t>Necesidad de</a:t>
            </a:r>
          </a:p>
          <a:p>
            <a:pPr algn="ctr"/>
            <a:r>
              <a:rPr lang="es-ES" dirty="0" smtClean="0">
                <a:solidFill>
                  <a:sysClr val="windowText" lastClr="000000"/>
                </a:solidFill>
              </a:rPr>
              <a:t>oxigenación</a:t>
            </a:r>
            <a:endParaRPr lang="es-ES" dirty="0">
              <a:solidFill>
                <a:sysClr val="windowText" lastClr="000000"/>
              </a:solidFill>
            </a:endParaRPr>
          </a:p>
        </p:txBody>
      </p:sp>
      <p:sp>
        <p:nvSpPr>
          <p:cNvPr id="5" name="4 Rectángulo redondeado"/>
          <p:cNvSpPr/>
          <p:nvPr/>
        </p:nvSpPr>
        <p:spPr>
          <a:xfrm>
            <a:off x="5707117" y="2238703"/>
            <a:ext cx="5691352" cy="3547242"/>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Las lesiones medulares altas pueden deteriorar la función de la musculatura utilizada durante la respiración, es decir, el diafragma y los músculos intercostales visto que estos pacientes no poseen el control normal de los mismos. En las lesiones la nivel de las C3, C4, C5 hay alteración del diafragma; en las C2-C4 en los músculos </a:t>
            </a:r>
            <a:r>
              <a:rPr lang="es-ES" dirty="0" err="1"/>
              <a:t>accessorios</a:t>
            </a:r>
            <a:r>
              <a:rPr lang="es-ES" dirty="0"/>
              <a:t>; en las D1-D7 en los músculos intercostales y en las de D6-D12 en los músculos abdominales</a:t>
            </a:r>
            <a:endParaRPr lang="es-ES" dirty="0"/>
          </a:p>
        </p:txBody>
      </p:sp>
    </p:spTree>
    <p:extLst>
      <p:ext uri="{BB962C8B-B14F-4D97-AF65-F5344CB8AC3E}">
        <p14:creationId xmlns:p14="http://schemas.microsoft.com/office/powerpoint/2010/main" val="29976593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459421" y="599090"/>
            <a:ext cx="9097947"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45930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21817" y="1150884"/>
            <a:ext cx="9302888" cy="5234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529768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34207" y="867103"/>
            <a:ext cx="9770405" cy="5675587"/>
          </a:xfrm>
        </p:spPr>
        <p:txBody>
          <a:bodyPr/>
          <a:lstStyle/>
          <a:p>
            <a:endParaRPr lang="es-ES" dirty="0"/>
          </a:p>
        </p:txBody>
      </p:sp>
      <p:sp>
        <p:nvSpPr>
          <p:cNvPr id="4" name="3 Llamada de flecha a la derecha"/>
          <p:cNvSpPr/>
          <p:nvPr/>
        </p:nvSpPr>
        <p:spPr>
          <a:xfrm>
            <a:off x="1765738" y="472964"/>
            <a:ext cx="2695903" cy="1166649"/>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ysClr val="windowText" lastClr="000000"/>
                </a:solidFill>
              </a:rPr>
              <a:t>Necesidad de</a:t>
            </a:r>
          </a:p>
          <a:p>
            <a:pPr algn="ctr"/>
            <a:r>
              <a:rPr lang="es-ES" dirty="0" smtClean="0">
                <a:solidFill>
                  <a:sysClr val="windowText" lastClr="000000"/>
                </a:solidFill>
              </a:rPr>
              <a:t>eliminación</a:t>
            </a:r>
            <a:endParaRPr lang="es-ES" dirty="0">
              <a:solidFill>
                <a:sysClr val="windowText" lastClr="000000"/>
              </a:solidFill>
            </a:endParaRPr>
          </a:p>
        </p:txBody>
      </p:sp>
      <p:sp>
        <p:nvSpPr>
          <p:cNvPr id="5" name="4 Rectángulo redondeado"/>
          <p:cNvSpPr/>
          <p:nvPr/>
        </p:nvSpPr>
        <p:spPr>
          <a:xfrm>
            <a:off x="4871545" y="283780"/>
            <a:ext cx="6526924" cy="64480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r>
              <a:rPr lang="es-ES" dirty="0"/>
              <a:t>La lesión medular determina también alteraciones en el control intestinal. De este modo la persona con lesión medular puede presentar incontinencia intestinal refleja, debido a la falta del control del esfínter cuando la lesión se localiza por encima del nivel de la D11 o incontinencia intestinal </a:t>
            </a:r>
            <a:r>
              <a:rPr lang="es-ES" dirty="0" err="1"/>
              <a:t>arrefleja</a:t>
            </a:r>
            <a:r>
              <a:rPr lang="es-ES" dirty="0"/>
              <a:t>, por falta de control voluntario del esfínter en las lesiones medulares que afectan el arco reflejo del sacro en las S2- S3.</a:t>
            </a:r>
          </a:p>
          <a:p>
            <a:r>
              <a:rPr lang="es-ES" dirty="0" smtClean="0"/>
              <a:t>La </a:t>
            </a:r>
            <a:r>
              <a:rPr lang="es-ES" dirty="0"/>
              <a:t>interrupción del arco reflejo sacro, y de un esfínter anal flácido, puede producir incontinencia intestinal sin estimulación rectal. En la lesión medular de nivel más alto el disturbio está principalmente relacionado con tendencia a la obstrucción intestinal crónica y en la lesión medular más baja el disturbio está relacionado con tendencia a la incontinencia fecal, eliminación accidental de heces.</a:t>
            </a:r>
          </a:p>
          <a:p>
            <a:pPr algn="ctr"/>
            <a:endParaRPr lang="es-ES" dirty="0"/>
          </a:p>
        </p:txBody>
      </p:sp>
    </p:spTree>
    <p:extLst>
      <p:ext uri="{BB962C8B-B14F-4D97-AF65-F5344CB8AC3E}">
        <p14:creationId xmlns:p14="http://schemas.microsoft.com/office/powerpoint/2010/main" val="3702960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2665" y="639379"/>
            <a:ext cx="8487432" cy="1946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2665" y="2963479"/>
            <a:ext cx="8487432" cy="2034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67592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34207" y="867103"/>
            <a:ext cx="9770405" cy="5675587"/>
          </a:xfrm>
        </p:spPr>
        <p:txBody>
          <a:bodyPr/>
          <a:lstStyle/>
          <a:p>
            <a:endParaRPr lang="es-ES" dirty="0"/>
          </a:p>
        </p:txBody>
      </p:sp>
      <p:sp>
        <p:nvSpPr>
          <p:cNvPr id="4" name="3 Llamada de flecha a la derecha"/>
          <p:cNvSpPr/>
          <p:nvPr/>
        </p:nvSpPr>
        <p:spPr>
          <a:xfrm>
            <a:off x="1765738" y="472964"/>
            <a:ext cx="2695903" cy="1166649"/>
          </a:xfrm>
          <a:prstGeom prst="rightArrow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dirty="0" smtClean="0">
                <a:solidFill>
                  <a:sysClr val="windowText" lastClr="000000"/>
                </a:solidFill>
              </a:rPr>
              <a:t>Necesidad de</a:t>
            </a:r>
          </a:p>
          <a:p>
            <a:pPr algn="ctr"/>
            <a:r>
              <a:rPr lang="es-ES" dirty="0" smtClean="0">
                <a:solidFill>
                  <a:sysClr val="windowText" lastClr="000000"/>
                </a:solidFill>
              </a:rPr>
              <a:t>eliminación</a:t>
            </a:r>
            <a:endParaRPr lang="es-ES" dirty="0">
              <a:solidFill>
                <a:sysClr val="windowText" lastClr="000000"/>
              </a:solidFill>
            </a:endParaRPr>
          </a:p>
        </p:txBody>
      </p:sp>
      <p:sp>
        <p:nvSpPr>
          <p:cNvPr id="5" name="4 Rectángulo redondeado"/>
          <p:cNvSpPr/>
          <p:nvPr/>
        </p:nvSpPr>
        <p:spPr>
          <a:xfrm>
            <a:off x="4871545" y="283780"/>
            <a:ext cx="6526924" cy="644809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s-ES" dirty="0"/>
          </a:p>
        </p:txBody>
      </p:sp>
      <p:sp>
        <p:nvSpPr>
          <p:cNvPr id="6" name="2 Marcador de contenido"/>
          <p:cNvSpPr txBox="1">
            <a:spLocks/>
          </p:cNvSpPr>
          <p:nvPr/>
        </p:nvSpPr>
        <p:spPr>
          <a:xfrm>
            <a:off x="4871545" y="630621"/>
            <a:ext cx="6633067" cy="594360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s-ES" dirty="0" smtClean="0"/>
              <a:t>1) Pasar a acumular una cantidad menor de orina, que antes de la lesión medular y el músculo de la vejiga pasa a tener contracciones involuntarias con pérdidas frecuentes de orina, incontinencia urinaria en mayor o menor grado. Llamada vejiga espástica común en las lesiones medulares por encima del nivel </a:t>
            </a:r>
            <a:r>
              <a:rPr lang="es-ES" dirty="0" err="1" smtClean="0"/>
              <a:t>sacral</a:t>
            </a:r>
            <a:r>
              <a:rPr lang="es-ES" dirty="0" smtClean="0"/>
              <a:t> (por encima de la D12).</a:t>
            </a:r>
          </a:p>
          <a:p>
            <a:r>
              <a:rPr lang="es-ES" dirty="0" smtClean="0"/>
              <a:t>Se caracteriza porque los centros de la micción de los niveles de la D10 - L2 y S2-S4, están intactos de modo que funcionan adecuadamente igual con o sin control del cerebro. Este tipo de vejiga se da en </a:t>
            </a:r>
            <a:r>
              <a:rPr lang="es-ES" dirty="0" err="1" smtClean="0"/>
              <a:t>tetraplegicos</a:t>
            </a:r>
            <a:r>
              <a:rPr lang="es-ES" dirty="0" smtClean="0"/>
              <a:t> y </a:t>
            </a:r>
            <a:r>
              <a:rPr lang="es-ES" dirty="0" err="1" smtClean="0"/>
              <a:t>paraplégicos</a:t>
            </a:r>
            <a:r>
              <a:rPr lang="es-ES" dirty="0" smtClean="0"/>
              <a:t> con nivel de lesión dorsal encima de la D12.</a:t>
            </a:r>
          </a:p>
          <a:p>
            <a:r>
              <a:rPr lang="es-ES" dirty="0" smtClean="0"/>
              <a:t>2) Pasar a acumular una cantidad mayor de orina que antes de la lesión medular porque el músculo de la vejiga ya no se contrae y esto hace que gran cantidad de orina se quede retenida (por encima de la capacidad normal). Llamada vejiga flácida o </a:t>
            </a:r>
            <a:r>
              <a:rPr lang="es-ES" dirty="0" err="1" smtClean="0"/>
              <a:t>arrefléxica</a:t>
            </a:r>
            <a:r>
              <a:rPr lang="es-ES" dirty="0" smtClean="0"/>
              <a:t> común en las lesiones medulares al nivel </a:t>
            </a:r>
            <a:r>
              <a:rPr lang="es-ES" dirty="0" err="1" smtClean="0"/>
              <a:t>sacral</a:t>
            </a:r>
            <a:r>
              <a:rPr lang="es-ES" dirty="0" smtClean="0"/>
              <a:t> (debajo de D12), es lo que se llama globo vesical a tensión y rebosamiento.</a:t>
            </a:r>
          </a:p>
          <a:p>
            <a:pPr marL="0" indent="0">
              <a:buFont typeface="Wingdings 3" charset="2"/>
              <a:buNone/>
            </a:pPr>
            <a:endParaRPr lang="es-ES" dirty="0" smtClean="0"/>
          </a:p>
          <a:p>
            <a:endParaRPr lang="es-ES" dirty="0"/>
          </a:p>
        </p:txBody>
      </p:sp>
    </p:spTree>
    <p:extLst>
      <p:ext uri="{BB962C8B-B14F-4D97-AF65-F5344CB8AC3E}">
        <p14:creationId xmlns:p14="http://schemas.microsoft.com/office/powerpoint/2010/main" val="42193388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0764" y="777985"/>
            <a:ext cx="8402036" cy="239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0764" y="3444163"/>
            <a:ext cx="8780408" cy="23890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560782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smtClean="0"/>
              <a:t>Atención  de enfermería en la fase crónica</a:t>
            </a:r>
            <a:endParaRPr lang="es-ES" dirty="0"/>
          </a:p>
        </p:txBody>
      </p:sp>
      <p:sp>
        <p:nvSpPr>
          <p:cNvPr id="3" name="2 Marcador de contenido"/>
          <p:cNvSpPr>
            <a:spLocks noGrp="1"/>
          </p:cNvSpPr>
          <p:nvPr>
            <p:ph idx="1"/>
          </p:nvPr>
        </p:nvSpPr>
        <p:spPr/>
        <p:txBody>
          <a:bodyPr>
            <a:normAutofit/>
          </a:bodyPr>
          <a:lstStyle/>
          <a:p>
            <a:pPr algn="just"/>
            <a:r>
              <a:rPr lang="es-ES" sz="2400" dirty="0">
                <a:latin typeface="Arial Narrow"/>
                <a:ea typeface="Times New Roman"/>
                <a:cs typeface="ArialNarrow+1"/>
              </a:rPr>
              <a:t>La rehabilitación del paciente con lesión medular comienza en el momento de su ingreso en el hospital,  la asistencia se centra en aumentar la actividad, la tolerancia a la movilidad, el fomento de las actividades de autocuidado y la educación al paciente y a su familia.</a:t>
            </a:r>
            <a:endParaRPr lang="es-ES" sz="2400" dirty="0">
              <a:latin typeface="Times New Roman"/>
              <a:ea typeface="Times New Roman"/>
            </a:endParaRPr>
          </a:p>
          <a:p>
            <a:pPr marL="0" indent="0" algn="just">
              <a:buNone/>
            </a:pPr>
            <a:endParaRPr lang="es-ES" sz="2400" dirty="0">
              <a:latin typeface="Times New Roman"/>
              <a:ea typeface="Times New Roman"/>
            </a:endParaRPr>
          </a:p>
          <a:p>
            <a:r>
              <a:rPr lang="es-ES" sz="2400" dirty="0">
                <a:latin typeface="Arial Narrow"/>
                <a:ea typeface="Times New Roman"/>
                <a:cs typeface="ArialNarrow+1"/>
              </a:rPr>
              <a:t>En esta fase es cuando realmente el paciente comienza a ser consciente de sus limitaciones y nosotros debemos conseguir estimularle para alcanzar los objetivos establecidos</a:t>
            </a:r>
            <a:endParaRPr lang="es-ES" sz="2400" dirty="0"/>
          </a:p>
        </p:txBody>
      </p:sp>
    </p:spTree>
    <p:extLst>
      <p:ext uri="{BB962C8B-B14F-4D97-AF65-F5344CB8AC3E}">
        <p14:creationId xmlns:p14="http://schemas.microsoft.com/office/powerpoint/2010/main" val="42171985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lstStyle/>
          <a:p>
            <a:pPr marL="0" indent="0">
              <a:buNone/>
            </a:pPr>
            <a:r>
              <a:rPr lang="es-ES" b="1" dirty="0"/>
              <a:t>Diagnóstico de Enfermería: </a:t>
            </a:r>
            <a:endParaRPr lang="es-ES" dirty="0"/>
          </a:p>
          <a:p>
            <a:endParaRPr lang="es-ES" dirty="0"/>
          </a:p>
          <a:p>
            <a:pPr lvl="0"/>
            <a:r>
              <a:rPr lang="es-ES" dirty="0"/>
              <a:t>Incontinencia urinaria relacionada con la supresión del reflejo de micción  secundario a daño medular </a:t>
            </a:r>
          </a:p>
          <a:p>
            <a:pPr marL="0" indent="0">
              <a:buNone/>
            </a:pPr>
            <a:r>
              <a:rPr lang="es-ES" dirty="0"/>
              <a:t> </a:t>
            </a:r>
          </a:p>
          <a:p>
            <a:pPr marL="0" indent="0">
              <a:buNone/>
            </a:pPr>
            <a:r>
              <a:rPr lang="es-ES" b="1" dirty="0"/>
              <a:t>Características definitorias </a:t>
            </a:r>
            <a:endParaRPr lang="es-ES" dirty="0"/>
          </a:p>
          <a:p>
            <a:pPr marL="0" indent="0">
              <a:buNone/>
            </a:pPr>
            <a:endParaRPr lang="es-ES" dirty="0"/>
          </a:p>
          <a:p>
            <a:pPr lvl="0"/>
            <a:r>
              <a:rPr lang="es-ES" dirty="0"/>
              <a:t>Lesión medular por encima de T12.</a:t>
            </a:r>
          </a:p>
          <a:p>
            <a:pPr lvl="0"/>
            <a:r>
              <a:rPr lang="es-ES" dirty="0"/>
              <a:t>Perdidas involuntarias de orina.</a:t>
            </a:r>
          </a:p>
          <a:p>
            <a:endParaRPr lang="es-E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4608" y="268015"/>
            <a:ext cx="6605752" cy="61800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150454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normAutofit/>
          </a:bodyPr>
          <a:lstStyle/>
          <a:p>
            <a:pPr marL="0" indent="0">
              <a:buNone/>
            </a:pPr>
            <a:r>
              <a:rPr lang="es-ES" b="1" dirty="0"/>
              <a:t>Diagnóstico de Enfermería:  </a:t>
            </a:r>
            <a:endParaRPr lang="es-ES" dirty="0"/>
          </a:p>
          <a:p>
            <a:pPr lvl="0"/>
            <a:r>
              <a:rPr lang="es-ES" dirty="0"/>
              <a:t>Retención urinaria relacionado a la abolición del reflejo de micción secundario a trauma </a:t>
            </a:r>
            <a:r>
              <a:rPr lang="es-ES" dirty="0" err="1"/>
              <a:t>raquimedular</a:t>
            </a:r>
            <a:r>
              <a:rPr lang="es-ES" dirty="0"/>
              <a:t> </a:t>
            </a:r>
          </a:p>
          <a:p>
            <a:pPr marL="0" indent="0">
              <a:buNone/>
            </a:pPr>
            <a:r>
              <a:rPr lang="es-ES" b="1" dirty="0"/>
              <a:t>Características definitorias </a:t>
            </a:r>
            <a:endParaRPr lang="es-ES" dirty="0"/>
          </a:p>
          <a:p>
            <a:endParaRPr lang="es-ES" dirty="0"/>
          </a:p>
          <a:p>
            <a:pPr lvl="0"/>
            <a:r>
              <a:rPr lang="es-ES" dirty="0"/>
              <a:t>Lesión medular que afecta a nivel sacro.</a:t>
            </a:r>
          </a:p>
          <a:p>
            <a:pPr lvl="0"/>
            <a:r>
              <a:rPr lang="es-ES" dirty="0"/>
              <a:t>Distensión vesical con micciones pequeñas frecuentes o goteo (incontinencia por reflujo)</a:t>
            </a:r>
          </a:p>
          <a:p>
            <a:pPr marL="0" indent="0">
              <a:buNone/>
            </a:pPr>
            <a:endParaRPr lang="es-ES" dirty="0"/>
          </a:p>
          <a:p>
            <a:pPr marL="0" indent="0">
              <a:buNone/>
            </a:pPr>
            <a:endParaRPr lang="es-ES"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6952" y="362607"/>
            <a:ext cx="6794938" cy="62589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15743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normAutofit/>
          </a:bodyPr>
          <a:lstStyle/>
          <a:p>
            <a:pPr marL="0" indent="0">
              <a:buNone/>
            </a:pPr>
            <a:r>
              <a:rPr lang="es-ES" b="1" dirty="0"/>
              <a:t>Diagnóstico de Enfermería: </a:t>
            </a:r>
            <a:endParaRPr lang="es-ES" dirty="0"/>
          </a:p>
          <a:p>
            <a:pPr lvl="0"/>
            <a:r>
              <a:rPr lang="es-ES" dirty="0" smtClean="0"/>
              <a:t>Incontinencia </a:t>
            </a:r>
            <a:r>
              <a:rPr lang="es-ES" dirty="0"/>
              <a:t>fecal relacionada a la falta de control de esfínter voluntario</a:t>
            </a:r>
          </a:p>
          <a:p>
            <a:pPr marL="0" indent="0">
              <a:buNone/>
            </a:pPr>
            <a:r>
              <a:rPr lang="es-ES" b="1" dirty="0" smtClean="0"/>
              <a:t>Características </a:t>
            </a:r>
            <a:r>
              <a:rPr lang="es-ES" b="1" dirty="0"/>
              <a:t>definitorias </a:t>
            </a:r>
            <a:endParaRPr lang="es-ES" dirty="0"/>
          </a:p>
          <a:p>
            <a:pPr marL="0" indent="0">
              <a:buNone/>
            </a:pPr>
            <a:endParaRPr lang="es-ES" dirty="0"/>
          </a:p>
          <a:p>
            <a:pPr lvl="0"/>
            <a:r>
              <a:rPr lang="es-ES" dirty="0"/>
              <a:t>Lesión medular por encima de T11 o afectación de arco reflejo sacro (S2-S4).</a:t>
            </a:r>
          </a:p>
          <a:p>
            <a:r>
              <a:rPr lang="es-ES" dirty="0"/>
              <a:t>Perdida involuntaria del contenido intestinal</a:t>
            </a:r>
          </a:p>
          <a:p>
            <a:pPr marL="0" indent="0">
              <a:buNone/>
            </a:pPr>
            <a:endParaRPr lang="es-ES" dirty="0"/>
          </a:p>
        </p:txBody>
      </p:sp>
      <p:pic>
        <p:nvPicPr>
          <p:cNvPr id="717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3248" y="240589"/>
            <a:ext cx="7055123" cy="5860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955294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normAutofit lnSpcReduction="10000"/>
          </a:bodyPr>
          <a:lstStyle/>
          <a:p>
            <a:pPr marL="0" indent="0">
              <a:buNone/>
            </a:pPr>
            <a:r>
              <a:rPr lang="es-ES" b="1" dirty="0"/>
              <a:t>Diagnóstico de Enfermería: </a:t>
            </a:r>
            <a:endParaRPr lang="es-ES" dirty="0"/>
          </a:p>
          <a:p>
            <a:pPr marL="0" indent="0">
              <a:buNone/>
            </a:pPr>
            <a:endParaRPr lang="es-ES" dirty="0" smtClean="0"/>
          </a:p>
          <a:p>
            <a:pPr lvl="0"/>
            <a:r>
              <a:rPr lang="es-ES" dirty="0" smtClean="0"/>
              <a:t>Deterioro </a:t>
            </a:r>
            <a:r>
              <a:rPr lang="es-ES" dirty="0"/>
              <a:t>de la movilidad  física relacionado con la pérdida del control motor </a:t>
            </a:r>
          </a:p>
          <a:p>
            <a:pPr marL="0" indent="0">
              <a:buNone/>
            </a:pPr>
            <a:r>
              <a:rPr lang="es-ES" dirty="0"/>
              <a:t> </a:t>
            </a:r>
            <a:r>
              <a:rPr lang="es-ES" b="1" dirty="0" smtClean="0"/>
              <a:t>Características </a:t>
            </a:r>
            <a:r>
              <a:rPr lang="es-ES" b="1" dirty="0"/>
              <a:t>definitorias </a:t>
            </a:r>
            <a:endParaRPr lang="es-ES" dirty="0"/>
          </a:p>
          <a:p>
            <a:pPr lvl="0"/>
            <a:r>
              <a:rPr lang="es-ES" dirty="0"/>
              <a:t>Compromiso de la capacidad para moverse intencionadamente dentro del entorno.</a:t>
            </a:r>
          </a:p>
          <a:p>
            <a:pPr lvl="0"/>
            <a:r>
              <a:rPr lang="es-ES" dirty="0"/>
              <a:t>Limitación en la amplitud de movimientos.</a:t>
            </a:r>
          </a:p>
          <a:p>
            <a:r>
              <a:rPr lang="es-ES" dirty="0"/>
              <a:t>Deterioro de la coordinación</a:t>
            </a:r>
            <a:endParaRPr lang="es-ES" dirty="0"/>
          </a:p>
        </p:txBody>
      </p:sp>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0589" y="176376"/>
            <a:ext cx="7558142" cy="62401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500215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normAutofit/>
          </a:bodyPr>
          <a:lstStyle/>
          <a:p>
            <a:pPr marL="0" indent="0">
              <a:buNone/>
            </a:pPr>
            <a:r>
              <a:rPr lang="es-ES" b="1" dirty="0"/>
              <a:t>Diagnóstico de Enfermería: </a:t>
            </a:r>
            <a:endParaRPr lang="es-ES" dirty="0"/>
          </a:p>
          <a:p>
            <a:pPr lvl="0"/>
            <a:r>
              <a:rPr lang="es-ES" dirty="0" smtClean="0"/>
              <a:t>Déficit </a:t>
            </a:r>
            <a:r>
              <a:rPr lang="es-ES" dirty="0"/>
              <a:t>de autocuidado: Baño, higiene, vestirse, relacionado con déficit  neuromuscular </a:t>
            </a:r>
          </a:p>
          <a:p>
            <a:pPr marL="0" indent="0">
              <a:buNone/>
            </a:pPr>
            <a:r>
              <a:rPr lang="es-ES" b="1" dirty="0"/>
              <a:t>Características definitorias </a:t>
            </a:r>
            <a:endParaRPr lang="es-ES" dirty="0"/>
          </a:p>
          <a:p>
            <a:pPr lvl="0"/>
            <a:r>
              <a:rPr lang="es-ES" dirty="0"/>
              <a:t>Incapacidad para lavarse todo el cuerpo o partes de el </a:t>
            </a:r>
          </a:p>
          <a:p>
            <a:pPr lvl="0"/>
            <a:r>
              <a:rPr lang="es-ES" dirty="0"/>
              <a:t>Deterioro de la capacidad para ponerse o quitarse prendas de vestir necesarias</a:t>
            </a:r>
          </a:p>
          <a:p>
            <a:pPr marL="0" indent="0">
              <a:buNone/>
            </a:pPr>
            <a:endParaRPr lang="es-E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4702" y="252248"/>
            <a:ext cx="7155695" cy="614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355765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normAutofit fontScale="92500"/>
          </a:bodyPr>
          <a:lstStyle/>
          <a:p>
            <a:pPr marL="0" indent="0">
              <a:buNone/>
            </a:pPr>
            <a:r>
              <a:rPr lang="es-ES" b="1" dirty="0"/>
              <a:t>Diagnóstico de Enfermería: </a:t>
            </a:r>
            <a:endParaRPr lang="es-ES" dirty="0"/>
          </a:p>
          <a:p>
            <a:pPr marL="0" indent="0">
              <a:buNone/>
            </a:pPr>
            <a:endParaRPr lang="es-ES" dirty="0"/>
          </a:p>
          <a:p>
            <a:pPr lvl="0"/>
            <a:r>
              <a:rPr lang="es-ES" dirty="0"/>
              <a:t>Alto riesgo de deterioro de la integridad cutánea  relacionado con efectos de la presión, fricción, maceración  por falta de movilidad secundaria a traumatismo </a:t>
            </a:r>
            <a:r>
              <a:rPr lang="es-ES" dirty="0" err="1"/>
              <a:t>raquimedular</a:t>
            </a:r>
            <a:r>
              <a:rPr lang="es-ES" dirty="0"/>
              <a:t> </a:t>
            </a:r>
          </a:p>
          <a:p>
            <a:pPr marL="0" indent="0">
              <a:buNone/>
            </a:pPr>
            <a:r>
              <a:rPr lang="es-ES" b="1" dirty="0" smtClean="0"/>
              <a:t>Características </a:t>
            </a:r>
            <a:r>
              <a:rPr lang="es-ES" b="1" dirty="0"/>
              <a:t>definitorias </a:t>
            </a:r>
            <a:endParaRPr lang="es-ES" dirty="0"/>
          </a:p>
          <a:p>
            <a:pPr lvl="0"/>
            <a:r>
              <a:rPr lang="es-ES" dirty="0"/>
              <a:t>Factores mecánicos  presión, inmovilidad física, humedad.</a:t>
            </a:r>
          </a:p>
          <a:p>
            <a:pPr lvl="0"/>
            <a:r>
              <a:rPr lang="es-ES" dirty="0"/>
              <a:t>Factores somáticos: alteración de la sensibilidad, prominencias </a:t>
            </a:r>
            <a:r>
              <a:rPr lang="es-ES" dirty="0" smtClean="0"/>
              <a:t>óseas</a:t>
            </a:r>
            <a:endParaRPr lang="es-ES" dirty="0"/>
          </a:p>
          <a:p>
            <a:pPr marL="0" indent="0">
              <a:buNone/>
            </a:pPr>
            <a:endParaRPr lang="es-ES" dirty="0"/>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1571" y="342627"/>
            <a:ext cx="6729959" cy="5664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74561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327145" y="1229710"/>
            <a:ext cx="6960965" cy="46981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897074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normAutofit fontScale="92500" lnSpcReduction="10000"/>
          </a:bodyPr>
          <a:lstStyle/>
          <a:p>
            <a:pPr marL="0" indent="0">
              <a:buNone/>
            </a:pPr>
            <a:r>
              <a:rPr lang="es-ES" b="1" dirty="0"/>
              <a:t>Diagnóstico de Enfermería: </a:t>
            </a:r>
            <a:endParaRPr lang="es-ES" dirty="0"/>
          </a:p>
          <a:p>
            <a:pPr lvl="0"/>
            <a:r>
              <a:rPr lang="es-ES" dirty="0"/>
              <a:t>Alteración patrón sexual relacionado a los efectos fisiológicos, sensoriales y psicológicos  de la incapacidad de la relación sexual  y el concepto de uno mismo  </a:t>
            </a:r>
          </a:p>
          <a:p>
            <a:pPr marL="0" indent="0">
              <a:buNone/>
            </a:pPr>
            <a:r>
              <a:rPr lang="es-ES" b="1" dirty="0"/>
              <a:t>Características definitorias </a:t>
            </a:r>
            <a:endParaRPr lang="es-ES" dirty="0"/>
          </a:p>
          <a:p>
            <a:pPr lvl="0"/>
            <a:r>
              <a:rPr lang="es-ES" dirty="0"/>
              <a:t>Manifestación de la existencia de un problema.</a:t>
            </a:r>
          </a:p>
          <a:p>
            <a:pPr lvl="0"/>
            <a:r>
              <a:rPr lang="es-ES" dirty="0"/>
              <a:t>Limitaciones reales impuestas por la enfermedad.</a:t>
            </a:r>
          </a:p>
          <a:p>
            <a:pPr lvl="0"/>
            <a:r>
              <a:rPr lang="es-ES" dirty="0"/>
              <a:t>Incapacidad para lograr un nivel de satisfacción deseado</a:t>
            </a:r>
          </a:p>
          <a:p>
            <a:r>
              <a:rPr lang="es-ES" dirty="0"/>
              <a:t>Mala adaptación  de nuevo estilo de vida </a:t>
            </a:r>
          </a:p>
          <a:p>
            <a:pPr marL="0" indent="0">
              <a:buNone/>
            </a:pPr>
            <a:endParaRPr lang="es-E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822" y="270478"/>
            <a:ext cx="6971206" cy="60357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51174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normAutofit fontScale="85000" lnSpcReduction="10000"/>
          </a:bodyPr>
          <a:lstStyle/>
          <a:p>
            <a:pPr marL="0" indent="0">
              <a:buNone/>
            </a:pPr>
            <a:r>
              <a:rPr lang="es-ES" b="1" dirty="0" smtClean="0"/>
              <a:t>Diagnóstico </a:t>
            </a:r>
            <a:r>
              <a:rPr lang="es-ES" b="1" dirty="0"/>
              <a:t>de Enfermería: </a:t>
            </a:r>
            <a:endParaRPr lang="es-ES" dirty="0"/>
          </a:p>
          <a:p>
            <a:pPr lvl="0"/>
            <a:r>
              <a:rPr lang="es-ES" dirty="0"/>
              <a:t>Ansiedad relacionada con los efectos que se perciben, debidos a la lesión, sobre el estilo de vida y al futuro. </a:t>
            </a:r>
          </a:p>
          <a:p>
            <a:pPr marL="0" indent="0">
              <a:buNone/>
            </a:pPr>
            <a:r>
              <a:rPr lang="es-ES" b="1" dirty="0"/>
              <a:t>Características definitorias </a:t>
            </a:r>
            <a:endParaRPr lang="es-ES" dirty="0"/>
          </a:p>
          <a:p>
            <a:pPr lvl="0"/>
            <a:r>
              <a:rPr lang="es-ES" dirty="0" smtClean="0"/>
              <a:t>Características </a:t>
            </a:r>
            <a:r>
              <a:rPr lang="es-ES" dirty="0"/>
              <a:t>fisiológicas: aumento FC, P/A,  sudoración, insomnio, inquietud.</a:t>
            </a:r>
          </a:p>
          <a:p>
            <a:pPr lvl="0"/>
            <a:r>
              <a:rPr lang="es-ES" dirty="0"/>
              <a:t>Características emocionales: aprensión, pérdida de control. Temor, nerviosismo,  incapacidad para relajarse.  </a:t>
            </a:r>
          </a:p>
          <a:p>
            <a:pPr lvl="0"/>
            <a:r>
              <a:rPr lang="es-ES" dirty="0"/>
              <a:t>La persona se muestra: irritable, explosiones de enojo, llanto., </a:t>
            </a:r>
          </a:p>
          <a:p>
            <a:pPr lvl="0"/>
            <a:r>
              <a:rPr lang="es-ES" dirty="0"/>
              <a:t>Características cognoscitivas: incapacidad para concentrarse, bloqueo de pensamiento, mala  memoria. </a:t>
            </a:r>
          </a:p>
          <a:p>
            <a:pPr marL="0" indent="0">
              <a:buNone/>
            </a:pPr>
            <a:endParaRPr lang="es-E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31572" y="196084"/>
            <a:ext cx="6824552" cy="59367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417657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627516" y="425669"/>
            <a:ext cx="3039077" cy="6021581"/>
          </a:xfrm>
        </p:spPr>
        <p:txBody>
          <a:bodyPr>
            <a:normAutofit fontScale="92500" lnSpcReduction="20000"/>
          </a:bodyPr>
          <a:lstStyle/>
          <a:p>
            <a:pPr marL="0" indent="0">
              <a:buNone/>
            </a:pPr>
            <a:r>
              <a:rPr lang="es-ES" b="1" dirty="0"/>
              <a:t>Diagnóstico de Enfermería: </a:t>
            </a:r>
            <a:endParaRPr lang="es-ES" dirty="0"/>
          </a:p>
          <a:p>
            <a:r>
              <a:rPr lang="es-ES" dirty="0"/>
              <a:t>Duelo  relacionado con  la perdida de la función corporal y a los efectos sobre el estilo de vida secundaria a lesión medular </a:t>
            </a:r>
          </a:p>
          <a:p>
            <a:pPr marL="0" indent="0">
              <a:buNone/>
            </a:pPr>
            <a:r>
              <a:rPr lang="es-ES" b="1" dirty="0" smtClean="0"/>
              <a:t>Características </a:t>
            </a:r>
            <a:r>
              <a:rPr lang="es-ES" b="1" dirty="0"/>
              <a:t>definitorias </a:t>
            </a:r>
            <a:endParaRPr lang="es-ES" dirty="0"/>
          </a:p>
          <a:p>
            <a:r>
              <a:rPr lang="es-ES" dirty="0" smtClean="0"/>
              <a:t>El </a:t>
            </a:r>
            <a:r>
              <a:rPr lang="es-ES" dirty="0"/>
              <a:t>paciente:</a:t>
            </a:r>
          </a:p>
          <a:p>
            <a:pPr lvl="0"/>
            <a:r>
              <a:rPr lang="es-ES" dirty="0"/>
              <a:t>Informa sobre una perdida real o percibida.</a:t>
            </a:r>
          </a:p>
          <a:p>
            <a:pPr lvl="0"/>
            <a:r>
              <a:rPr lang="es-ES" dirty="0"/>
              <a:t>Reconoce la perdida como personalmente justificada.</a:t>
            </a:r>
          </a:p>
          <a:p>
            <a:r>
              <a:rPr lang="es-ES" dirty="0"/>
              <a:t>Además puede aparecer:</a:t>
            </a:r>
          </a:p>
          <a:p>
            <a:pPr lvl="0"/>
            <a:r>
              <a:rPr lang="es-ES" dirty="0"/>
              <a:t>Negación, culpabilidad, enojo, desesperación, llanto, astenia. ideas de suicidio o sensación de </a:t>
            </a:r>
            <a:r>
              <a:rPr lang="es-ES" dirty="0" smtClean="0"/>
              <a:t>inutilidad</a:t>
            </a:r>
            <a:endParaRPr lang="es-E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13434" y="438315"/>
            <a:ext cx="6794938" cy="62777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3287575"/>
      </p:ext>
    </p:extLst>
  </p:cSld>
  <p:clrMapOvr>
    <a:masterClrMapping/>
  </p:clrMapOvr>
</p:sld>
</file>

<file path=ppt/theme/theme1.xml><?xml version="1.0" encoding="utf-8"?>
<a:theme xmlns:a="http://schemas.openxmlformats.org/drawingml/2006/main" name="Espiral">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66</TotalTime>
  <Words>1090</Words>
  <Application>Microsoft Office PowerPoint</Application>
  <PresentationFormat>Personalizado</PresentationFormat>
  <Paragraphs>103</Paragraphs>
  <Slides>24</Slides>
  <Notes>0</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Espiral</vt:lpstr>
      <vt:lpstr>TRAUMATISMO RAQUIMEDULAR </vt:lpstr>
      <vt:lpstr>Presentación de PowerPoint</vt:lpstr>
      <vt:lpstr>CLASIFICACIÓN </vt:lpstr>
      <vt:lpstr>Presentación de PowerPoint</vt:lpstr>
      <vt:lpstr>Presentación de PowerPoint</vt:lpstr>
      <vt:lpstr>Presentación de PowerPoint</vt:lpstr>
      <vt:lpstr>Atención de enfermería en la fases aguda</vt:lpstr>
      <vt:lpstr>Presentación de PowerPoint</vt:lpstr>
      <vt:lpstr>Presentación de PowerPoint</vt:lpstr>
      <vt:lpstr>Presentación de PowerPoint</vt:lpstr>
      <vt:lpstr>Presentación de PowerPoint</vt:lpstr>
      <vt:lpstr>Presentación de PowerPoint</vt:lpstr>
      <vt:lpstr>Presentación de PowerPoint</vt:lpstr>
      <vt:lpstr>Atención  de enfermería en la fase crónica</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TRAUMATISMO RAQUIMEDULAR</dc:title>
  <dc:creator>PC</dc:creator>
  <cp:lastModifiedBy>Toby</cp:lastModifiedBy>
  <cp:revision>9</cp:revision>
  <dcterms:created xsi:type="dcterms:W3CDTF">2014-04-05T00:01:58Z</dcterms:created>
  <dcterms:modified xsi:type="dcterms:W3CDTF">2014-04-05T11:34:17Z</dcterms:modified>
</cp:coreProperties>
</file>