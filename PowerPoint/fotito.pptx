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8" d="100"/>
          <a:sy n="18" d="100"/>
        </p:scale>
        <p:origin x="-1242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B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2FCF4-4B04-44D6-B6AA-516CC52ACA96}" type="datetimeFigureOut">
              <a:rPr lang="es-BO" smtClean="0"/>
              <a:t>20/08/2014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0B36D-50C1-4F37-A2A9-27119E1AE4B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685731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2FCF4-4B04-44D6-B6AA-516CC52ACA96}" type="datetimeFigureOut">
              <a:rPr lang="es-BO" smtClean="0"/>
              <a:t>20/08/2014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0B36D-50C1-4F37-A2A9-27119E1AE4B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361200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2FCF4-4B04-44D6-B6AA-516CC52ACA96}" type="datetimeFigureOut">
              <a:rPr lang="es-BO" smtClean="0"/>
              <a:t>20/08/2014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0B36D-50C1-4F37-A2A9-27119E1AE4B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121485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2FCF4-4B04-44D6-B6AA-516CC52ACA96}" type="datetimeFigureOut">
              <a:rPr lang="es-BO" smtClean="0"/>
              <a:t>20/08/2014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0B36D-50C1-4F37-A2A9-27119E1AE4B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462752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2FCF4-4B04-44D6-B6AA-516CC52ACA96}" type="datetimeFigureOut">
              <a:rPr lang="es-BO" smtClean="0"/>
              <a:t>20/08/2014</a:t>
            </a:fld>
            <a:endParaRPr lang="es-B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0B36D-50C1-4F37-A2A9-27119E1AE4B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091632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2FCF4-4B04-44D6-B6AA-516CC52ACA96}" type="datetimeFigureOut">
              <a:rPr lang="es-BO" smtClean="0"/>
              <a:t>20/08/2014</a:t>
            </a:fld>
            <a:endParaRPr lang="es-B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0B36D-50C1-4F37-A2A9-27119E1AE4B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31264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2FCF4-4B04-44D6-B6AA-516CC52ACA96}" type="datetimeFigureOut">
              <a:rPr lang="es-BO" smtClean="0"/>
              <a:t>20/08/2014</a:t>
            </a:fld>
            <a:endParaRPr lang="es-B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0B36D-50C1-4F37-A2A9-27119E1AE4B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60829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2FCF4-4B04-44D6-B6AA-516CC52ACA96}" type="datetimeFigureOut">
              <a:rPr lang="es-BO" smtClean="0"/>
              <a:t>20/08/2014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0B36D-50C1-4F37-A2A9-27119E1AE4B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98255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B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2FCF4-4B04-44D6-B6AA-516CC52ACA96}" type="datetimeFigureOut">
              <a:rPr lang="es-BO" smtClean="0"/>
              <a:t>20/08/2014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0B36D-50C1-4F37-A2A9-27119E1AE4B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995949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2FCF4-4B04-44D6-B6AA-516CC52ACA96}" type="datetimeFigureOut">
              <a:rPr lang="es-BO" smtClean="0"/>
              <a:t>20/08/2014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0B36D-50C1-4F37-A2A9-27119E1AE4B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643778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2FCF4-4B04-44D6-B6AA-516CC52ACA96}" type="datetimeFigureOut">
              <a:rPr lang="es-BO" smtClean="0"/>
              <a:t>20/08/2014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0B36D-50C1-4F37-A2A9-27119E1AE4B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51294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12FCF4-4B04-44D6-B6AA-516CC52ACA96}" type="datetimeFigureOut">
              <a:rPr lang="es-BO" smtClean="0"/>
              <a:t>20/08/2014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D0B36D-50C1-4F37-A2A9-27119E1AE4B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505241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B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154571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 dirty="0"/>
          </a:p>
        </p:txBody>
      </p:sp>
      <p:pic>
        <p:nvPicPr>
          <p:cNvPr id="1026" name="Picture 2" descr="C:\Users\LILI\Desktop\fotos\10494589_10152639304330149_8429114744603447273_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430" y="620688"/>
            <a:ext cx="3310339" cy="5517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LILI\Desktop\fotos\mi diego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9769" y="620688"/>
            <a:ext cx="4974231" cy="5380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10974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Presentación en pantalla (4:3)</PresentationFormat>
  <Paragraphs>0</Paragraphs>
  <Slides>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3" baseType="lpstr">
      <vt:lpstr>Tema de 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LILI</dc:creator>
  <cp:lastModifiedBy>LILI</cp:lastModifiedBy>
  <cp:revision>1</cp:revision>
  <dcterms:created xsi:type="dcterms:W3CDTF">2014-08-20T06:15:57Z</dcterms:created>
  <dcterms:modified xsi:type="dcterms:W3CDTF">2014-08-20T06:18:36Z</dcterms:modified>
</cp:coreProperties>
</file>