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8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85ACBE-D428-4D38-BE84-2B641C4FD1A7}" type="datetimeFigureOut">
              <a:rPr lang="es-BO" smtClean="0"/>
              <a:t>06/02/2014</a:t>
            </a:fld>
            <a:endParaRPr lang="es-BO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8A72F5E-098F-4D2F-9825-E2AA2E9B146B}" type="slidenum">
              <a:rPr lang="es-BO" smtClean="0"/>
              <a:t>‹Nº›</a:t>
            </a:fld>
            <a:endParaRPr lang="es-BO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ORGANIZACIÓN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68303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CONCEPTO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dirty="0"/>
              <a:t>La organización se refiere a la estructuración de personas y las cosas en conjunto, a fin de agruparlas para realizar las tareas que se han planeado, ordenando las actividades para lograr las metas </a:t>
            </a:r>
            <a:r>
              <a:rPr lang="es-BO" dirty="0" smtClean="0"/>
              <a:t>propuestas:</a:t>
            </a:r>
          </a:p>
          <a:p>
            <a:endParaRPr lang="es-BO" dirty="0"/>
          </a:p>
          <a:p>
            <a:pPr lvl="0" algn="ctr"/>
            <a:r>
              <a:rPr lang="es-BO" dirty="0"/>
              <a:t>Organización </a:t>
            </a:r>
            <a:r>
              <a:rPr lang="es-BO" dirty="0" smtClean="0"/>
              <a:t>Informal.</a:t>
            </a:r>
            <a:endParaRPr lang="es-BO" dirty="0"/>
          </a:p>
          <a:p>
            <a:pPr marL="0" indent="0" algn="ctr">
              <a:buNone/>
            </a:pPr>
            <a:endParaRPr lang="es-BO" dirty="0"/>
          </a:p>
          <a:p>
            <a:pPr lvl="0" algn="ctr"/>
            <a:r>
              <a:rPr lang="es-BO" dirty="0" smtClean="0"/>
              <a:t>Organización </a:t>
            </a:r>
            <a:r>
              <a:rPr lang="es-BO" dirty="0"/>
              <a:t>Formal.</a:t>
            </a:r>
          </a:p>
          <a:p>
            <a:pPr marL="0" indent="0">
              <a:buNone/>
            </a:pPr>
            <a:r>
              <a:rPr lang="es-BO" dirty="0"/>
              <a:t> </a:t>
            </a:r>
          </a:p>
          <a:p>
            <a:pPr mar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144077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s-BO" smtClean="0"/>
              <a:t>FORMAS DE ORGANIZACIÓN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6780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s-BO" dirty="0"/>
              <a:t>Organización Informal</a:t>
            </a:r>
            <a:r>
              <a:rPr lang="es-BO" dirty="0" smtClean="0"/>
              <a:t>.</a:t>
            </a:r>
            <a:endParaRPr lang="es-BO" dirty="0"/>
          </a:p>
          <a:p>
            <a:r>
              <a:rPr lang="es-BO" dirty="0"/>
              <a:t> Que es producto de la organización de los trabajadores , tiene su origen en la necesidad de las personas de relacionarse con un grupo específico ,con el cual se establece nexos de amistad , compañerismo o simplemente solidaridad , cada individuo tiene una función que le  satisface y además que tiene intereses comunes </a:t>
            </a:r>
            <a:r>
              <a:rPr lang="es-BO" dirty="0" smtClean="0"/>
              <a:t>.</a:t>
            </a:r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BO" dirty="0"/>
              <a:t>Organización Formal</a:t>
            </a:r>
            <a:r>
              <a:rPr lang="es-BO" dirty="0" smtClean="0"/>
              <a:t>.</a:t>
            </a:r>
            <a:endParaRPr lang="es-BO" dirty="0"/>
          </a:p>
          <a:p>
            <a:r>
              <a:rPr lang="es-BO" dirty="0"/>
              <a:t> Es la establecida por la empresa, es un conjunto de funciones que se estimen necesarias para lograr un objetivo una indicación de la autoridad y responsabilidad asignada a la persona que tienen a su cargo.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12898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dirty="0" smtClean="0"/>
              <a:t>Elementos  </a:t>
            </a:r>
            <a:r>
              <a:rPr lang="es-BO" dirty="0"/>
              <a:t>de la organización formal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dirty="0"/>
              <a:t>División de trabajo. Implica poner por escrito los diferentes niveles de especialidad.</a:t>
            </a:r>
          </a:p>
          <a:p>
            <a:r>
              <a:rPr lang="es-BO" dirty="0"/>
              <a:t>Definición de funciones y actividades. Cuales son  operativas, cuales directivas, cuáles de dirección.</a:t>
            </a:r>
          </a:p>
          <a:p>
            <a:r>
              <a:rPr lang="es-BO" dirty="0"/>
              <a:t>Establecer  jerarquías.</a:t>
            </a:r>
          </a:p>
          <a:p>
            <a:r>
              <a:rPr lang="es-BO" dirty="0"/>
              <a:t>Determinar el sistema de organización. Con la indicación de  si este es lineal, funcional, matricial.</a:t>
            </a:r>
          </a:p>
          <a:p>
            <a:r>
              <a:rPr lang="es-BO" dirty="0"/>
              <a:t>Determinar normas y reglamentos.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1809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MANIFESTACIONES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Manifestaciones más comunes de una organización formal deficiente son;</a:t>
            </a:r>
          </a:p>
          <a:p>
            <a:r>
              <a:rPr lang="es-BO" dirty="0"/>
              <a:t>Funciones mal distribuidas</a:t>
            </a:r>
          </a:p>
          <a:p>
            <a:r>
              <a:rPr lang="es-BO" dirty="0"/>
              <a:t>Objetivos sin lograr </a:t>
            </a:r>
          </a:p>
          <a:p>
            <a:r>
              <a:rPr lang="es-BO" dirty="0"/>
              <a:t>Aumento de conflictos</a:t>
            </a:r>
          </a:p>
          <a:p>
            <a:r>
              <a:rPr lang="es-BO" dirty="0" smtClean="0"/>
              <a:t>Ineficiencia</a:t>
            </a:r>
          </a:p>
          <a:p>
            <a:r>
              <a:rPr lang="es-BO" dirty="0"/>
              <a:t>Baja productividad</a:t>
            </a:r>
          </a:p>
          <a:p>
            <a:r>
              <a:rPr lang="es-BO" dirty="0"/>
              <a:t>Desperdicio y subutilización de recursos</a:t>
            </a:r>
          </a:p>
          <a:p>
            <a:r>
              <a:rPr lang="es-BO" dirty="0"/>
              <a:t>Aumento de costos.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70191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Tipos de organización formal.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BO" dirty="0"/>
              <a:t> 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BO" dirty="0" smtClean="0"/>
              <a:t>Organización </a:t>
            </a:r>
            <a:r>
              <a:rPr lang="es-BO" dirty="0"/>
              <a:t>Lineal</a:t>
            </a:r>
            <a:r>
              <a:rPr lang="es-BO" dirty="0" smtClean="0"/>
              <a:t>.</a:t>
            </a:r>
            <a:endParaRPr lang="es-BO" dirty="0"/>
          </a:p>
          <a:p>
            <a:pPr marL="514350" indent="-514350" algn="ctr">
              <a:buFont typeface="+mj-lt"/>
              <a:buAutoNum type="arabicPeriod"/>
            </a:pPr>
            <a:r>
              <a:rPr lang="es-BO" dirty="0"/>
              <a:t>Organización funcional.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BO" dirty="0" smtClean="0"/>
              <a:t>Organización </a:t>
            </a:r>
            <a:r>
              <a:rPr lang="es-BO" dirty="0"/>
              <a:t>lineo funcional.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BO" dirty="0" smtClean="0"/>
              <a:t>Organización </a:t>
            </a:r>
            <a:r>
              <a:rPr lang="es-BO" dirty="0"/>
              <a:t>por comités.</a:t>
            </a:r>
          </a:p>
          <a:p>
            <a:pPr marL="0" indent="0" algn="ctr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94375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</TotalTime>
  <Words>248</Words>
  <Application>Microsoft Office PowerPoint</Application>
  <PresentationFormat>Presentación en pantalla (4:3)</PresentationFormat>
  <Paragraphs>35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Flujo</vt:lpstr>
      <vt:lpstr>ORGANIZACIÓN </vt:lpstr>
      <vt:lpstr>CONCEPTO</vt:lpstr>
      <vt:lpstr>FORMAS DE ORGANIZACIÓN</vt:lpstr>
      <vt:lpstr>Elementos  de la organización formal</vt:lpstr>
      <vt:lpstr>MANIFESTACIONES</vt:lpstr>
      <vt:lpstr>Tipos de organización formal.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ORGANIZACIÓN </dc:title>
  <dc:creator>LILI</dc:creator>
  <cp:lastModifiedBy>LILI</cp:lastModifiedBy>
  <cp:revision>2</cp:revision>
  <dcterms:created xsi:type="dcterms:W3CDTF">2014-02-06T16:50:28Z</dcterms:created>
  <dcterms:modified xsi:type="dcterms:W3CDTF">2014-02-06T17:02:05Z</dcterms:modified>
</cp:coreProperties>
</file>