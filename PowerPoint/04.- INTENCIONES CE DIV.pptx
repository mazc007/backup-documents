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3"/>
  </p:notesMasterIdLst>
  <p:sldIdLst>
    <p:sldId id="277" r:id="rId4"/>
    <p:sldId id="263" r:id="rId5"/>
    <p:sldId id="261" r:id="rId6"/>
    <p:sldId id="264" r:id="rId7"/>
    <p:sldId id="265" r:id="rId8"/>
    <p:sldId id="279" r:id="rId9"/>
    <p:sldId id="256" r:id="rId10"/>
    <p:sldId id="266" r:id="rId11"/>
    <p:sldId id="267" r:id="rId12"/>
    <p:sldId id="268" r:id="rId13"/>
    <p:sldId id="269" r:id="rId14"/>
    <p:sldId id="271" r:id="rId15"/>
    <p:sldId id="275" r:id="rId16"/>
    <p:sldId id="274" r:id="rId17"/>
    <p:sldId id="272" r:id="rId18"/>
    <p:sldId id="273" r:id="rId19"/>
    <p:sldId id="258" r:id="rId20"/>
    <p:sldId id="259" r:id="rId21"/>
    <p:sldId id="260" r:id="rId22"/>
  </p:sldIdLst>
  <p:sldSz cx="11990388" cy="7777163"/>
  <p:notesSz cx="6858000" cy="9312275"/>
  <p:defaultTextStyle>
    <a:defPPr>
      <a:defRPr lang="es-BO"/>
    </a:defPPr>
    <a:lvl1pPr marL="0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8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5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4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1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10" algn="l" defTabSz="9143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>
        <p:scale>
          <a:sx n="100" d="100"/>
          <a:sy n="100" d="100"/>
        </p:scale>
        <p:origin x="462" y="408"/>
      </p:cViewPr>
      <p:guideLst>
        <p:guide orient="horz" pos="2450"/>
        <p:guide pos="37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8CA3B-E6BE-4B11-8F00-A5A147A203B3}" type="datetimeFigureOut">
              <a:rPr lang="es-BO" smtClean="0"/>
              <a:t>14/04/2014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738188" y="698500"/>
            <a:ext cx="53816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422775"/>
            <a:ext cx="5486400" cy="4191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555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84555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51F48-ACB2-4463-86B4-7ECF9E03A5D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493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8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5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4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1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1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738188" y="698500"/>
            <a:ext cx="5381625" cy="34925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51F48-ACB2-4463-86B4-7ECF9E03A5DE}" type="slidenum">
              <a:rPr lang="es-BO" smtClean="0"/>
              <a:t>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28642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738188" y="698500"/>
            <a:ext cx="5381625" cy="34925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51F48-ACB2-4463-86B4-7ECF9E03A5DE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2864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738188" y="698500"/>
            <a:ext cx="5381625" cy="34925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51F48-ACB2-4463-86B4-7ECF9E03A5DE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28642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738188" y="698500"/>
            <a:ext cx="5381625" cy="34925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51F48-ACB2-4463-86B4-7ECF9E03A5DE}" type="slidenum">
              <a:rPr lang="es-BO" smtClean="0"/>
              <a:t>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43787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8188" y="698500"/>
            <a:ext cx="5381625" cy="3492500"/>
          </a:xfrm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8188" y="698500"/>
            <a:ext cx="5381625" cy="3492500"/>
          </a:xfrm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8188" y="698500"/>
            <a:ext cx="5381625" cy="3492500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99280" y="2415963"/>
            <a:ext cx="10191830" cy="166704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98559" y="4407059"/>
            <a:ext cx="8393272" cy="19874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7159" y="4997549"/>
            <a:ext cx="10191830" cy="154463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7159" y="3296295"/>
            <a:ext cx="10191830" cy="170125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99519" y="1814673"/>
            <a:ext cx="5295755" cy="5132568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5115" y="1814673"/>
            <a:ext cx="5295755" cy="5132568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99519" y="1740861"/>
            <a:ext cx="5297837" cy="725508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88" indent="0">
              <a:buNone/>
              <a:defRPr sz="2000" b="1"/>
            </a:lvl2pPr>
            <a:lvl3pPr marL="914378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5" indent="0">
              <a:buNone/>
              <a:defRPr sz="1600" b="1"/>
            </a:lvl5pPr>
            <a:lvl6pPr marL="2285944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1" indent="0">
              <a:buNone/>
              <a:defRPr sz="1600" b="1"/>
            </a:lvl8pPr>
            <a:lvl9pPr marL="365751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99519" y="2466370"/>
            <a:ext cx="5297837" cy="4480871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090951" y="1740861"/>
            <a:ext cx="5299918" cy="725508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88" indent="0">
              <a:buNone/>
              <a:defRPr sz="2000" b="1"/>
            </a:lvl2pPr>
            <a:lvl3pPr marL="914378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5" indent="0">
              <a:buNone/>
              <a:defRPr sz="1600" b="1"/>
            </a:lvl5pPr>
            <a:lvl6pPr marL="2285944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1" indent="0">
              <a:buNone/>
              <a:defRPr sz="1600" b="1"/>
            </a:lvl8pPr>
            <a:lvl9pPr marL="365751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090951" y="2466370"/>
            <a:ext cx="5299918" cy="4480871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99523" y="309647"/>
            <a:ext cx="3944755" cy="131779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87909" y="309648"/>
            <a:ext cx="6702960" cy="66375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99523" y="1627445"/>
            <a:ext cx="3944755" cy="5319796"/>
          </a:xfrm>
        </p:spPr>
        <p:txBody>
          <a:bodyPr/>
          <a:lstStyle>
            <a:lvl1pPr marL="0" indent="0">
              <a:buNone/>
              <a:defRPr sz="1400"/>
            </a:lvl1pPr>
            <a:lvl2pPr marL="457188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5" indent="0">
              <a:buNone/>
              <a:defRPr sz="900"/>
            </a:lvl5pPr>
            <a:lvl6pPr marL="2285944" indent="0">
              <a:buNone/>
              <a:defRPr sz="900"/>
            </a:lvl6pPr>
            <a:lvl7pPr marL="2743132" indent="0">
              <a:buNone/>
              <a:defRPr sz="900"/>
            </a:lvl7pPr>
            <a:lvl8pPr marL="3200321" indent="0">
              <a:buNone/>
              <a:defRPr sz="900"/>
            </a:lvl8pPr>
            <a:lvl9pPr marL="365751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50200" y="5444014"/>
            <a:ext cx="7194233" cy="64269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50200" y="694904"/>
            <a:ext cx="7194233" cy="4666298"/>
          </a:xfrm>
        </p:spPr>
        <p:txBody>
          <a:bodyPr/>
          <a:lstStyle>
            <a:lvl1pPr marL="0" indent="0">
              <a:buNone/>
              <a:defRPr sz="3200"/>
            </a:lvl1pPr>
            <a:lvl2pPr marL="457188" indent="0">
              <a:buNone/>
              <a:defRPr sz="2800"/>
            </a:lvl2pPr>
            <a:lvl3pPr marL="914378" indent="0">
              <a:buNone/>
              <a:defRPr sz="2300"/>
            </a:lvl3pPr>
            <a:lvl4pPr marL="1371566" indent="0">
              <a:buNone/>
              <a:defRPr sz="2000"/>
            </a:lvl4pPr>
            <a:lvl5pPr marL="1828755" indent="0">
              <a:buNone/>
              <a:defRPr sz="2000"/>
            </a:lvl5pPr>
            <a:lvl6pPr marL="2285944" indent="0">
              <a:buNone/>
              <a:defRPr sz="2000"/>
            </a:lvl6pPr>
            <a:lvl7pPr marL="2743132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50200" y="6086711"/>
            <a:ext cx="7194233" cy="912736"/>
          </a:xfrm>
        </p:spPr>
        <p:txBody>
          <a:bodyPr/>
          <a:lstStyle>
            <a:lvl1pPr marL="0" indent="0">
              <a:buNone/>
              <a:defRPr sz="1400"/>
            </a:lvl1pPr>
            <a:lvl2pPr marL="457188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5" indent="0">
              <a:buNone/>
              <a:defRPr sz="900"/>
            </a:lvl5pPr>
            <a:lvl6pPr marL="2285944" indent="0">
              <a:buNone/>
              <a:defRPr sz="900"/>
            </a:lvl6pPr>
            <a:lvl7pPr marL="2743132" indent="0">
              <a:buNone/>
              <a:defRPr sz="900"/>
            </a:lvl7pPr>
            <a:lvl8pPr marL="3200321" indent="0">
              <a:buNone/>
              <a:defRPr sz="900"/>
            </a:lvl8pPr>
            <a:lvl9pPr marL="365751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93032" y="311447"/>
            <a:ext cx="2697839" cy="663579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99520" y="311447"/>
            <a:ext cx="7893673" cy="663579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99279" y="2415963"/>
            <a:ext cx="10191830" cy="166704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98558" y="4407059"/>
            <a:ext cx="8393272" cy="19874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64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9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94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9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238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885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53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1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47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065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7158" y="4997549"/>
            <a:ext cx="10191830" cy="1544631"/>
          </a:xfrm>
        </p:spPr>
        <p:txBody>
          <a:bodyPr anchor="t"/>
          <a:lstStyle>
            <a:lvl1pPr algn="l">
              <a:defRPr sz="49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7158" y="3296295"/>
            <a:ext cx="10191830" cy="1701254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64766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295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6942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5906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2382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38859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5335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18122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99519" y="1814673"/>
            <a:ext cx="5295755" cy="5132568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5115" y="1814673"/>
            <a:ext cx="5295755" cy="5132568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764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99519" y="1740861"/>
            <a:ext cx="5297837" cy="725508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64766" indent="0">
              <a:buNone/>
              <a:defRPr sz="2500" b="1"/>
            </a:lvl2pPr>
            <a:lvl3pPr marL="1129530" indent="0">
              <a:buNone/>
              <a:defRPr sz="2200" b="1"/>
            </a:lvl3pPr>
            <a:lvl4pPr marL="1694295" indent="0">
              <a:buNone/>
              <a:defRPr sz="2000" b="1"/>
            </a:lvl4pPr>
            <a:lvl5pPr marL="2259061" indent="0">
              <a:buNone/>
              <a:defRPr sz="2000" b="1"/>
            </a:lvl5pPr>
            <a:lvl6pPr marL="2823827" indent="0">
              <a:buNone/>
              <a:defRPr sz="2000" b="1"/>
            </a:lvl6pPr>
            <a:lvl7pPr marL="3388591" indent="0">
              <a:buNone/>
              <a:defRPr sz="2000" b="1"/>
            </a:lvl7pPr>
            <a:lvl8pPr marL="3953357" indent="0">
              <a:buNone/>
              <a:defRPr sz="2000" b="1"/>
            </a:lvl8pPr>
            <a:lvl9pPr marL="4518122" indent="0">
              <a:buNone/>
              <a:defRPr sz="20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99519" y="2466370"/>
            <a:ext cx="5297837" cy="4480871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090951" y="1740861"/>
            <a:ext cx="5299918" cy="725508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64766" indent="0">
              <a:buNone/>
              <a:defRPr sz="2500" b="1"/>
            </a:lvl2pPr>
            <a:lvl3pPr marL="1129530" indent="0">
              <a:buNone/>
              <a:defRPr sz="2200" b="1"/>
            </a:lvl3pPr>
            <a:lvl4pPr marL="1694295" indent="0">
              <a:buNone/>
              <a:defRPr sz="2000" b="1"/>
            </a:lvl4pPr>
            <a:lvl5pPr marL="2259061" indent="0">
              <a:buNone/>
              <a:defRPr sz="2000" b="1"/>
            </a:lvl5pPr>
            <a:lvl6pPr marL="2823827" indent="0">
              <a:buNone/>
              <a:defRPr sz="2000" b="1"/>
            </a:lvl6pPr>
            <a:lvl7pPr marL="3388591" indent="0">
              <a:buNone/>
              <a:defRPr sz="2000" b="1"/>
            </a:lvl7pPr>
            <a:lvl8pPr marL="3953357" indent="0">
              <a:buNone/>
              <a:defRPr sz="2000" b="1"/>
            </a:lvl8pPr>
            <a:lvl9pPr marL="4518122" indent="0">
              <a:buNone/>
              <a:defRPr sz="20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090951" y="2466370"/>
            <a:ext cx="5299918" cy="4480871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802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816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802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99521" y="309646"/>
            <a:ext cx="3944755" cy="131779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87909" y="309648"/>
            <a:ext cx="6702960" cy="6637593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99521" y="1627445"/>
            <a:ext cx="3944755" cy="5319796"/>
          </a:xfrm>
        </p:spPr>
        <p:txBody>
          <a:bodyPr/>
          <a:lstStyle>
            <a:lvl1pPr marL="0" indent="0">
              <a:buNone/>
              <a:defRPr sz="1700"/>
            </a:lvl1pPr>
            <a:lvl2pPr marL="564766" indent="0">
              <a:buNone/>
              <a:defRPr sz="1500"/>
            </a:lvl2pPr>
            <a:lvl3pPr marL="1129530" indent="0">
              <a:buNone/>
              <a:defRPr sz="1200"/>
            </a:lvl3pPr>
            <a:lvl4pPr marL="1694295" indent="0">
              <a:buNone/>
              <a:defRPr sz="1100"/>
            </a:lvl4pPr>
            <a:lvl5pPr marL="2259061" indent="0">
              <a:buNone/>
              <a:defRPr sz="1100"/>
            </a:lvl5pPr>
            <a:lvl6pPr marL="2823827" indent="0">
              <a:buNone/>
              <a:defRPr sz="1100"/>
            </a:lvl6pPr>
            <a:lvl7pPr marL="3388591" indent="0">
              <a:buNone/>
              <a:defRPr sz="1100"/>
            </a:lvl7pPr>
            <a:lvl8pPr marL="3953357" indent="0">
              <a:buNone/>
              <a:defRPr sz="1100"/>
            </a:lvl8pPr>
            <a:lvl9pPr marL="4518122" indent="0">
              <a:buNone/>
              <a:defRPr sz="1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111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50200" y="5444014"/>
            <a:ext cx="7194233" cy="64269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50200" y="694904"/>
            <a:ext cx="7194233" cy="4666298"/>
          </a:xfrm>
        </p:spPr>
        <p:txBody>
          <a:bodyPr/>
          <a:lstStyle>
            <a:lvl1pPr marL="0" indent="0">
              <a:buNone/>
              <a:defRPr sz="4000"/>
            </a:lvl1pPr>
            <a:lvl2pPr marL="564766" indent="0">
              <a:buNone/>
              <a:defRPr sz="3500"/>
            </a:lvl2pPr>
            <a:lvl3pPr marL="1129530" indent="0">
              <a:buNone/>
              <a:defRPr sz="3000"/>
            </a:lvl3pPr>
            <a:lvl4pPr marL="1694295" indent="0">
              <a:buNone/>
              <a:defRPr sz="2500"/>
            </a:lvl4pPr>
            <a:lvl5pPr marL="2259061" indent="0">
              <a:buNone/>
              <a:defRPr sz="2500"/>
            </a:lvl5pPr>
            <a:lvl6pPr marL="2823827" indent="0">
              <a:buNone/>
              <a:defRPr sz="2500"/>
            </a:lvl6pPr>
            <a:lvl7pPr marL="3388591" indent="0">
              <a:buNone/>
              <a:defRPr sz="2500"/>
            </a:lvl7pPr>
            <a:lvl8pPr marL="3953357" indent="0">
              <a:buNone/>
              <a:defRPr sz="2500"/>
            </a:lvl8pPr>
            <a:lvl9pPr marL="4518122" indent="0">
              <a:buNone/>
              <a:defRPr sz="25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50200" y="6086711"/>
            <a:ext cx="7194233" cy="912736"/>
          </a:xfrm>
        </p:spPr>
        <p:txBody>
          <a:bodyPr/>
          <a:lstStyle>
            <a:lvl1pPr marL="0" indent="0">
              <a:buNone/>
              <a:defRPr sz="1700"/>
            </a:lvl1pPr>
            <a:lvl2pPr marL="564766" indent="0">
              <a:buNone/>
              <a:defRPr sz="1500"/>
            </a:lvl2pPr>
            <a:lvl3pPr marL="1129530" indent="0">
              <a:buNone/>
              <a:defRPr sz="1200"/>
            </a:lvl3pPr>
            <a:lvl4pPr marL="1694295" indent="0">
              <a:buNone/>
              <a:defRPr sz="1100"/>
            </a:lvl4pPr>
            <a:lvl5pPr marL="2259061" indent="0">
              <a:buNone/>
              <a:defRPr sz="1100"/>
            </a:lvl5pPr>
            <a:lvl6pPr marL="2823827" indent="0">
              <a:buNone/>
              <a:defRPr sz="1100"/>
            </a:lvl6pPr>
            <a:lvl7pPr marL="3388591" indent="0">
              <a:buNone/>
              <a:defRPr sz="1100"/>
            </a:lvl7pPr>
            <a:lvl8pPr marL="3953357" indent="0">
              <a:buNone/>
              <a:defRPr sz="1100"/>
            </a:lvl8pPr>
            <a:lvl9pPr marL="4518122" indent="0">
              <a:buNone/>
              <a:defRPr sz="1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6569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98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93031" y="311449"/>
            <a:ext cx="2697837" cy="663579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99519" y="311449"/>
            <a:ext cx="7893672" cy="663579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031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99279" y="2415962"/>
            <a:ext cx="10191830" cy="166704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98558" y="4407059"/>
            <a:ext cx="8393272" cy="1987497"/>
          </a:xfrm>
        </p:spPr>
        <p:txBody>
          <a:bodyPr/>
          <a:lstStyle>
            <a:lvl1pPr marL="0" indent="0" algn="ctr">
              <a:buNone/>
              <a:defRPr/>
            </a:lvl1pPr>
            <a:lvl2pPr marL="564779" indent="0" algn="ctr">
              <a:buNone/>
              <a:defRPr/>
            </a:lvl2pPr>
            <a:lvl3pPr marL="1129558" indent="0" algn="ctr">
              <a:buNone/>
              <a:defRPr/>
            </a:lvl3pPr>
            <a:lvl4pPr marL="1694337" indent="0" algn="ctr">
              <a:buNone/>
              <a:defRPr/>
            </a:lvl4pPr>
            <a:lvl5pPr marL="2259117" indent="0" algn="ctr">
              <a:buNone/>
              <a:defRPr/>
            </a:lvl5pPr>
            <a:lvl6pPr marL="2823896" indent="0" algn="ctr">
              <a:buNone/>
              <a:defRPr/>
            </a:lvl6pPr>
            <a:lvl7pPr marL="3388675" indent="0" algn="ctr">
              <a:buNone/>
              <a:defRPr/>
            </a:lvl7pPr>
            <a:lvl8pPr marL="3953454" indent="0" algn="ctr">
              <a:buNone/>
              <a:defRPr/>
            </a:lvl8pPr>
            <a:lvl9pPr marL="4518233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880F8-8A0F-4AE9-A868-841C45A24A26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0159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E7233B-C3E2-41B8-AD8E-5075215BA9D4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984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7158" y="4997548"/>
            <a:ext cx="10191830" cy="1544631"/>
          </a:xfrm>
        </p:spPr>
        <p:txBody>
          <a:bodyPr anchor="t"/>
          <a:lstStyle>
            <a:lvl1pPr algn="l">
              <a:defRPr sz="49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7158" y="3296294"/>
            <a:ext cx="10191830" cy="1701254"/>
          </a:xfrm>
        </p:spPr>
        <p:txBody>
          <a:bodyPr anchor="b"/>
          <a:lstStyle>
            <a:lvl1pPr marL="0" indent="0">
              <a:buNone/>
              <a:defRPr sz="2500"/>
            </a:lvl1pPr>
            <a:lvl2pPr marL="564779" indent="0">
              <a:buNone/>
              <a:defRPr sz="2200"/>
            </a:lvl2pPr>
            <a:lvl3pPr marL="1129558" indent="0">
              <a:buNone/>
              <a:defRPr sz="2000"/>
            </a:lvl3pPr>
            <a:lvl4pPr marL="1694337" indent="0">
              <a:buNone/>
              <a:defRPr sz="1700"/>
            </a:lvl4pPr>
            <a:lvl5pPr marL="2259117" indent="0">
              <a:buNone/>
              <a:defRPr sz="1700"/>
            </a:lvl5pPr>
            <a:lvl6pPr marL="2823896" indent="0">
              <a:buNone/>
              <a:defRPr sz="1700"/>
            </a:lvl6pPr>
            <a:lvl7pPr marL="3388675" indent="0">
              <a:buNone/>
              <a:defRPr sz="1700"/>
            </a:lvl7pPr>
            <a:lvl8pPr marL="3953454" indent="0">
              <a:buNone/>
              <a:defRPr sz="1700"/>
            </a:lvl8pPr>
            <a:lvl9pPr marL="4518233" indent="0">
              <a:buNone/>
              <a:defRPr sz="17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A7BAD4-94E0-4447-8654-17885C68B3CC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289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99519" y="1814672"/>
            <a:ext cx="5295755" cy="5132568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5114" y="1814672"/>
            <a:ext cx="5295755" cy="5132568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9703C-C6EF-4E96-B255-6F522C537860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8229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99519" y="1740861"/>
            <a:ext cx="5297837" cy="725508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64779" indent="0">
              <a:buNone/>
              <a:defRPr sz="2500" b="1"/>
            </a:lvl2pPr>
            <a:lvl3pPr marL="1129558" indent="0">
              <a:buNone/>
              <a:defRPr sz="2200" b="1"/>
            </a:lvl3pPr>
            <a:lvl4pPr marL="1694337" indent="0">
              <a:buNone/>
              <a:defRPr sz="2000" b="1"/>
            </a:lvl4pPr>
            <a:lvl5pPr marL="2259117" indent="0">
              <a:buNone/>
              <a:defRPr sz="2000" b="1"/>
            </a:lvl5pPr>
            <a:lvl6pPr marL="2823896" indent="0">
              <a:buNone/>
              <a:defRPr sz="2000" b="1"/>
            </a:lvl6pPr>
            <a:lvl7pPr marL="3388675" indent="0">
              <a:buNone/>
              <a:defRPr sz="2000" b="1"/>
            </a:lvl7pPr>
            <a:lvl8pPr marL="3953454" indent="0">
              <a:buNone/>
              <a:defRPr sz="2000" b="1"/>
            </a:lvl8pPr>
            <a:lvl9pPr marL="4518233" indent="0">
              <a:buNone/>
              <a:defRPr sz="20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99519" y="2466369"/>
            <a:ext cx="5297837" cy="4480871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090951" y="1740861"/>
            <a:ext cx="5299918" cy="725508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64779" indent="0">
              <a:buNone/>
              <a:defRPr sz="2500" b="1"/>
            </a:lvl2pPr>
            <a:lvl3pPr marL="1129558" indent="0">
              <a:buNone/>
              <a:defRPr sz="2200" b="1"/>
            </a:lvl3pPr>
            <a:lvl4pPr marL="1694337" indent="0">
              <a:buNone/>
              <a:defRPr sz="2000" b="1"/>
            </a:lvl4pPr>
            <a:lvl5pPr marL="2259117" indent="0">
              <a:buNone/>
              <a:defRPr sz="2000" b="1"/>
            </a:lvl5pPr>
            <a:lvl6pPr marL="2823896" indent="0">
              <a:buNone/>
              <a:defRPr sz="2000" b="1"/>
            </a:lvl6pPr>
            <a:lvl7pPr marL="3388675" indent="0">
              <a:buNone/>
              <a:defRPr sz="2000" b="1"/>
            </a:lvl7pPr>
            <a:lvl8pPr marL="3953454" indent="0">
              <a:buNone/>
              <a:defRPr sz="2000" b="1"/>
            </a:lvl8pPr>
            <a:lvl9pPr marL="4518233" indent="0">
              <a:buNone/>
              <a:defRPr sz="20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090951" y="2466369"/>
            <a:ext cx="5299918" cy="4480871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89B79F-1FB5-4272-AB1F-B34BA38A9337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3711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6D351-587A-4A3E-88F9-C31DE42FE80E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571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DA851-BF72-4911-9AC6-6839DEB70640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3082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99520" y="309646"/>
            <a:ext cx="3944755" cy="131779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87909" y="309647"/>
            <a:ext cx="6702960" cy="6637593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99520" y="1627444"/>
            <a:ext cx="3944755" cy="5319796"/>
          </a:xfrm>
        </p:spPr>
        <p:txBody>
          <a:bodyPr/>
          <a:lstStyle>
            <a:lvl1pPr marL="0" indent="0">
              <a:buNone/>
              <a:defRPr sz="1700"/>
            </a:lvl1pPr>
            <a:lvl2pPr marL="564779" indent="0">
              <a:buNone/>
              <a:defRPr sz="1500"/>
            </a:lvl2pPr>
            <a:lvl3pPr marL="1129558" indent="0">
              <a:buNone/>
              <a:defRPr sz="1200"/>
            </a:lvl3pPr>
            <a:lvl4pPr marL="1694337" indent="0">
              <a:buNone/>
              <a:defRPr sz="1100"/>
            </a:lvl4pPr>
            <a:lvl5pPr marL="2259117" indent="0">
              <a:buNone/>
              <a:defRPr sz="1100"/>
            </a:lvl5pPr>
            <a:lvl6pPr marL="2823896" indent="0">
              <a:buNone/>
              <a:defRPr sz="1100"/>
            </a:lvl6pPr>
            <a:lvl7pPr marL="3388675" indent="0">
              <a:buNone/>
              <a:defRPr sz="1100"/>
            </a:lvl7pPr>
            <a:lvl8pPr marL="3953454" indent="0">
              <a:buNone/>
              <a:defRPr sz="1100"/>
            </a:lvl8pPr>
            <a:lvl9pPr marL="4518233" indent="0">
              <a:buNone/>
              <a:defRPr sz="1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F9AB4B-0EFF-49EE-A636-AC1DDF44DFC3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233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50200" y="5444014"/>
            <a:ext cx="7194233" cy="64269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50200" y="694904"/>
            <a:ext cx="7194233" cy="4666298"/>
          </a:xfrm>
        </p:spPr>
        <p:txBody>
          <a:bodyPr/>
          <a:lstStyle>
            <a:lvl1pPr marL="0" indent="0">
              <a:buNone/>
              <a:defRPr sz="4000"/>
            </a:lvl1pPr>
            <a:lvl2pPr marL="564779" indent="0">
              <a:buNone/>
              <a:defRPr sz="3500"/>
            </a:lvl2pPr>
            <a:lvl3pPr marL="1129558" indent="0">
              <a:buNone/>
              <a:defRPr sz="3000"/>
            </a:lvl3pPr>
            <a:lvl4pPr marL="1694337" indent="0">
              <a:buNone/>
              <a:defRPr sz="2500"/>
            </a:lvl4pPr>
            <a:lvl5pPr marL="2259117" indent="0">
              <a:buNone/>
              <a:defRPr sz="2500"/>
            </a:lvl5pPr>
            <a:lvl6pPr marL="2823896" indent="0">
              <a:buNone/>
              <a:defRPr sz="2500"/>
            </a:lvl6pPr>
            <a:lvl7pPr marL="3388675" indent="0">
              <a:buNone/>
              <a:defRPr sz="2500"/>
            </a:lvl7pPr>
            <a:lvl8pPr marL="3953454" indent="0">
              <a:buNone/>
              <a:defRPr sz="2500"/>
            </a:lvl8pPr>
            <a:lvl9pPr marL="4518233" indent="0">
              <a:buNone/>
              <a:defRPr sz="2500"/>
            </a:lvl9pPr>
          </a:lstStyle>
          <a:p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50200" y="6086711"/>
            <a:ext cx="7194233" cy="912736"/>
          </a:xfrm>
        </p:spPr>
        <p:txBody>
          <a:bodyPr/>
          <a:lstStyle>
            <a:lvl1pPr marL="0" indent="0">
              <a:buNone/>
              <a:defRPr sz="1700"/>
            </a:lvl1pPr>
            <a:lvl2pPr marL="564779" indent="0">
              <a:buNone/>
              <a:defRPr sz="1500"/>
            </a:lvl2pPr>
            <a:lvl3pPr marL="1129558" indent="0">
              <a:buNone/>
              <a:defRPr sz="1200"/>
            </a:lvl3pPr>
            <a:lvl4pPr marL="1694337" indent="0">
              <a:buNone/>
              <a:defRPr sz="1100"/>
            </a:lvl4pPr>
            <a:lvl5pPr marL="2259117" indent="0">
              <a:buNone/>
              <a:defRPr sz="1100"/>
            </a:lvl5pPr>
            <a:lvl6pPr marL="2823896" indent="0">
              <a:buNone/>
              <a:defRPr sz="1100"/>
            </a:lvl6pPr>
            <a:lvl7pPr marL="3388675" indent="0">
              <a:buNone/>
              <a:defRPr sz="1100"/>
            </a:lvl7pPr>
            <a:lvl8pPr marL="3953454" indent="0">
              <a:buNone/>
              <a:defRPr sz="1100"/>
            </a:lvl8pPr>
            <a:lvl9pPr marL="4518233" indent="0">
              <a:buNone/>
              <a:defRPr sz="1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DFD921-8CAF-4825-93A7-7D2103934574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8627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CEA7BE-428F-446F-8DDA-2B035DE8EC0B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3245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93031" y="311448"/>
            <a:ext cx="2697837" cy="663579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99519" y="311448"/>
            <a:ext cx="7893672" cy="663579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8D28-6908-4372-BDD2-BDABF5A5B2A9}" type="slidenum">
              <a:rPr lang="es-ES">
                <a:solidFill>
                  <a:srgbClr val="000000"/>
                </a:solidFill>
              </a:rPr>
              <a:pPr/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97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599520" y="311447"/>
            <a:ext cx="10791351" cy="1296194"/>
          </a:xfrm>
          <a:prstGeom prst="rect">
            <a:avLst/>
          </a:prstGeom>
        </p:spPr>
        <p:txBody>
          <a:bodyPr vert="horz" lIns="91438" tIns="45718" rIns="91438" bIns="45718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99520" y="1814673"/>
            <a:ext cx="10791351" cy="5132568"/>
          </a:xfrm>
          <a:prstGeom prst="rect">
            <a:avLst/>
          </a:prstGeom>
        </p:spPr>
        <p:txBody>
          <a:bodyPr vert="horz" lIns="91438" tIns="45718" rIns="91438" bIns="45718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99521" y="7208280"/>
            <a:ext cx="2797757" cy="414062"/>
          </a:xfrm>
          <a:prstGeom prst="rect">
            <a:avLst/>
          </a:prstGeom>
        </p:spPr>
        <p:txBody>
          <a:bodyPr vert="horz" lIns="91438" tIns="45718" rIns="91438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CF720-C630-4926-BAE6-3B2991617F91}" type="datetimeFigureOut">
              <a:rPr lang="es-BO" smtClean="0"/>
              <a:pPr/>
              <a:t>14/04/2014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096717" y="7208280"/>
            <a:ext cx="3796956" cy="414062"/>
          </a:xfrm>
          <a:prstGeom prst="rect">
            <a:avLst/>
          </a:prstGeom>
        </p:spPr>
        <p:txBody>
          <a:bodyPr vert="horz" lIns="91438" tIns="45718" rIns="91438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93114" y="7208280"/>
            <a:ext cx="2797757" cy="414062"/>
          </a:xfrm>
          <a:prstGeom prst="rect">
            <a:avLst/>
          </a:prstGeom>
        </p:spPr>
        <p:txBody>
          <a:bodyPr vert="horz" lIns="91438" tIns="45718" rIns="91438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38A29-871A-4FC6-9ADF-3D6CA647C72C}" type="slidenum">
              <a:rPr lang="es-BO" smtClean="0"/>
              <a:pPr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5" algn="l" defTabSz="91437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1" indent="-228595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5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8" indent="-228595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7" indent="-228595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6" indent="-228595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4" indent="-228595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5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4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1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0" algn="l" defTabSz="91437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599521" y="311447"/>
            <a:ext cx="10791349" cy="1296194"/>
          </a:xfrm>
          <a:prstGeom prst="rect">
            <a:avLst/>
          </a:prstGeom>
        </p:spPr>
        <p:txBody>
          <a:bodyPr vert="horz" lIns="112953" tIns="56477" rIns="112953" bIns="56477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99521" y="1814673"/>
            <a:ext cx="10791349" cy="5132568"/>
          </a:xfrm>
          <a:prstGeom prst="rect">
            <a:avLst/>
          </a:prstGeom>
        </p:spPr>
        <p:txBody>
          <a:bodyPr vert="horz" lIns="112953" tIns="56477" rIns="112953" bIns="56477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99521" y="7208278"/>
            <a:ext cx="2797757" cy="414062"/>
          </a:xfrm>
          <a:prstGeom prst="rect">
            <a:avLst/>
          </a:prstGeom>
        </p:spPr>
        <p:txBody>
          <a:bodyPr vert="horz" lIns="112953" tIns="56477" rIns="112953" bIns="56477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29530"/>
            <a:fld id="{3F1DD7B1-9F97-486D-8B72-AF47E3E7793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129530"/>
              <a:t>14/04/2014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096716" y="7208278"/>
            <a:ext cx="3796956" cy="414062"/>
          </a:xfrm>
          <a:prstGeom prst="rect">
            <a:avLst/>
          </a:prstGeom>
        </p:spPr>
        <p:txBody>
          <a:bodyPr vert="horz" lIns="112953" tIns="56477" rIns="112953" bIns="56477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29530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93113" y="7208278"/>
            <a:ext cx="2797757" cy="414062"/>
          </a:xfrm>
          <a:prstGeom prst="rect">
            <a:avLst/>
          </a:prstGeom>
        </p:spPr>
        <p:txBody>
          <a:bodyPr vert="horz" lIns="112953" tIns="56477" rIns="112953" bIns="56477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29530"/>
            <a:fld id="{0AC59C22-B998-4565-8831-6F448F7E8DA0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129530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06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129530" rtl="0" eaLnBrk="1" latinLnBrk="0" hangingPunct="1"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3573" indent="-423573" algn="l" defTabSz="112953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17744" indent="-352978" algn="l" defTabSz="1129530" rtl="0" eaLnBrk="1" latinLnBrk="0" hangingPunct="1">
        <a:spcBef>
          <a:spcPct val="20000"/>
        </a:spcBef>
        <a:buFont typeface="Arial" panose="020B0604020202020204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11913" indent="-282383" algn="l" defTabSz="112953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976679" indent="-282383" algn="l" defTabSz="1129530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41443" indent="-282383" algn="l" defTabSz="1129530" rtl="0" eaLnBrk="1" latinLnBrk="0" hangingPunct="1">
        <a:spcBef>
          <a:spcPct val="20000"/>
        </a:spcBef>
        <a:buFont typeface="Arial" panose="020B0604020202020204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06209" indent="-282383" algn="l" defTabSz="11295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670974" indent="-282383" algn="l" defTabSz="11295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35740" indent="-282383" algn="l" defTabSz="11295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00504" indent="-282383" algn="l" defTabSz="11295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64766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29530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94295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59061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23827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88591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53357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18122" algn="l" defTabSz="11295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99520" y="311447"/>
            <a:ext cx="10791349" cy="129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956" tIns="56478" rIns="112956" bIns="564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9520" y="1814672"/>
            <a:ext cx="10791349" cy="513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956" tIns="56478" rIns="112956" bIns="564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9520" y="7082259"/>
            <a:ext cx="2797757" cy="54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956" tIns="56478" rIns="112956" bIns="56478" numCol="1" anchor="t" anchorCtr="0" compatLnSpc="1">
            <a:prstTxWarp prst="textNoShape">
              <a:avLst/>
            </a:prstTxWarp>
          </a:bodyPr>
          <a:lstStyle>
            <a:lvl1pPr>
              <a:defRPr sz="17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96716" y="7082259"/>
            <a:ext cx="3796956" cy="54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956" tIns="56478" rIns="112956" bIns="56478" numCol="1" anchor="t" anchorCtr="0" compatLnSpc="1">
            <a:prstTxWarp prst="textNoShape">
              <a:avLst/>
            </a:prstTxWarp>
          </a:bodyPr>
          <a:lstStyle>
            <a:lvl1pPr algn="ctr">
              <a:defRPr sz="17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93112" y="7082259"/>
            <a:ext cx="2797757" cy="54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956" tIns="56478" rIns="112956" bIns="56478" numCol="1" anchor="t" anchorCtr="0" compatLnSpc="1">
            <a:prstTxWarp prst="textNoShape">
              <a:avLst/>
            </a:prstTxWarp>
          </a:bodyPr>
          <a:lstStyle>
            <a:lvl1pPr algn="r">
              <a:defRPr sz="17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024CF60-18A9-469C-8CA3-684C2C97F27E}" type="slidenum">
              <a:rPr lang="es-ES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45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5pPr>
      <a:lvl6pPr marL="564779"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6pPr>
      <a:lvl7pPr marL="1129558"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7pPr>
      <a:lvl8pPr marL="1694337"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8pPr>
      <a:lvl9pPr marL="2259117"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Arial" pitchFamily="34" charset="0"/>
        </a:defRPr>
      </a:lvl9pPr>
    </p:titleStyle>
    <p:bodyStyle>
      <a:lvl1pPr marL="423584" indent="-423584" algn="l" rtl="0" fontAlgn="base">
        <a:spcBef>
          <a:spcPct val="20000"/>
        </a:spcBef>
        <a:spcAft>
          <a:spcPct val="0"/>
        </a:spcAft>
        <a:buChar char="•"/>
        <a:defRPr sz="4000">
          <a:solidFill>
            <a:schemeClr val="tx1"/>
          </a:solidFill>
          <a:latin typeface="+mn-lt"/>
          <a:ea typeface="+mn-ea"/>
          <a:cs typeface="+mn-cs"/>
        </a:defRPr>
      </a:lvl1pPr>
      <a:lvl2pPr marL="917766" indent="-352987" algn="l" rtl="0" fontAlgn="base">
        <a:spcBef>
          <a:spcPct val="20000"/>
        </a:spcBef>
        <a:spcAft>
          <a:spcPct val="0"/>
        </a:spcAft>
        <a:buChar char="–"/>
        <a:defRPr sz="3500">
          <a:solidFill>
            <a:schemeClr val="tx1"/>
          </a:solidFill>
          <a:latin typeface="+mn-lt"/>
        </a:defRPr>
      </a:lvl2pPr>
      <a:lvl3pPr marL="1411948" indent="-282390" algn="l" rtl="0" fontAlgn="base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</a:defRPr>
      </a:lvl3pPr>
      <a:lvl4pPr marL="1976727" indent="-282390" algn="l" rtl="0" fontAlgn="base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4pPr>
      <a:lvl5pPr marL="2541506" indent="-282390" algn="l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5pPr>
      <a:lvl6pPr marL="3106285" indent="-282390" algn="l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6pPr>
      <a:lvl7pPr marL="3671065" indent="-282390" algn="l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7pPr>
      <a:lvl8pPr marL="4235844" indent="-282390" algn="l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8pPr>
      <a:lvl9pPr marL="4800623" indent="-282390" algn="l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es-BO"/>
      </a:defPPr>
      <a:lvl1pPr marL="0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64779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29558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94337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59117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23896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88675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53454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18233" algn="l" defTabSz="112955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 smtClean="0">
                <a:solidFill>
                  <a:schemeClr val="bg1"/>
                </a:solidFill>
              </a:rPr>
              <a:t>CASO TÁCTICO</a:t>
            </a:r>
            <a:br>
              <a:rPr lang="es-ES" b="1" dirty="0" smtClean="0">
                <a:solidFill>
                  <a:schemeClr val="bg1"/>
                </a:solidFill>
              </a:rPr>
            </a:br>
            <a:r>
              <a:rPr lang="es-ES" b="1" dirty="0" smtClean="0">
                <a:solidFill>
                  <a:schemeClr val="bg1"/>
                </a:solidFill>
              </a:rPr>
              <a:t>«JUSTINIANO»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413518" y="5357468"/>
            <a:ext cx="8393272" cy="1195409"/>
          </a:xfrm>
        </p:spPr>
        <p:txBody>
          <a:bodyPr/>
          <a:lstStyle/>
          <a:p>
            <a:r>
              <a:rPr lang="es-BO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SOLO FINES DIDACTICOS</a:t>
            </a:r>
          </a:p>
          <a:p>
            <a:r>
              <a:rPr lang="es-BO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ARMA: COMUNICACINES</a:t>
            </a:r>
            <a:endParaRPr lang="es-BO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580799" y="7035293"/>
            <a:ext cx="8393272" cy="597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956" tIns="56478" rIns="112956" bIns="56478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4779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3500">
                <a:solidFill>
                  <a:schemeClr val="tx1"/>
                </a:solidFill>
                <a:latin typeface="+mn-lt"/>
              </a:defRPr>
            </a:lvl2pPr>
            <a:lvl3pPr marL="1129558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3000">
                <a:solidFill>
                  <a:schemeClr val="tx1"/>
                </a:solidFill>
                <a:latin typeface="+mn-lt"/>
              </a:defRPr>
            </a:lvl3pPr>
            <a:lvl4pPr marL="169433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4pPr>
            <a:lvl5pPr marL="22591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5pPr>
            <a:lvl6pPr marL="2823896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6pPr>
            <a:lvl7pPr marL="3388675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7pPr>
            <a:lvl8pPr marL="3953454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8pPr>
            <a:lvl9pPr marL="451823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BO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TCNL. DEM. DANIEL CAMACHO COIMBRA</a:t>
            </a:r>
            <a:endParaRPr lang="es-BO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775222" y="349369"/>
            <a:ext cx="4196636" cy="298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956" tIns="56478" rIns="112956" bIns="56478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4779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3500">
                <a:solidFill>
                  <a:schemeClr val="tx1"/>
                </a:solidFill>
                <a:latin typeface="+mn-lt"/>
              </a:defRPr>
            </a:lvl2pPr>
            <a:lvl3pPr marL="1129558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3000">
                <a:solidFill>
                  <a:schemeClr val="tx1"/>
                </a:solidFill>
                <a:latin typeface="+mn-lt"/>
              </a:defRPr>
            </a:lvl3pPr>
            <a:lvl4pPr marL="169433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4pPr>
            <a:lvl5pPr marL="22591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5pPr>
            <a:lvl6pPr marL="2823896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6pPr>
            <a:lvl7pPr marL="3388675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7pPr>
            <a:lvl8pPr marL="3953454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8pPr>
            <a:lvl9pPr marL="451823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BO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ARMA : COMUNICACIONES</a:t>
            </a:r>
            <a:endParaRPr lang="es-BO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810618" y="641921"/>
            <a:ext cx="1446212" cy="1014412"/>
            <a:chOff x="4248" y="4271"/>
            <a:chExt cx="5261" cy="3696"/>
          </a:xfrm>
        </p:grpSpPr>
        <p:grpSp>
          <p:nvGrpSpPr>
            <p:cNvPr id="7" name="Group 3"/>
            <p:cNvGrpSpPr>
              <a:grpSpLocks/>
            </p:cNvGrpSpPr>
            <p:nvPr/>
          </p:nvGrpSpPr>
          <p:grpSpPr bwMode="auto">
            <a:xfrm>
              <a:off x="5329" y="5351"/>
              <a:ext cx="3594" cy="1938"/>
              <a:chOff x="4401" y="1450"/>
              <a:chExt cx="3993" cy="2154"/>
            </a:xfrm>
          </p:grpSpPr>
          <p:grpSp>
            <p:nvGrpSpPr>
              <p:cNvPr id="263" name="Group 4"/>
              <p:cNvGrpSpPr>
                <a:grpSpLocks/>
              </p:cNvGrpSpPr>
              <p:nvPr/>
            </p:nvGrpSpPr>
            <p:grpSpPr bwMode="auto">
              <a:xfrm>
                <a:off x="4401" y="1450"/>
                <a:ext cx="3993" cy="2154"/>
                <a:chOff x="4401" y="1450"/>
                <a:chExt cx="3993" cy="2154"/>
              </a:xfrm>
            </p:grpSpPr>
            <p:grpSp>
              <p:nvGrpSpPr>
                <p:cNvPr id="265" name="Group 5"/>
                <p:cNvGrpSpPr>
                  <a:grpSpLocks/>
                </p:cNvGrpSpPr>
                <p:nvPr/>
              </p:nvGrpSpPr>
              <p:grpSpPr bwMode="auto">
                <a:xfrm>
                  <a:off x="4401" y="1450"/>
                  <a:ext cx="3993" cy="2154"/>
                  <a:chOff x="4401" y="1450"/>
                  <a:chExt cx="3993" cy="2154"/>
                </a:xfrm>
              </p:grpSpPr>
              <p:sp>
                <p:nvSpPr>
                  <p:cNvPr id="267" name="Freeform 6"/>
                  <p:cNvSpPr>
                    <a:spLocks/>
                  </p:cNvSpPr>
                  <p:nvPr/>
                </p:nvSpPr>
                <p:spPr bwMode="auto">
                  <a:xfrm>
                    <a:off x="4884" y="1714"/>
                    <a:ext cx="3510" cy="1890"/>
                  </a:xfrm>
                  <a:custGeom>
                    <a:avLst/>
                    <a:gdLst>
                      <a:gd name="T0" fmla="*/ 0 w 7020"/>
                      <a:gd name="T1" fmla="*/ 0 h 3780"/>
                      <a:gd name="T2" fmla="*/ 1 w 7020"/>
                      <a:gd name="T3" fmla="*/ 1 h 3780"/>
                      <a:gd name="T4" fmla="*/ 1 w 7020"/>
                      <a:gd name="T5" fmla="*/ 1 h 3780"/>
                      <a:gd name="T6" fmla="*/ 1 w 7020"/>
                      <a:gd name="T7" fmla="*/ 1 h 3780"/>
                      <a:gd name="T8" fmla="*/ 1 w 7020"/>
                      <a:gd name="T9" fmla="*/ 1 h 3780"/>
                      <a:gd name="T10" fmla="*/ 0 w 7020"/>
                      <a:gd name="T11" fmla="*/ 0 h 378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7020"/>
                      <a:gd name="T19" fmla="*/ 0 h 3780"/>
                      <a:gd name="T20" fmla="*/ 7020 w 7020"/>
                      <a:gd name="T21" fmla="*/ 3780 h 378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7020" h="3780">
                        <a:moveTo>
                          <a:pt x="0" y="0"/>
                        </a:moveTo>
                        <a:lnTo>
                          <a:pt x="7020" y="3780"/>
                        </a:lnTo>
                        <a:lnTo>
                          <a:pt x="6429" y="3596"/>
                        </a:lnTo>
                        <a:lnTo>
                          <a:pt x="5940" y="3420"/>
                        </a:lnTo>
                        <a:lnTo>
                          <a:pt x="17" y="1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68" name="Freeform 7"/>
                  <p:cNvSpPr>
                    <a:spLocks/>
                  </p:cNvSpPr>
                  <p:nvPr/>
                </p:nvSpPr>
                <p:spPr bwMode="auto">
                  <a:xfrm>
                    <a:off x="4923" y="1682"/>
                    <a:ext cx="3405" cy="1890"/>
                  </a:xfrm>
                  <a:custGeom>
                    <a:avLst/>
                    <a:gdLst>
                      <a:gd name="T0" fmla="*/ 1 w 6810"/>
                      <a:gd name="T1" fmla="*/ 0 h 3780"/>
                      <a:gd name="T2" fmla="*/ 1 w 6810"/>
                      <a:gd name="T3" fmla="*/ 1 h 3780"/>
                      <a:gd name="T4" fmla="*/ 1 w 6810"/>
                      <a:gd name="T5" fmla="*/ 1 h 3780"/>
                      <a:gd name="T6" fmla="*/ 0 w 6810"/>
                      <a:gd name="T7" fmla="*/ 1 h 3780"/>
                      <a:gd name="T8" fmla="*/ 1 w 6810"/>
                      <a:gd name="T9" fmla="*/ 0 h 378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810"/>
                      <a:gd name="T16" fmla="*/ 0 h 3780"/>
                      <a:gd name="T17" fmla="*/ 6810 w 6810"/>
                      <a:gd name="T18" fmla="*/ 3780 h 378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810" h="3780">
                        <a:moveTo>
                          <a:pt x="30" y="0"/>
                        </a:moveTo>
                        <a:lnTo>
                          <a:pt x="6810" y="3780"/>
                        </a:lnTo>
                        <a:lnTo>
                          <a:pt x="6217" y="3525"/>
                        </a:lnTo>
                        <a:lnTo>
                          <a:pt x="0" y="135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69" name="Freeform 8"/>
                  <p:cNvSpPr>
                    <a:spLocks/>
                  </p:cNvSpPr>
                  <p:nvPr/>
                </p:nvSpPr>
                <p:spPr bwMode="auto">
                  <a:xfrm>
                    <a:off x="4602" y="1534"/>
                    <a:ext cx="372" cy="313"/>
                  </a:xfrm>
                  <a:custGeom>
                    <a:avLst/>
                    <a:gdLst>
                      <a:gd name="T0" fmla="*/ 1 w 744"/>
                      <a:gd name="T1" fmla="*/ 1 h 626"/>
                      <a:gd name="T2" fmla="*/ 1 w 744"/>
                      <a:gd name="T3" fmla="*/ 1 h 626"/>
                      <a:gd name="T4" fmla="*/ 1 w 744"/>
                      <a:gd name="T5" fmla="*/ 1 h 626"/>
                      <a:gd name="T6" fmla="*/ 1 w 744"/>
                      <a:gd name="T7" fmla="*/ 1 h 626"/>
                      <a:gd name="T8" fmla="*/ 0 w 744"/>
                      <a:gd name="T9" fmla="*/ 1 h 626"/>
                      <a:gd name="T10" fmla="*/ 1 w 744"/>
                      <a:gd name="T11" fmla="*/ 1 h 626"/>
                      <a:gd name="T12" fmla="*/ 1 w 744"/>
                      <a:gd name="T13" fmla="*/ 0 h 626"/>
                      <a:gd name="T14" fmla="*/ 1 w 744"/>
                      <a:gd name="T15" fmla="*/ 1 h 626"/>
                      <a:gd name="T16" fmla="*/ 1 w 744"/>
                      <a:gd name="T17" fmla="*/ 1 h 62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4"/>
                      <a:gd name="T28" fmla="*/ 0 h 626"/>
                      <a:gd name="T29" fmla="*/ 744 w 744"/>
                      <a:gd name="T30" fmla="*/ 626 h 62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4" h="626">
                        <a:moveTo>
                          <a:pt x="573" y="626"/>
                        </a:moveTo>
                        <a:lnTo>
                          <a:pt x="461" y="484"/>
                        </a:lnTo>
                        <a:lnTo>
                          <a:pt x="236" y="431"/>
                        </a:lnTo>
                        <a:lnTo>
                          <a:pt x="135" y="299"/>
                        </a:lnTo>
                        <a:lnTo>
                          <a:pt x="0" y="305"/>
                        </a:lnTo>
                        <a:lnTo>
                          <a:pt x="39" y="143"/>
                        </a:lnTo>
                        <a:lnTo>
                          <a:pt x="204" y="0"/>
                        </a:lnTo>
                        <a:lnTo>
                          <a:pt x="744" y="360"/>
                        </a:lnTo>
                        <a:lnTo>
                          <a:pt x="573" y="626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0" name="Freeform 9"/>
                  <p:cNvSpPr>
                    <a:spLocks/>
                  </p:cNvSpPr>
                  <p:nvPr/>
                </p:nvSpPr>
                <p:spPr bwMode="auto">
                  <a:xfrm>
                    <a:off x="4934" y="1712"/>
                    <a:ext cx="244" cy="218"/>
                  </a:xfrm>
                  <a:custGeom>
                    <a:avLst/>
                    <a:gdLst>
                      <a:gd name="T0" fmla="*/ 0 w 488"/>
                      <a:gd name="T1" fmla="*/ 1 h 435"/>
                      <a:gd name="T2" fmla="*/ 1 w 488"/>
                      <a:gd name="T3" fmla="*/ 0 h 435"/>
                      <a:gd name="T4" fmla="*/ 1 w 488"/>
                      <a:gd name="T5" fmla="*/ 1 h 435"/>
                      <a:gd name="T6" fmla="*/ 1 w 488"/>
                      <a:gd name="T7" fmla="*/ 1 h 435"/>
                      <a:gd name="T8" fmla="*/ 1 w 488"/>
                      <a:gd name="T9" fmla="*/ 1 h 435"/>
                      <a:gd name="T10" fmla="*/ 1 w 488"/>
                      <a:gd name="T11" fmla="*/ 1 h 435"/>
                      <a:gd name="T12" fmla="*/ 1 w 488"/>
                      <a:gd name="T13" fmla="*/ 1 h 435"/>
                      <a:gd name="T14" fmla="*/ 1 w 488"/>
                      <a:gd name="T15" fmla="*/ 1 h 435"/>
                      <a:gd name="T16" fmla="*/ 1 w 488"/>
                      <a:gd name="T17" fmla="*/ 1 h 435"/>
                      <a:gd name="T18" fmla="*/ 0 w 488"/>
                      <a:gd name="T19" fmla="*/ 1 h 435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8"/>
                      <a:gd name="T31" fmla="*/ 0 h 435"/>
                      <a:gd name="T32" fmla="*/ 488 w 488"/>
                      <a:gd name="T33" fmla="*/ 435 h 435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8" h="435">
                        <a:moveTo>
                          <a:pt x="0" y="240"/>
                        </a:moveTo>
                        <a:lnTo>
                          <a:pt x="143" y="0"/>
                        </a:lnTo>
                        <a:lnTo>
                          <a:pt x="435" y="195"/>
                        </a:lnTo>
                        <a:lnTo>
                          <a:pt x="488" y="330"/>
                        </a:lnTo>
                        <a:lnTo>
                          <a:pt x="480" y="360"/>
                        </a:lnTo>
                        <a:lnTo>
                          <a:pt x="435" y="390"/>
                        </a:lnTo>
                        <a:lnTo>
                          <a:pt x="375" y="435"/>
                        </a:lnTo>
                        <a:lnTo>
                          <a:pt x="300" y="435"/>
                        </a:lnTo>
                        <a:lnTo>
                          <a:pt x="300" y="413"/>
                        </a:lnTo>
                        <a:lnTo>
                          <a:pt x="0" y="24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1" name="Freeform 10"/>
                  <p:cNvSpPr>
                    <a:spLocks/>
                  </p:cNvSpPr>
                  <p:nvPr/>
                </p:nvSpPr>
                <p:spPr bwMode="auto">
                  <a:xfrm>
                    <a:off x="4974" y="1795"/>
                    <a:ext cx="138" cy="101"/>
                  </a:xfrm>
                  <a:custGeom>
                    <a:avLst/>
                    <a:gdLst>
                      <a:gd name="T0" fmla="*/ 1 w 275"/>
                      <a:gd name="T1" fmla="*/ 1 h 201"/>
                      <a:gd name="T2" fmla="*/ 1 w 275"/>
                      <a:gd name="T3" fmla="*/ 1 h 201"/>
                      <a:gd name="T4" fmla="*/ 1 w 275"/>
                      <a:gd name="T5" fmla="*/ 1 h 201"/>
                      <a:gd name="T6" fmla="*/ 1 w 275"/>
                      <a:gd name="T7" fmla="*/ 1 h 201"/>
                      <a:gd name="T8" fmla="*/ 1 w 275"/>
                      <a:gd name="T9" fmla="*/ 1 h 201"/>
                      <a:gd name="T10" fmla="*/ 1 w 275"/>
                      <a:gd name="T11" fmla="*/ 1 h 201"/>
                      <a:gd name="T12" fmla="*/ 1 w 275"/>
                      <a:gd name="T13" fmla="*/ 1 h 201"/>
                      <a:gd name="T14" fmla="*/ 1 w 275"/>
                      <a:gd name="T15" fmla="*/ 1 h 201"/>
                      <a:gd name="T16" fmla="*/ 1 w 275"/>
                      <a:gd name="T17" fmla="*/ 1 h 201"/>
                      <a:gd name="T18" fmla="*/ 1 w 275"/>
                      <a:gd name="T19" fmla="*/ 1 h 201"/>
                      <a:gd name="T20" fmla="*/ 1 w 275"/>
                      <a:gd name="T21" fmla="*/ 1 h 201"/>
                      <a:gd name="T22" fmla="*/ 1 w 275"/>
                      <a:gd name="T23" fmla="*/ 1 h 201"/>
                      <a:gd name="T24" fmla="*/ 1 w 275"/>
                      <a:gd name="T25" fmla="*/ 1 h 201"/>
                      <a:gd name="T26" fmla="*/ 1 w 275"/>
                      <a:gd name="T27" fmla="*/ 1 h 201"/>
                      <a:gd name="T28" fmla="*/ 1 w 275"/>
                      <a:gd name="T29" fmla="*/ 1 h 201"/>
                      <a:gd name="T30" fmla="*/ 1 w 275"/>
                      <a:gd name="T31" fmla="*/ 1 h 201"/>
                      <a:gd name="T32" fmla="*/ 1 w 275"/>
                      <a:gd name="T33" fmla="*/ 1 h 201"/>
                      <a:gd name="T34" fmla="*/ 1 w 275"/>
                      <a:gd name="T35" fmla="*/ 1 h 201"/>
                      <a:gd name="T36" fmla="*/ 1 w 275"/>
                      <a:gd name="T37" fmla="*/ 1 h 201"/>
                      <a:gd name="T38" fmla="*/ 1 w 275"/>
                      <a:gd name="T39" fmla="*/ 1 h 201"/>
                      <a:gd name="T40" fmla="*/ 1 w 275"/>
                      <a:gd name="T41" fmla="*/ 1 h 201"/>
                      <a:gd name="T42" fmla="*/ 1 w 275"/>
                      <a:gd name="T43" fmla="*/ 1 h 201"/>
                      <a:gd name="T44" fmla="*/ 1 w 275"/>
                      <a:gd name="T45" fmla="*/ 1 h 201"/>
                      <a:gd name="T46" fmla="*/ 1 w 275"/>
                      <a:gd name="T47" fmla="*/ 1 h 201"/>
                      <a:gd name="T48" fmla="*/ 1 w 275"/>
                      <a:gd name="T49" fmla="*/ 1 h 20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5"/>
                      <a:gd name="T76" fmla="*/ 0 h 201"/>
                      <a:gd name="T77" fmla="*/ 275 w 275"/>
                      <a:gd name="T78" fmla="*/ 201 h 20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5" h="201">
                        <a:moveTo>
                          <a:pt x="39" y="18"/>
                        </a:moveTo>
                        <a:cubicBezTo>
                          <a:pt x="56" y="21"/>
                          <a:pt x="106" y="0"/>
                          <a:pt x="122" y="7"/>
                        </a:cubicBezTo>
                        <a:cubicBezTo>
                          <a:pt x="179" y="30"/>
                          <a:pt x="78" y="56"/>
                          <a:pt x="144" y="41"/>
                        </a:cubicBezTo>
                        <a:cubicBezTo>
                          <a:pt x="151" y="36"/>
                          <a:pt x="158" y="22"/>
                          <a:pt x="166" y="26"/>
                        </a:cubicBezTo>
                        <a:cubicBezTo>
                          <a:pt x="182" y="35"/>
                          <a:pt x="186" y="56"/>
                          <a:pt x="196" y="71"/>
                        </a:cubicBezTo>
                        <a:cubicBezTo>
                          <a:pt x="202" y="80"/>
                          <a:pt x="257" y="36"/>
                          <a:pt x="264" y="44"/>
                        </a:cubicBezTo>
                        <a:cubicBezTo>
                          <a:pt x="275" y="58"/>
                          <a:pt x="249" y="138"/>
                          <a:pt x="249" y="138"/>
                        </a:cubicBezTo>
                        <a:cubicBezTo>
                          <a:pt x="246" y="156"/>
                          <a:pt x="255" y="179"/>
                          <a:pt x="241" y="191"/>
                        </a:cubicBezTo>
                        <a:cubicBezTo>
                          <a:pt x="229" y="201"/>
                          <a:pt x="209" y="191"/>
                          <a:pt x="196" y="183"/>
                        </a:cubicBezTo>
                        <a:cubicBezTo>
                          <a:pt x="189" y="179"/>
                          <a:pt x="194" y="167"/>
                          <a:pt x="189" y="161"/>
                        </a:cubicBezTo>
                        <a:cubicBezTo>
                          <a:pt x="175" y="143"/>
                          <a:pt x="149" y="142"/>
                          <a:pt x="129" y="138"/>
                        </a:cubicBezTo>
                        <a:cubicBezTo>
                          <a:pt x="139" y="133"/>
                          <a:pt x="186" y="78"/>
                          <a:pt x="189" y="67"/>
                        </a:cubicBezTo>
                        <a:cubicBezTo>
                          <a:pt x="191" y="58"/>
                          <a:pt x="141" y="116"/>
                          <a:pt x="136" y="108"/>
                        </a:cubicBezTo>
                        <a:cubicBezTo>
                          <a:pt x="128" y="95"/>
                          <a:pt x="152" y="37"/>
                          <a:pt x="152" y="37"/>
                        </a:cubicBezTo>
                        <a:cubicBezTo>
                          <a:pt x="150" y="37"/>
                          <a:pt x="38" y="93"/>
                          <a:pt x="24" y="71"/>
                        </a:cubicBezTo>
                        <a:cubicBezTo>
                          <a:pt x="0" y="35"/>
                          <a:pt x="39" y="31"/>
                          <a:pt x="54" y="26"/>
                        </a:cubicBezTo>
                        <a:cubicBezTo>
                          <a:pt x="122" y="42"/>
                          <a:pt x="53" y="18"/>
                          <a:pt x="99" y="56"/>
                        </a:cubicBezTo>
                        <a:cubicBezTo>
                          <a:pt x="119" y="72"/>
                          <a:pt x="174" y="75"/>
                          <a:pt x="196" y="78"/>
                        </a:cubicBezTo>
                        <a:cubicBezTo>
                          <a:pt x="199" y="98"/>
                          <a:pt x="200" y="118"/>
                          <a:pt x="204" y="138"/>
                        </a:cubicBezTo>
                        <a:cubicBezTo>
                          <a:pt x="205" y="146"/>
                          <a:pt x="214" y="154"/>
                          <a:pt x="211" y="161"/>
                        </a:cubicBezTo>
                        <a:cubicBezTo>
                          <a:pt x="208" y="169"/>
                          <a:pt x="196" y="171"/>
                          <a:pt x="189" y="176"/>
                        </a:cubicBezTo>
                        <a:cubicBezTo>
                          <a:pt x="181" y="171"/>
                          <a:pt x="172" y="168"/>
                          <a:pt x="166" y="161"/>
                        </a:cubicBezTo>
                        <a:cubicBezTo>
                          <a:pt x="157" y="149"/>
                          <a:pt x="163" y="123"/>
                          <a:pt x="144" y="116"/>
                        </a:cubicBezTo>
                        <a:cubicBezTo>
                          <a:pt x="115" y="106"/>
                          <a:pt x="84" y="106"/>
                          <a:pt x="54" y="101"/>
                        </a:cubicBezTo>
                        <a:cubicBezTo>
                          <a:pt x="31" y="55"/>
                          <a:pt x="39" y="82"/>
                          <a:pt x="39" y="1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2" name="Freeform 11"/>
                  <p:cNvSpPr>
                    <a:spLocks/>
                  </p:cNvSpPr>
                  <p:nvPr/>
                </p:nvSpPr>
                <p:spPr bwMode="auto">
                  <a:xfrm>
                    <a:off x="4401" y="1574"/>
                    <a:ext cx="758" cy="502"/>
                  </a:xfrm>
                  <a:custGeom>
                    <a:avLst/>
                    <a:gdLst>
                      <a:gd name="T0" fmla="*/ 1 w 1515"/>
                      <a:gd name="T1" fmla="*/ 0 h 1005"/>
                      <a:gd name="T2" fmla="*/ 1 w 1515"/>
                      <a:gd name="T3" fmla="*/ 0 h 1005"/>
                      <a:gd name="T4" fmla="*/ 1 w 1515"/>
                      <a:gd name="T5" fmla="*/ 0 h 1005"/>
                      <a:gd name="T6" fmla="*/ 1 w 1515"/>
                      <a:gd name="T7" fmla="*/ 0 h 1005"/>
                      <a:gd name="T8" fmla="*/ 1 w 1515"/>
                      <a:gd name="T9" fmla="*/ 0 h 1005"/>
                      <a:gd name="T10" fmla="*/ 1 w 1515"/>
                      <a:gd name="T11" fmla="*/ 0 h 1005"/>
                      <a:gd name="T12" fmla="*/ 1 w 1515"/>
                      <a:gd name="T13" fmla="*/ 0 h 1005"/>
                      <a:gd name="T14" fmla="*/ 1 w 1515"/>
                      <a:gd name="T15" fmla="*/ 0 h 1005"/>
                      <a:gd name="T16" fmla="*/ 1 w 1515"/>
                      <a:gd name="T17" fmla="*/ 0 h 1005"/>
                      <a:gd name="T18" fmla="*/ 1 w 1515"/>
                      <a:gd name="T19" fmla="*/ 0 h 1005"/>
                      <a:gd name="T20" fmla="*/ 1 w 1515"/>
                      <a:gd name="T21" fmla="*/ 0 h 1005"/>
                      <a:gd name="T22" fmla="*/ 1 w 1515"/>
                      <a:gd name="T23" fmla="*/ 0 h 1005"/>
                      <a:gd name="T24" fmla="*/ 1 w 1515"/>
                      <a:gd name="T25" fmla="*/ 0 h 1005"/>
                      <a:gd name="T26" fmla="*/ 1 w 1515"/>
                      <a:gd name="T27" fmla="*/ 0 h 1005"/>
                      <a:gd name="T28" fmla="*/ 1 w 1515"/>
                      <a:gd name="T29" fmla="*/ 0 h 1005"/>
                      <a:gd name="T30" fmla="*/ 1 w 1515"/>
                      <a:gd name="T31" fmla="*/ 0 h 1005"/>
                      <a:gd name="T32" fmla="*/ 1 w 1515"/>
                      <a:gd name="T33" fmla="*/ 0 h 1005"/>
                      <a:gd name="T34" fmla="*/ 1 w 1515"/>
                      <a:gd name="T35" fmla="*/ 0 h 1005"/>
                      <a:gd name="T36" fmla="*/ 1 w 1515"/>
                      <a:gd name="T37" fmla="*/ 0 h 1005"/>
                      <a:gd name="T38" fmla="*/ 1 w 1515"/>
                      <a:gd name="T39" fmla="*/ 0 h 1005"/>
                      <a:gd name="T40" fmla="*/ 1 w 1515"/>
                      <a:gd name="T41" fmla="*/ 0 h 1005"/>
                      <a:gd name="T42" fmla="*/ 1 w 1515"/>
                      <a:gd name="T43" fmla="*/ 0 h 1005"/>
                      <a:gd name="T44" fmla="*/ 1 w 1515"/>
                      <a:gd name="T45" fmla="*/ 0 h 1005"/>
                      <a:gd name="T46" fmla="*/ 1 w 1515"/>
                      <a:gd name="T47" fmla="*/ 0 h 1005"/>
                      <a:gd name="T48" fmla="*/ 1 w 1515"/>
                      <a:gd name="T49" fmla="*/ 0 h 1005"/>
                      <a:gd name="T50" fmla="*/ 1 w 1515"/>
                      <a:gd name="T51" fmla="*/ 0 h 1005"/>
                      <a:gd name="T52" fmla="*/ 1 w 1515"/>
                      <a:gd name="T53" fmla="*/ 0 h 1005"/>
                      <a:gd name="T54" fmla="*/ 0 w 1515"/>
                      <a:gd name="T55" fmla="*/ 0 h 1005"/>
                      <a:gd name="T56" fmla="*/ 1 w 1515"/>
                      <a:gd name="T57" fmla="*/ 0 h 1005"/>
                      <a:gd name="T58" fmla="*/ 1 w 1515"/>
                      <a:gd name="T59" fmla="*/ 0 h 1005"/>
                      <a:gd name="T60" fmla="*/ 1 w 1515"/>
                      <a:gd name="T61" fmla="*/ 0 h 1005"/>
                      <a:gd name="T62" fmla="*/ 1 w 1515"/>
                      <a:gd name="T63" fmla="*/ 0 h 1005"/>
                      <a:gd name="T64" fmla="*/ 1 w 1515"/>
                      <a:gd name="T65" fmla="*/ 0 h 1005"/>
                      <a:gd name="T66" fmla="*/ 1 w 1515"/>
                      <a:gd name="T67" fmla="*/ 0 h 1005"/>
                      <a:gd name="T68" fmla="*/ 1 w 1515"/>
                      <a:gd name="T69" fmla="*/ 0 h 1005"/>
                      <a:gd name="T70" fmla="*/ 1 w 1515"/>
                      <a:gd name="T71" fmla="*/ 0 h 1005"/>
                      <a:gd name="T72" fmla="*/ 1 w 1515"/>
                      <a:gd name="T73" fmla="*/ 0 h 1005"/>
                      <a:gd name="T74" fmla="*/ 1 w 1515"/>
                      <a:gd name="T75" fmla="*/ 0 h 1005"/>
                      <a:gd name="T76" fmla="*/ 1 w 1515"/>
                      <a:gd name="T77" fmla="*/ 0 h 1005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1515"/>
                      <a:gd name="T118" fmla="*/ 0 h 1005"/>
                      <a:gd name="T119" fmla="*/ 1515 w 1515"/>
                      <a:gd name="T120" fmla="*/ 1005 h 1005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1515" h="1005">
                        <a:moveTo>
                          <a:pt x="840" y="915"/>
                        </a:moveTo>
                        <a:lnTo>
                          <a:pt x="1275" y="172"/>
                        </a:lnTo>
                        <a:lnTo>
                          <a:pt x="1335" y="127"/>
                        </a:lnTo>
                        <a:lnTo>
                          <a:pt x="1388" y="112"/>
                        </a:lnTo>
                        <a:lnTo>
                          <a:pt x="1463" y="120"/>
                        </a:lnTo>
                        <a:lnTo>
                          <a:pt x="1508" y="105"/>
                        </a:lnTo>
                        <a:lnTo>
                          <a:pt x="1515" y="105"/>
                        </a:lnTo>
                        <a:lnTo>
                          <a:pt x="1493" y="52"/>
                        </a:lnTo>
                        <a:lnTo>
                          <a:pt x="1478" y="0"/>
                        </a:lnTo>
                        <a:lnTo>
                          <a:pt x="1433" y="0"/>
                        </a:lnTo>
                        <a:lnTo>
                          <a:pt x="1365" y="15"/>
                        </a:lnTo>
                        <a:lnTo>
                          <a:pt x="1283" y="60"/>
                        </a:lnTo>
                        <a:lnTo>
                          <a:pt x="1208" y="150"/>
                        </a:lnTo>
                        <a:lnTo>
                          <a:pt x="803" y="855"/>
                        </a:lnTo>
                        <a:lnTo>
                          <a:pt x="750" y="855"/>
                        </a:lnTo>
                        <a:lnTo>
                          <a:pt x="578" y="727"/>
                        </a:lnTo>
                        <a:lnTo>
                          <a:pt x="458" y="735"/>
                        </a:lnTo>
                        <a:lnTo>
                          <a:pt x="323" y="742"/>
                        </a:lnTo>
                        <a:lnTo>
                          <a:pt x="225" y="667"/>
                        </a:lnTo>
                        <a:lnTo>
                          <a:pt x="135" y="592"/>
                        </a:lnTo>
                        <a:lnTo>
                          <a:pt x="98" y="517"/>
                        </a:lnTo>
                        <a:lnTo>
                          <a:pt x="60" y="420"/>
                        </a:lnTo>
                        <a:lnTo>
                          <a:pt x="83" y="322"/>
                        </a:lnTo>
                        <a:lnTo>
                          <a:pt x="195" y="247"/>
                        </a:lnTo>
                        <a:lnTo>
                          <a:pt x="323" y="142"/>
                        </a:lnTo>
                        <a:lnTo>
                          <a:pt x="246" y="101"/>
                        </a:lnTo>
                        <a:lnTo>
                          <a:pt x="45" y="277"/>
                        </a:lnTo>
                        <a:lnTo>
                          <a:pt x="0" y="390"/>
                        </a:lnTo>
                        <a:lnTo>
                          <a:pt x="38" y="532"/>
                        </a:lnTo>
                        <a:lnTo>
                          <a:pt x="83" y="637"/>
                        </a:lnTo>
                        <a:lnTo>
                          <a:pt x="158" y="712"/>
                        </a:lnTo>
                        <a:lnTo>
                          <a:pt x="330" y="810"/>
                        </a:lnTo>
                        <a:lnTo>
                          <a:pt x="533" y="787"/>
                        </a:lnTo>
                        <a:lnTo>
                          <a:pt x="563" y="802"/>
                        </a:lnTo>
                        <a:lnTo>
                          <a:pt x="713" y="900"/>
                        </a:lnTo>
                        <a:lnTo>
                          <a:pt x="743" y="960"/>
                        </a:lnTo>
                        <a:lnTo>
                          <a:pt x="795" y="1005"/>
                        </a:lnTo>
                        <a:lnTo>
                          <a:pt x="855" y="990"/>
                        </a:lnTo>
                        <a:lnTo>
                          <a:pt x="840" y="915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3" name="Freeform 12"/>
                  <p:cNvSpPr>
                    <a:spLocks/>
                  </p:cNvSpPr>
                  <p:nvPr/>
                </p:nvSpPr>
                <p:spPr bwMode="auto">
                  <a:xfrm>
                    <a:off x="4497" y="1469"/>
                    <a:ext cx="240" cy="201"/>
                  </a:xfrm>
                  <a:custGeom>
                    <a:avLst/>
                    <a:gdLst>
                      <a:gd name="T0" fmla="*/ 0 w 481"/>
                      <a:gd name="T1" fmla="*/ 1 h 401"/>
                      <a:gd name="T2" fmla="*/ 0 w 481"/>
                      <a:gd name="T3" fmla="*/ 1 h 401"/>
                      <a:gd name="T4" fmla="*/ 0 w 481"/>
                      <a:gd name="T5" fmla="*/ 0 h 401"/>
                      <a:gd name="T6" fmla="*/ 0 w 481"/>
                      <a:gd name="T7" fmla="*/ 1 h 401"/>
                      <a:gd name="T8" fmla="*/ 0 w 481"/>
                      <a:gd name="T9" fmla="*/ 1 h 401"/>
                      <a:gd name="T10" fmla="*/ 0 w 481"/>
                      <a:gd name="T11" fmla="*/ 1 h 401"/>
                      <a:gd name="T12" fmla="*/ 0 w 481"/>
                      <a:gd name="T13" fmla="*/ 1 h 401"/>
                      <a:gd name="T14" fmla="*/ 0 w 481"/>
                      <a:gd name="T15" fmla="*/ 1 h 401"/>
                      <a:gd name="T16" fmla="*/ 0 w 481"/>
                      <a:gd name="T17" fmla="*/ 1 h 401"/>
                      <a:gd name="T18" fmla="*/ 0 w 481"/>
                      <a:gd name="T19" fmla="*/ 1 h 401"/>
                      <a:gd name="T20" fmla="*/ 0 w 481"/>
                      <a:gd name="T21" fmla="*/ 1 h 401"/>
                      <a:gd name="T22" fmla="*/ 0 w 481"/>
                      <a:gd name="T23" fmla="*/ 1 h 401"/>
                      <a:gd name="T24" fmla="*/ 0 w 481"/>
                      <a:gd name="T25" fmla="*/ 1 h 401"/>
                      <a:gd name="T26" fmla="*/ 0 w 481"/>
                      <a:gd name="T27" fmla="*/ 1 h 401"/>
                      <a:gd name="T28" fmla="*/ 0 w 481"/>
                      <a:gd name="T29" fmla="*/ 1 h 401"/>
                      <a:gd name="T30" fmla="*/ 0 w 481"/>
                      <a:gd name="T31" fmla="*/ 1 h 401"/>
                      <a:gd name="T32" fmla="*/ 0 w 481"/>
                      <a:gd name="T33" fmla="*/ 1 h 401"/>
                      <a:gd name="T34" fmla="*/ 0 w 481"/>
                      <a:gd name="T35" fmla="*/ 1 h 401"/>
                      <a:gd name="T36" fmla="*/ 0 w 481"/>
                      <a:gd name="T37" fmla="*/ 1 h 401"/>
                      <a:gd name="T38" fmla="*/ 0 w 481"/>
                      <a:gd name="T39" fmla="*/ 1 h 401"/>
                      <a:gd name="T40" fmla="*/ 0 w 481"/>
                      <a:gd name="T41" fmla="*/ 1 h 401"/>
                      <a:gd name="T42" fmla="*/ 0 w 481"/>
                      <a:gd name="T43" fmla="*/ 1 h 401"/>
                      <a:gd name="T44" fmla="*/ 0 w 481"/>
                      <a:gd name="T45" fmla="*/ 1 h 401"/>
                      <a:gd name="T46" fmla="*/ 0 w 481"/>
                      <a:gd name="T47" fmla="*/ 1 h 401"/>
                      <a:gd name="T48" fmla="*/ 0 w 481"/>
                      <a:gd name="T49" fmla="*/ 1 h 401"/>
                      <a:gd name="T50" fmla="*/ 0 w 481"/>
                      <a:gd name="T51" fmla="*/ 1 h 401"/>
                      <a:gd name="T52" fmla="*/ 0 w 481"/>
                      <a:gd name="T53" fmla="*/ 1 h 401"/>
                      <a:gd name="T54" fmla="*/ 0 w 481"/>
                      <a:gd name="T55" fmla="*/ 1 h 401"/>
                      <a:gd name="T56" fmla="*/ 0 w 481"/>
                      <a:gd name="T57" fmla="*/ 1 h 401"/>
                      <a:gd name="T58" fmla="*/ 0 w 481"/>
                      <a:gd name="T59" fmla="*/ 1 h 401"/>
                      <a:gd name="T60" fmla="*/ 0 w 481"/>
                      <a:gd name="T61" fmla="*/ 1 h 401"/>
                      <a:gd name="T62" fmla="*/ 0 w 481"/>
                      <a:gd name="T63" fmla="*/ 1 h 401"/>
                      <a:gd name="T64" fmla="*/ 0 w 481"/>
                      <a:gd name="T65" fmla="*/ 1 h 401"/>
                      <a:gd name="T66" fmla="*/ 0 w 481"/>
                      <a:gd name="T67" fmla="*/ 1 h 401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481"/>
                      <a:gd name="T103" fmla="*/ 0 h 401"/>
                      <a:gd name="T104" fmla="*/ 481 w 481"/>
                      <a:gd name="T105" fmla="*/ 401 h 401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481" h="401">
                        <a:moveTo>
                          <a:pt x="61" y="171"/>
                        </a:moveTo>
                        <a:cubicBezTo>
                          <a:pt x="62" y="154"/>
                          <a:pt x="59" y="135"/>
                          <a:pt x="67" y="120"/>
                        </a:cubicBezTo>
                        <a:cubicBezTo>
                          <a:pt x="71" y="114"/>
                          <a:pt x="79" y="102"/>
                          <a:pt x="79" y="102"/>
                        </a:cubicBezTo>
                        <a:cubicBezTo>
                          <a:pt x="86" y="69"/>
                          <a:pt x="87" y="64"/>
                          <a:pt x="121" y="60"/>
                        </a:cubicBezTo>
                        <a:cubicBezTo>
                          <a:pt x="148" y="42"/>
                          <a:pt x="148" y="32"/>
                          <a:pt x="184" y="27"/>
                        </a:cubicBezTo>
                        <a:cubicBezTo>
                          <a:pt x="203" y="21"/>
                          <a:pt x="215" y="7"/>
                          <a:pt x="235" y="0"/>
                        </a:cubicBezTo>
                        <a:cubicBezTo>
                          <a:pt x="236" y="2"/>
                          <a:pt x="244" y="21"/>
                          <a:pt x="244" y="21"/>
                        </a:cubicBezTo>
                        <a:cubicBezTo>
                          <a:pt x="250" y="30"/>
                          <a:pt x="274" y="36"/>
                          <a:pt x="283" y="39"/>
                        </a:cubicBezTo>
                        <a:cubicBezTo>
                          <a:pt x="289" y="41"/>
                          <a:pt x="296" y="41"/>
                          <a:pt x="301" y="45"/>
                        </a:cubicBezTo>
                        <a:cubicBezTo>
                          <a:pt x="307" y="49"/>
                          <a:pt x="319" y="57"/>
                          <a:pt x="319" y="57"/>
                        </a:cubicBezTo>
                        <a:cubicBezTo>
                          <a:pt x="311" y="80"/>
                          <a:pt x="280" y="68"/>
                          <a:pt x="259" y="72"/>
                        </a:cubicBezTo>
                        <a:cubicBezTo>
                          <a:pt x="256" y="74"/>
                          <a:pt x="243" y="81"/>
                          <a:pt x="244" y="87"/>
                        </a:cubicBezTo>
                        <a:cubicBezTo>
                          <a:pt x="245" y="90"/>
                          <a:pt x="250" y="90"/>
                          <a:pt x="253" y="90"/>
                        </a:cubicBezTo>
                        <a:cubicBezTo>
                          <a:pt x="281" y="92"/>
                          <a:pt x="309" y="92"/>
                          <a:pt x="337" y="93"/>
                        </a:cubicBezTo>
                        <a:cubicBezTo>
                          <a:pt x="313" y="99"/>
                          <a:pt x="289" y="102"/>
                          <a:pt x="265" y="108"/>
                        </a:cubicBezTo>
                        <a:cubicBezTo>
                          <a:pt x="250" y="118"/>
                          <a:pt x="239" y="121"/>
                          <a:pt x="220" y="126"/>
                        </a:cubicBezTo>
                        <a:cubicBezTo>
                          <a:pt x="199" y="157"/>
                          <a:pt x="247" y="143"/>
                          <a:pt x="262" y="141"/>
                        </a:cubicBezTo>
                        <a:cubicBezTo>
                          <a:pt x="270" y="140"/>
                          <a:pt x="278" y="139"/>
                          <a:pt x="286" y="138"/>
                        </a:cubicBezTo>
                        <a:cubicBezTo>
                          <a:pt x="290" y="137"/>
                          <a:pt x="302" y="135"/>
                          <a:pt x="298" y="135"/>
                        </a:cubicBezTo>
                        <a:cubicBezTo>
                          <a:pt x="284" y="135"/>
                          <a:pt x="270" y="139"/>
                          <a:pt x="256" y="141"/>
                        </a:cubicBezTo>
                        <a:cubicBezTo>
                          <a:pt x="244" y="143"/>
                          <a:pt x="220" y="147"/>
                          <a:pt x="220" y="147"/>
                        </a:cubicBezTo>
                        <a:cubicBezTo>
                          <a:pt x="206" y="168"/>
                          <a:pt x="210" y="158"/>
                          <a:pt x="205" y="174"/>
                        </a:cubicBezTo>
                        <a:cubicBezTo>
                          <a:pt x="206" y="183"/>
                          <a:pt x="199" y="200"/>
                          <a:pt x="208" y="201"/>
                        </a:cubicBezTo>
                        <a:cubicBezTo>
                          <a:pt x="217" y="203"/>
                          <a:pt x="217" y="184"/>
                          <a:pt x="223" y="177"/>
                        </a:cubicBezTo>
                        <a:cubicBezTo>
                          <a:pt x="243" y="156"/>
                          <a:pt x="250" y="161"/>
                          <a:pt x="274" y="153"/>
                        </a:cubicBezTo>
                        <a:cubicBezTo>
                          <a:pt x="271" y="162"/>
                          <a:pt x="272" y="173"/>
                          <a:pt x="265" y="180"/>
                        </a:cubicBezTo>
                        <a:cubicBezTo>
                          <a:pt x="257" y="188"/>
                          <a:pt x="246" y="196"/>
                          <a:pt x="241" y="207"/>
                        </a:cubicBezTo>
                        <a:cubicBezTo>
                          <a:pt x="237" y="215"/>
                          <a:pt x="239" y="219"/>
                          <a:pt x="232" y="225"/>
                        </a:cubicBezTo>
                        <a:cubicBezTo>
                          <a:pt x="225" y="231"/>
                          <a:pt x="211" y="237"/>
                          <a:pt x="202" y="240"/>
                        </a:cubicBezTo>
                        <a:cubicBezTo>
                          <a:pt x="187" y="222"/>
                          <a:pt x="186" y="214"/>
                          <a:pt x="181" y="192"/>
                        </a:cubicBezTo>
                        <a:cubicBezTo>
                          <a:pt x="182" y="177"/>
                          <a:pt x="182" y="162"/>
                          <a:pt x="184" y="147"/>
                        </a:cubicBezTo>
                        <a:cubicBezTo>
                          <a:pt x="185" y="141"/>
                          <a:pt x="187" y="135"/>
                          <a:pt x="190" y="129"/>
                        </a:cubicBezTo>
                        <a:cubicBezTo>
                          <a:pt x="191" y="126"/>
                          <a:pt x="200" y="120"/>
                          <a:pt x="196" y="120"/>
                        </a:cubicBezTo>
                        <a:cubicBezTo>
                          <a:pt x="178" y="118"/>
                          <a:pt x="148" y="129"/>
                          <a:pt x="130" y="135"/>
                        </a:cubicBezTo>
                        <a:cubicBezTo>
                          <a:pt x="131" y="144"/>
                          <a:pt x="129" y="154"/>
                          <a:pt x="133" y="162"/>
                        </a:cubicBezTo>
                        <a:cubicBezTo>
                          <a:pt x="134" y="165"/>
                          <a:pt x="139" y="160"/>
                          <a:pt x="142" y="159"/>
                        </a:cubicBezTo>
                        <a:cubicBezTo>
                          <a:pt x="150" y="156"/>
                          <a:pt x="158" y="152"/>
                          <a:pt x="166" y="150"/>
                        </a:cubicBezTo>
                        <a:cubicBezTo>
                          <a:pt x="174" y="148"/>
                          <a:pt x="182" y="148"/>
                          <a:pt x="190" y="147"/>
                        </a:cubicBezTo>
                        <a:cubicBezTo>
                          <a:pt x="174" y="212"/>
                          <a:pt x="146" y="218"/>
                          <a:pt x="94" y="225"/>
                        </a:cubicBezTo>
                        <a:cubicBezTo>
                          <a:pt x="49" y="210"/>
                          <a:pt x="115" y="79"/>
                          <a:pt x="73" y="141"/>
                        </a:cubicBezTo>
                        <a:cubicBezTo>
                          <a:pt x="85" y="91"/>
                          <a:pt x="158" y="88"/>
                          <a:pt x="199" y="78"/>
                        </a:cubicBezTo>
                        <a:cubicBezTo>
                          <a:pt x="217" y="74"/>
                          <a:pt x="253" y="66"/>
                          <a:pt x="253" y="66"/>
                        </a:cubicBezTo>
                        <a:cubicBezTo>
                          <a:pt x="267" y="59"/>
                          <a:pt x="271" y="49"/>
                          <a:pt x="280" y="63"/>
                        </a:cubicBezTo>
                        <a:cubicBezTo>
                          <a:pt x="278" y="70"/>
                          <a:pt x="268" y="79"/>
                          <a:pt x="274" y="84"/>
                        </a:cubicBezTo>
                        <a:cubicBezTo>
                          <a:pt x="283" y="91"/>
                          <a:pt x="327" y="93"/>
                          <a:pt x="331" y="93"/>
                        </a:cubicBezTo>
                        <a:cubicBezTo>
                          <a:pt x="354" y="101"/>
                          <a:pt x="376" y="107"/>
                          <a:pt x="400" y="111"/>
                        </a:cubicBezTo>
                        <a:cubicBezTo>
                          <a:pt x="415" y="134"/>
                          <a:pt x="407" y="124"/>
                          <a:pt x="424" y="141"/>
                        </a:cubicBezTo>
                        <a:cubicBezTo>
                          <a:pt x="362" y="156"/>
                          <a:pt x="481" y="128"/>
                          <a:pt x="277" y="147"/>
                        </a:cubicBezTo>
                        <a:cubicBezTo>
                          <a:pt x="268" y="148"/>
                          <a:pt x="261" y="155"/>
                          <a:pt x="253" y="159"/>
                        </a:cubicBezTo>
                        <a:cubicBezTo>
                          <a:pt x="227" y="172"/>
                          <a:pt x="188" y="168"/>
                          <a:pt x="160" y="171"/>
                        </a:cubicBezTo>
                        <a:cubicBezTo>
                          <a:pt x="135" y="179"/>
                          <a:pt x="148" y="216"/>
                          <a:pt x="136" y="228"/>
                        </a:cubicBezTo>
                        <a:cubicBezTo>
                          <a:pt x="132" y="232"/>
                          <a:pt x="126" y="230"/>
                          <a:pt x="121" y="231"/>
                        </a:cubicBezTo>
                        <a:cubicBezTo>
                          <a:pt x="119" y="232"/>
                          <a:pt x="102" y="240"/>
                          <a:pt x="100" y="243"/>
                        </a:cubicBezTo>
                        <a:cubicBezTo>
                          <a:pt x="85" y="266"/>
                          <a:pt x="111" y="246"/>
                          <a:pt x="88" y="261"/>
                        </a:cubicBezTo>
                        <a:cubicBezTo>
                          <a:pt x="85" y="271"/>
                          <a:pt x="70" y="300"/>
                          <a:pt x="82" y="258"/>
                        </a:cubicBezTo>
                        <a:cubicBezTo>
                          <a:pt x="84" y="252"/>
                          <a:pt x="90" y="243"/>
                          <a:pt x="94" y="237"/>
                        </a:cubicBezTo>
                        <a:cubicBezTo>
                          <a:pt x="108" y="242"/>
                          <a:pt x="107" y="248"/>
                          <a:pt x="103" y="261"/>
                        </a:cubicBezTo>
                        <a:cubicBezTo>
                          <a:pt x="71" y="255"/>
                          <a:pt x="101" y="268"/>
                          <a:pt x="94" y="246"/>
                        </a:cubicBezTo>
                        <a:cubicBezTo>
                          <a:pt x="119" y="229"/>
                          <a:pt x="102" y="274"/>
                          <a:pt x="94" y="282"/>
                        </a:cubicBezTo>
                        <a:cubicBezTo>
                          <a:pt x="82" y="294"/>
                          <a:pt x="70" y="296"/>
                          <a:pt x="55" y="300"/>
                        </a:cubicBezTo>
                        <a:cubicBezTo>
                          <a:pt x="49" y="304"/>
                          <a:pt x="43" y="308"/>
                          <a:pt x="37" y="312"/>
                        </a:cubicBezTo>
                        <a:cubicBezTo>
                          <a:pt x="34" y="314"/>
                          <a:pt x="28" y="318"/>
                          <a:pt x="28" y="318"/>
                        </a:cubicBezTo>
                        <a:cubicBezTo>
                          <a:pt x="18" y="347"/>
                          <a:pt x="0" y="294"/>
                          <a:pt x="28" y="303"/>
                        </a:cubicBezTo>
                        <a:cubicBezTo>
                          <a:pt x="55" y="299"/>
                          <a:pt x="57" y="287"/>
                          <a:pt x="82" y="279"/>
                        </a:cubicBezTo>
                        <a:cubicBezTo>
                          <a:pt x="107" y="284"/>
                          <a:pt x="99" y="293"/>
                          <a:pt x="106" y="315"/>
                        </a:cubicBezTo>
                        <a:cubicBezTo>
                          <a:pt x="122" y="304"/>
                          <a:pt x="130" y="303"/>
                          <a:pt x="151" y="300"/>
                        </a:cubicBezTo>
                        <a:cubicBezTo>
                          <a:pt x="149" y="316"/>
                          <a:pt x="166" y="401"/>
                          <a:pt x="145" y="369"/>
                        </a:cubicBezTo>
                        <a:cubicBezTo>
                          <a:pt x="146" y="356"/>
                          <a:pt x="146" y="343"/>
                          <a:pt x="148" y="330"/>
                        </a:cubicBezTo>
                        <a:cubicBezTo>
                          <a:pt x="149" y="324"/>
                          <a:pt x="154" y="312"/>
                          <a:pt x="154" y="312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4" name="Freeform 13"/>
                  <p:cNvSpPr>
                    <a:spLocks/>
                  </p:cNvSpPr>
                  <p:nvPr/>
                </p:nvSpPr>
                <p:spPr bwMode="auto">
                  <a:xfrm>
                    <a:off x="4662" y="1604"/>
                    <a:ext cx="51" cy="81"/>
                  </a:xfrm>
                  <a:custGeom>
                    <a:avLst/>
                    <a:gdLst>
                      <a:gd name="T0" fmla="*/ 0 w 102"/>
                      <a:gd name="T1" fmla="*/ 1 h 162"/>
                      <a:gd name="T2" fmla="*/ 1 w 102"/>
                      <a:gd name="T3" fmla="*/ 0 h 162"/>
                      <a:gd name="T4" fmla="*/ 0 60000 65536"/>
                      <a:gd name="T5" fmla="*/ 0 60000 65536"/>
                      <a:gd name="T6" fmla="*/ 0 w 102"/>
                      <a:gd name="T7" fmla="*/ 0 h 162"/>
                      <a:gd name="T8" fmla="*/ 102 w 102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62">
                        <a:moveTo>
                          <a:pt x="0" y="162"/>
                        </a:move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5" name="Freeform 14"/>
                  <p:cNvSpPr>
                    <a:spLocks/>
                  </p:cNvSpPr>
                  <p:nvPr/>
                </p:nvSpPr>
                <p:spPr bwMode="auto">
                  <a:xfrm>
                    <a:off x="4694" y="1631"/>
                    <a:ext cx="57" cy="86"/>
                  </a:xfrm>
                  <a:custGeom>
                    <a:avLst/>
                    <a:gdLst>
                      <a:gd name="T0" fmla="*/ 0 w 114"/>
                      <a:gd name="T1" fmla="*/ 1 h 171"/>
                      <a:gd name="T2" fmla="*/ 1 w 114"/>
                      <a:gd name="T3" fmla="*/ 0 h 171"/>
                      <a:gd name="T4" fmla="*/ 0 60000 65536"/>
                      <a:gd name="T5" fmla="*/ 0 60000 65536"/>
                      <a:gd name="T6" fmla="*/ 0 w 114"/>
                      <a:gd name="T7" fmla="*/ 0 h 171"/>
                      <a:gd name="T8" fmla="*/ 114 w 114"/>
                      <a:gd name="T9" fmla="*/ 171 h 17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4" h="171">
                        <a:moveTo>
                          <a:pt x="0" y="171"/>
                        </a:moveTo>
                        <a:lnTo>
                          <a:pt x="114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6" name="Freeform 15"/>
                  <p:cNvSpPr>
                    <a:spLocks/>
                  </p:cNvSpPr>
                  <p:nvPr/>
                </p:nvSpPr>
                <p:spPr bwMode="auto">
                  <a:xfrm>
                    <a:off x="4730" y="1657"/>
                    <a:ext cx="69" cy="99"/>
                  </a:xfrm>
                  <a:custGeom>
                    <a:avLst/>
                    <a:gdLst>
                      <a:gd name="T0" fmla="*/ 0 w 138"/>
                      <a:gd name="T1" fmla="*/ 1 h 198"/>
                      <a:gd name="T2" fmla="*/ 1 w 138"/>
                      <a:gd name="T3" fmla="*/ 0 h 198"/>
                      <a:gd name="T4" fmla="*/ 0 60000 65536"/>
                      <a:gd name="T5" fmla="*/ 0 60000 65536"/>
                      <a:gd name="T6" fmla="*/ 0 w 138"/>
                      <a:gd name="T7" fmla="*/ 0 h 198"/>
                      <a:gd name="T8" fmla="*/ 138 w 138"/>
                      <a:gd name="T9" fmla="*/ 198 h 19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38" h="198">
                        <a:moveTo>
                          <a:pt x="0" y="198"/>
                        </a:moveTo>
                        <a:lnTo>
                          <a:pt x="138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7" name="Freeform 16"/>
                  <p:cNvSpPr>
                    <a:spLocks/>
                  </p:cNvSpPr>
                  <p:nvPr/>
                </p:nvSpPr>
                <p:spPr bwMode="auto">
                  <a:xfrm>
                    <a:off x="4776" y="1670"/>
                    <a:ext cx="59" cy="98"/>
                  </a:xfrm>
                  <a:custGeom>
                    <a:avLst/>
                    <a:gdLst>
                      <a:gd name="T0" fmla="*/ 0 w 117"/>
                      <a:gd name="T1" fmla="*/ 1 h 195"/>
                      <a:gd name="T2" fmla="*/ 1 w 117"/>
                      <a:gd name="T3" fmla="*/ 0 h 195"/>
                      <a:gd name="T4" fmla="*/ 0 60000 65536"/>
                      <a:gd name="T5" fmla="*/ 0 60000 65536"/>
                      <a:gd name="T6" fmla="*/ 0 w 117"/>
                      <a:gd name="T7" fmla="*/ 0 h 195"/>
                      <a:gd name="T8" fmla="*/ 117 w 117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7" h="195">
                        <a:moveTo>
                          <a:pt x="0" y="195"/>
                        </a:moveTo>
                        <a:lnTo>
                          <a:pt x="117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8" name="Freeform 17"/>
                  <p:cNvSpPr>
                    <a:spLocks/>
                  </p:cNvSpPr>
                  <p:nvPr/>
                </p:nvSpPr>
                <p:spPr bwMode="auto">
                  <a:xfrm>
                    <a:off x="4818" y="1697"/>
                    <a:ext cx="47" cy="81"/>
                  </a:xfrm>
                  <a:custGeom>
                    <a:avLst/>
                    <a:gdLst>
                      <a:gd name="T0" fmla="*/ 0 w 93"/>
                      <a:gd name="T1" fmla="*/ 1 h 162"/>
                      <a:gd name="T2" fmla="*/ 1 w 93"/>
                      <a:gd name="T3" fmla="*/ 0 h 162"/>
                      <a:gd name="T4" fmla="*/ 0 60000 65536"/>
                      <a:gd name="T5" fmla="*/ 0 60000 65536"/>
                      <a:gd name="T6" fmla="*/ 0 w 93"/>
                      <a:gd name="T7" fmla="*/ 0 h 162"/>
                      <a:gd name="T8" fmla="*/ 93 w 93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3" h="162">
                        <a:moveTo>
                          <a:pt x="0" y="162"/>
                        </a:moveTo>
                        <a:lnTo>
                          <a:pt x="93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9" name="Freeform 18"/>
                  <p:cNvSpPr>
                    <a:spLocks/>
                  </p:cNvSpPr>
                  <p:nvPr/>
                </p:nvSpPr>
                <p:spPr bwMode="auto">
                  <a:xfrm>
                    <a:off x="4850" y="1717"/>
                    <a:ext cx="51" cy="87"/>
                  </a:xfrm>
                  <a:custGeom>
                    <a:avLst/>
                    <a:gdLst>
                      <a:gd name="T0" fmla="*/ 0 w 102"/>
                      <a:gd name="T1" fmla="*/ 1 h 174"/>
                      <a:gd name="T2" fmla="*/ 1 w 102"/>
                      <a:gd name="T3" fmla="*/ 0 h 174"/>
                      <a:gd name="T4" fmla="*/ 0 60000 65536"/>
                      <a:gd name="T5" fmla="*/ 0 60000 65536"/>
                      <a:gd name="T6" fmla="*/ 0 w 102"/>
                      <a:gd name="T7" fmla="*/ 0 h 174"/>
                      <a:gd name="T8" fmla="*/ 102 w 102"/>
                      <a:gd name="T9" fmla="*/ 174 h 17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74">
                        <a:moveTo>
                          <a:pt x="0" y="174"/>
                        </a:move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0" name="Freeform 19"/>
                  <p:cNvSpPr>
                    <a:spLocks/>
                  </p:cNvSpPr>
                  <p:nvPr/>
                </p:nvSpPr>
                <p:spPr bwMode="auto">
                  <a:xfrm>
                    <a:off x="4871" y="1739"/>
                    <a:ext cx="64" cy="95"/>
                  </a:xfrm>
                  <a:custGeom>
                    <a:avLst/>
                    <a:gdLst>
                      <a:gd name="T0" fmla="*/ 0 w 129"/>
                      <a:gd name="T1" fmla="*/ 1 h 189"/>
                      <a:gd name="T2" fmla="*/ 0 w 129"/>
                      <a:gd name="T3" fmla="*/ 0 h 189"/>
                      <a:gd name="T4" fmla="*/ 0 60000 65536"/>
                      <a:gd name="T5" fmla="*/ 0 60000 65536"/>
                      <a:gd name="T6" fmla="*/ 0 w 129"/>
                      <a:gd name="T7" fmla="*/ 0 h 189"/>
                      <a:gd name="T8" fmla="*/ 129 w 129"/>
                      <a:gd name="T9" fmla="*/ 189 h 18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29" h="189">
                        <a:moveTo>
                          <a:pt x="0" y="189"/>
                        </a:moveTo>
                        <a:lnTo>
                          <a:pt x="129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1" name="Freeform 20"/>
                  <p:cNvSpPr>
                    <a:spLocks/>
                  </p:cNvSpPr>
                  <p:nvPr/>
                </p:nvSpPr>
                <p:spPr bwMode="auto">
                  <a:xfrm>
                    <a:off x="4625" y="1589"/>
                    <a:ext cx="51" cy="98"/>
                  </a:xfrm>
                  <a:custGeom>
                    <a:avLst/>
                    <a:gdLst>
                      <a:gd name="T0" fmla="*/ 0 w 102"/>
                      <a:gd name="T1" fmla="*/ 1 h 195"/>
                      <a:gd name="T2" fmla="*/ 1 w 102"/>
                      <a:gd name="T3" fmla="*/ 0 h 195"/>
                      <a:gd name="T4" fmla="*/ 0 60000 65536"/>
                      <a:gd name="T5" fmla="*/ 0 60000 65536"/>
                      <a:gd name="T6" fmla="*/ 0 w 102"/>
                      <a:gd name="T7" fmla="*/ 0 h 195"/>
                      <a:gd name="T8" fmla="*/ 102 w 102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95">
                        <a:moveTo>
                          <a:pt x="0" y="195"/>
                        </a:move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2" name="Freeform 21"/>
                  <p:cNvSpPr>
                    <a:spLocks/>
                  </p:cNvSpPr>
                  <p:nvPr/>
                </p:nvSpPr>
                <p:spPr bwMode="auto">
                  <a:xfrm>
                    <a:off x="5099" y="1588"/>
                    <a:ext cx="36" cy="35"/>
                  </a:xfrm>
                  <a:custGeom>
                    <a:avLst/>
                    <a:gdLst>
                      <a:gd name="T0" fmla="*/ 1 w 72"/>
                      <a:gd name="T1" fmla="*/ 1 h 70"/>
                      <a:gd name="T2" fmla="*/ 1 w 72"/>
                      <a:gd name="T3" fmla="*/ 1 h 70"/>
                      <a:gd name="T4" fmla="*/ 1 w 72"/>
                      <a:gd name="T5" fmla="*/ 1 h 70"/>
                      <a:gd name="T6" fmla="*/ 1 w 72"/>
                      <a:gd name="T7" fmla="*/ 1 h 70"/>
                      <a:gd name="T8" fmla="*/ 1 w 72"/>
                      <a:gd name="T9" fmla="*/ 1 h 70"/>
                      <a:gd name="T10" fmla="*/ 1 w 72"/>
                      <a:gd name="T11" fmla="*/ 1 h 70"/>
                      <a:gd name="T12" fmla="*/ 1 w 72"/>
                      <a:gd name="T13" fmla="*/ 1 h 70"/>
                      <a:gd name="T14" fmla="*/ 1 w 72"/>
                      <a:gd name="T15" fmla="*/ 1 h 70"/>
                      <a:gd name="T16" fmla="*/ 0 w 72"/>
                      <a:gd name="T17" fmla="*/ 1 h 70"/>
                      <a:gd name="T18" fmla="*/ 1 w 72"/>
                      <a:gd name="T19" fmla="*/ 1 h 70"/>
                      <a:gd name="T20" fmla="*/ 1 w 72"/>
                      <a:gd name="T21" fmla="*/ 1 h 70"/>
                      <a:gd name="T22" fmla="*/ 1 w 72"/>
                      <a:gd name="T23" fmla="*/ 0 h 70"/>
                      <a:gd name="T24" fmla="*/ 1 w 72"/>
                      <a:gd name="T25" fmla="*/ 1 h 70"/>
                      <a:gd name="T26" fmla="*/ 1 w 72"/>
                      <a:gd name="T27" fmla="*/ 1 h 70"/>
                      <a:gd name="T28" fmla="*/ 1 w 72"/>
                      <a:gd name="T29" fmla="*/ 1 h 7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72"/>
                      <a:gd name="T46" fmla="*/ 0 h 70"/>
                      <a:gd name="T47" fmla="*/ 72 w 72"/>
                      <a:gd name="T48" fmla="*/ 70 h 70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72" h="70">
                        <a:moveTo>
                          <a:pt x="27" y="30"/>
                        </a:moveTo>
                        <a:cubicBezTo>
                          <a:pt x="29" y="45"/>
                          <a:pt x="30" y="70"/>
                          <a:pt x="45" y="48"/>
                        </a:cubicBezTo>
                        <a:cubicBezTo>
                          <a:pt x="70" y="64"/>
                          <a:pt x="64" y="67"/>
                          <a:pt x="60" y="36"/>
                        </a:cubicBezTo>
                        <a:cubicBezTo>
                          <a:pt x="46" y="39"/>
                          <a:pt x="38" y="47"/>
                          <a:pt x="33" y="33"/>
                        </a:cubicBezTo>
                        <a:cubicBezTo>
                          <a:pt x="37" y="21"/>
                          <a:pt x="42" y="19"/>
                          <a:pt x="54" y="15"/>
                        </a:cubicBezTo>
                        <a:cubicBezTo>
                          <a:pt x="55" y="28"/>
                          <a:pt x="53" y="41"/>
                          <a:pt x="57" y="54"/>
                        </a:cubicBezTo>
                        <a:cubicBezTo>
                          <a:pt x="58" y="57"/>
                          <a:pt x="63" y="58"/>
                          <a:pt x="66" y="57"/>
                        </a:cubicBezTo>
                        <a:cubicBezTo>
                          <a:pt x="69" y="56"/>
                          <a:pt x="68" y="51"/>
                          <a:pt x="69" y="48"/>
                        </a:cubicBezTo>
                        <a:cubicBezTo>
                          <a:pt x="63" y="3"/>
                          <a:pt x="34" y="19"/>
                          <a:pt x="0" y="36"/>
                        </a:cubicBezTo>
                        <a:cubicBezTo>
                          <a:pt x="1" y="32"/>
                          <a:pt x="0" y="27"/>
                          <a:pt x="3" y="24"/>
                        </a:cubicBezTo>
                        <a:cubicBezTo>
                          <a:pt x="5" y="22"/>
                          <a:pt x="9" y="22"/>
                          <a:pt x="12" y="21"/>
                        </a:cubicBezTo>
                        <a:cubicBezTo>
                          <a:pt x="24" y="15"/>
                          <a:pt x="26" y="4"/>
                          <a:pt x="39" y="0"/>
                        </a:cubicBezTo>
                        <a:cubicBezTo>
                          <a:pt x="42" y="32"/>
                          <a:pt x="39" y="37"/>
                          <a:pt x="63" y="21"/>
                        </a:cubicBezTo>
                        <a:cubicBezTo>
                          <a:pt x="72" y="47"/>
                          <a:pt x="70" y="51"/>
                          <a:pt x="42" y="57"/>
                        </a:cubicBezTo>
                        <a:cubicBezTo>
                          <a:pt x="24" y="53"/>
                          <a:pt x="27" y="48"/>
                          <a:pt x="27" y="30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3" name="Freeform 22"/>
                  <p:cNvSpPr>
                    <a:spLocks/>
                  </p:cNvSpPr>
                  <p:nvPr/>
                </p:nvSpPr>
                <p:spPr bwMode="auto">
                  <a:xfrm>
                    <a:off x="4484" y="1450"/>
                    <a:ext cx="499" cy="285"/>
                  </a:xfrm>
                  <a:custGeom>
                    <a:avLst/>
                    <a:gdLst>
                      <a:gd name="T0" fmla="*/ 1 w 998"/>
                      <a:gd name="T1" fmla="*/ 1 h 570"/>
                      <a:gd name="T2" fmla="*/ 1 w 998"/>
                      <a:gd name="T3" fmla="*/ 1 h 570"/>
                      <a:gd name="T4" fmla="*/ 1 w 998"/>
                      <a:gd name="T5" fmla="*/ 1 h 570"/>
                      <a:gd name="T6" fmla="*/ 1 w 998"/>
                      <a:gd name="T7" fmla="*/ 0 h 570"/>
                      <a:gd name="T8" fmla="*/ 1 w 998"/>
                      <a:gd name="T9" fmla="*/ 1 h 570"/>
                      <a:gd name="T10" fmla="*/ 1 w 998"/>
                      <a:gd name="T11" fmla="*/ 1 h 570"/>
                      <a:gd name="T12" fmla="*/ 1 w 998"/>
                      <a:gd name="T13" fmla="*/ 1 h 570"/>
                      <a:gd name="T14" fmla="*/ 1 w 998"/>
                      <a:gd name="T15" fmla="*/ 1 h 570"/>
                      <a:gd name="T16" fmla="*/ 0 w 998"/>
                      <a:gd name="T17" fmla="*/ 1 h 570"/>
                      <a:gd name="T18" fmla="*/ 1 w 998"/>
                      <a:gd name="T19" fmla="*/ 1 h 570"/>
                      <a:gd name="T20" fmla="*/ 1 w 998"/>
                      <a:gd name="T21" fmla="*/ 1 h 570"/>
                      <a:gd name="T22" fmla="*/ 1 w 998"/>
                      <a:gd name="T23" fmla="*/ 1 h 570"/>
                      <a:gd name="T24" fmla="*/ 1 w 998"/>
                      <a:gd name="T25" fmla="*/ 1 h 570"/>
                      <a:gd name="T26" fmla="*/ 1 w 998"/>
                      <a:gd name="T27" fmla="*/ 1 h 570"/>
                      <a:gd name="T28" fmla="*/ 1 w 998"/>
                      <a:gd name="T29" fmla="*/ 1 h 570"/>
                      <a:gd name="T30" fmla="*/ 1 w 998"/>
                      <a:gd name="T31" fmla="*/ 1 h 570"/>
                      <a:gd name="T32" fmla="*/ 1 w 998"/>
                      <a:gd name="T33" fmla="*/ 1 h 570"/>
                      <a:gd name="T34" fmla="*/ 1 w 998"/>
                      <a:gd name="T35" fmla="*/ 1 h 570"/>
                      <a:gd name="T36" fmla="*/ 1 w 998"/>
                      <a:gd name="T37" fmla="*/ 1 h 570"/>
                      <a:gd name="T38" fmla="*/ 1 w 998"/>
                      <a:gd name="T39" fmla="*/ 1 h 570"/>
                      <a:gd name="T40" fmla="*/ 1 w 998"/>
                      <a:gd name="T41" fmla="*/ 1 h 570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8"/>
                      <a:gd name="T64" fmla="*/ 0 h 570"/>
                      <a:gd name="T65" fmla="*/ 998 w 998"/>
                      <a:gd name="T66" fmla="*/ 570 h 570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8" h="570">
                        <a:moveTo>
                          <a:pt x="998" y="510"/>
                        </a:moveTo>
                        <a:lnTo>
                          <a:pt x="660" y="225"/>
                        </a:lnTo>
                        <a:lnTo>
                          <a:pt x="375" y="53"/>
                        </a:lnTo>
                        <a:lnTo>
                          <a:pt x="285" y="0"/>
                        </a:lnTo>
                        <a:lnTo>
                          <a:pt x="135" y="15"/>
                        </a:lnTo>
                        <a:lnTo>
                          <a:pt x="53" y="90"/>
                        </a:lnTo>
                        <a:lnTo>
                          <a:pt x="8" y="195"/>
                        </a:lnTo>
                        <a:lnTo>
                          <a:pt x="23" y="255"/>
                        </a:lnTo>
                        <a:lnTo>
                          <a:pt x="0" y="308"/>
                        </a:lnTo>
                        <a:lnTo>
                          <a:pt x="15" y="405"/>
                        </a:lnTo>
                        <a:lnTo>
                          <a:pt x="128" y="458"/>
                        </a:lnTo>
                        <a:lnTo>
                          <a:pt x="248" y="443"/>
                        </a:lnTo>
                        <a:lnTo>
                          <a:pt x="261" y="349"/>
                        </a:lnTo>
                        <a:lnTo>
                          <a:pt x="345" y="225"/>
                        </a:lnTo>
                        <a:lnTo>
                          <a:pt x="510" y="293"/>
                        </a:lnTo>
                        <a:lnTo>
                          <a:pt x="503" y="353"/>
                        </a:lnTo>
                        <a:lnTo>
                          <a:pt x="525" y="398"/>
                        </a:lnTo>
                        <a:lnTo>
                          <a:pt x="593" y="390"/>
                        </a:lnTo>
                        <a:lnTo>
                          <a:pt x="660" y="375"/>
                        </a:lnTo>
                        <a:lnTo>
                          <a:pt x="938" y="570"/>
                        </a:lnTo>
                        <a:lnTo>
                          <a:pt x="998" y="51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4" name="Freeform 23"/>
                  <p:cNvSpPr>
                    <a:spLocks/>
                  </p:cNvSpPr>
                  <p:nvPr/>
                </p:nvSpPr>
                <p:spPr bwMode="auto">
                  <a:xfrm flipH="1">
                    <a:off x="4401" y="1714"/>
                    <a:ext cx="3510" cy="1890"/>
                  </a:xfrm>
                  <a:custGeom>
                    <a:avLst/>
                    <a:gdLst>
                      <a:gd name="T0" fmla="*/ 0 w 7020"/>
                      <a:gd name="T1" fmla="*/ 0 h 3780"/>
                      <a:gd name="T2" fmla="*/ 1 w 7020"/>
                      <a:gd name="T3" fmla="*/ 1 h 3780"/>
                      <a:gd name="T4" fmla="*/ 1 w 7020"/>
                      <a:gd name="T5" fmla="*/ 1 h 3780"/>
                      <a:gd name="T6" fmla="*/ 1 w 7020"/>
                      <a:gd name="T7" fmla="*/ 1 h 3780"/>
                      <a:gd name="T8" fmla="*/ 1 w 7020"/>
                      <a:gd name="T9" fmla="*/ 1 h 3780"/>
                      <a:gd name="T10" fmla="*/ 0 w 7020"/>
                      <a:gd name="T11" fmla="*/ 0 h 378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7020"/>
                      <a:gd name="T19" fmla="*/ 0 h 3780"/>
                      <a:gd name="T20" fmla="*/ 7020 w 7020"/>
                      <a:gd name="T21" fmla="*/ 3780 h 378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7020" h="3780">
                        <a:moveTo>
                          <a:pt x="0" y="0"/>
                        </a:moveTo>
                        <a:lnTo>
                          <a:pt x="7020" y="3780"/>
                        </a:lnTo>
                        <a:lnTo>
                          <a:pt x="6429" y="3596"/>
                        </a:lnTo>
                        <a:lnTo>
                          <a:pt x="5940" y="3420"/>
                        </a:lnTo>
                        <a:lnTo>
                          <a:pt x="17" y="1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5" name="Freeform 24"/>
                  <p:cNvSpPr>
                    <a:spLocks/>
                  </p:cNvSpPr>
                  <p:nvPr/>
                </p:nvSpPr>
                <p:spPr bwMode="auto">
                  <a:xfrm flipH="1">
                    <a:off x="4467" y="1682"/>
                    <a:ext cx="3405" cy="1890"/>
                  </a:xfrm>
                  <a:custGeom>
                    <a:avLst/>
                    <a:gdLst>
                      <a:gd name="T0" fmla="*/ 1 w 6810"/>
                      <a:gd name="T1" fmla="*/ 0 h 3780"/>
                      <a:gd name="T2" fmla="*/ 1 w 6810"/>
                      <a:gd name="T3" fmla="*/ 1 h 3780"/>
                      <a:gd name="T4" fmla="*/ 1 w 6810"/>
                      <a:gd name="T5" fmla="*/ 1 h 3780"/>
                      <a:gd name="T6" fmla="*/ 0 w 6810"/>
                      <a:gd name="T7" fmla="*/ 1 h 3780"/>
                      <a:gd name="T8" fmla="*/ 1 w 6810"/>
                      <a:gd name="T9" fmla="*/ 0 h 378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810"/>
                      <a:gd name="T16" fmla="*/ 0 h 3780"/>
                      <a:gd name="T17" fmla="*/ 6810 w 6810"/>
                      <a:gd name="T18" fmla="*/ 3780 h 378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810" h="3780">
                        <a:moveTo>
                          <a:pt x="30" y="0"/>
                        </a:moveTo>
                        <a:lnTo>
                          <a:pt x="6810" y="3780"/>
                        </a:lnTo>
                        <a:lnTo>
                          <a:pt x="6217" y="3525"/>
                        </a:lnTo>
                        <a:lnTo>
                          <a:pt x="0" y="135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6" name="Freeform 25"/>
                  <p:cNvSpPr>
                    <a:spLocks/>
                  </p:cNvSpPr>
                  <p:nvPr/>
                </p:nvSpPr>
                <p:spPr bwMode="auto">
                  <a:xfrm flipH="1">
                    <a:off x="7821" y="1534"/>
                    <a:ext cx="372" cy="313"/>
                  </a:xfrm>
                  <a:custGeom>
                    <a:avLst/>
                    <a:gdLst>
                      <a:gd name="T0" fmla="*/ 1 w 744"/>
                      <a:gd name="T1" fmla="*/ 1 h 626"/>
                      <a:gd name="T2" fmla="*/ 1 w 744"/>
                      <a:gd name="T3" fmla="*/ 1 h 626"/>
                      <a:gd name="T4" fmla="*/ 1 w 744"/>
                      <a:gd name="T5" fmla="*/ 1 h 626"/>
                      <a:gd name="T6" fmla="*/ 1 w 744"/>
                      <a:gd name="T7" fmla="*/ 1 h 626"/>
                      <a:gd name="T8" fmla="*/ 0 w 744"/>
                      <a:gd name="T9" fmla="*/ 1 h 626"/>
                      <a:gd name="T10" fmla="*/ 1 w 744"/>
                      <a:gd name="T11" fmla="*/ 1 h 626"/>
                      <a:gd name="T12" fmla="*/ 1 w 744"/>
                      <a:gd name="T13" fmla="*/ 0 h 626"/>
                      <a:gd name="T14" fmla="*/ 1 w 744"/>
                      <a:gd name="T15" fmla="*/ 1 h 626"/>
                      <a:gd name="T16" fmla="*/ 1 w 744"/>
                      <a:gd name="T17" fmla="*/ 1 h 62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4"/>
                      <a:gd name="T28" fmla="*/ 0 h 626"/>
                      <a:gd name="T29" fmla="*/ 744 w 744"/>
                      <a:gd name="T30" fmla="*/ 626 h 62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4" h="626">
                        <a:moveTo>
                          <a:pt x="573" y="626"/>
                        </a:moveTo>
                        <a:lnTo>
                          <a:pt x="461" y="484"/>
                        </a:lnTo>
                        <a:lnTo>
                          <a:pt x="236" y="431"/>
                        </a:lnTo>
                        <a:lnTo>
                          <a:pt x="135" y="299"/>
                        </a:lnTo>
                        <a:lnTo>
                          <a:pt x="0" y="305"/>
                        </a:lnTo>
                        <a:lnTo>
                          <a:pt x="39" y="143"/>
                        </a:lnTo>
                        <a:lnTo>
                          <a:pt x="204" y="0"/>
                        </a:lnTo>
                        <a:lnTo>
                          <a:pt x="744" y="360"/>
                        </a:lnTo>
                        <a:lnTo>
                          <a:pt x="573" y="626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7" name="Freeform 26"/>
                  <p:cNvSpPr>
                    <a:spLocks/>
                  </p:cNvSpPr>
                  <p:nvPr/>
                </p:nvSpPr>
                <p:spPr bwMode="auto">
                  <a:xfrm flipH="1">
                    <a:off x="7617" y="1712"/>
                    <a:ext cx="244" cy="218"/>
                  </a:xfrm>
                  <a:custGeom>
                    <a:avLst/>
                    <a:gdLst>
                      <a:gd name="T0" fmla="*/ 0 w 488"/>
                      <a:gd name="T1" fmla="*/ 1 h 435"/>
                      <a:gd name="T2" fmla="*/ 1 w 488"/>
                      <a:gd name="T3" fmla="*/ 0 h 435"/>
                      <a:gd name="T4" fmla="*/ 1 w 488"/>
                      <a:gd name="T5" fmla="*/ 1 h 435"/>
                      <a:gd name="T6" fmla="*/ 1 w 488"/>
                      <a:gd name="T7" fmla="*/ 1 h 435"/>
                      <a:gd name="T8" fmla="*/ 1 w 488"/>
                      <a:gd name="T9" fmla="*/ 1 h 435"/>
                      <a:gd name="T10" fmla="*/ 1 w 488"/>
                      <a:gd name="T11" fmla="*/ 1 h 435"/>
                      <a:gd name="T12" fmla="*/ 1 w 488"/>
                      <a:gd name="T13" fmla="*/ 1 h 435"/>
                      <a:gd name="T14" fmla="*/ 1 w 488"/>
                      <a:gd name="T15" fmla="*/ 1 h 435"/>
                      <a:gd name="T16" fmla="*/ 1 w 488"/>
                      <a:gd name="T17" fmla="*/ 1 h 435"/>
                      <a:gd name="T18" fmla="*/ 0 w 488"/>
                      <a:gd name="T19" fmla="*/ 1 h 435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8"/>
                      <a:gd name="T31" fmla="*/ 0 h 435"/>
                      <a:gd name="T32" fmla="*/ 488 w 488"/>
                      <a:gd name="T33" fmla="*/ 435 h 435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8" h="435">
                        <a:moveTo>
                          <a:pt x="0" y="240"/>
                        </a:moveTo>
                        <a:lnTo>
                          <a:pt x="143" y="0"/>
                        </a:lnTo>
                        <a:lnTo>
                          <a:pt x="435" y="195"/>
                        </a:lnTo>
                        <a:lnTo>
                          <a:pt x="488" y="330"/>
                        </a:lnTo>
                        <a:lnTo>
                          <a:pt x="480" y="360"/>
                        </a:lnTo>
                        <a:lnTo>
                          <a:pt x="435" y="390"/>
                        </a:lnTo>
                        <a:lnTo>
                          <a:pt x="375" y="435"/>
                        </a:lnTo>
                        <a:lnTo>
                          <a:pt x="300" y="435"/>
                        </a:lnTo>
                        <a:lnTo>
                          <a:pt x="300" y="413"/>
                        </a:lnTo>
                        <a:lnTo>
                          <a:pt x="0" y="24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8" name="Freeform 27"/>
                  <p:cNvSpPr>
                    <a:spLocks/>
                  </p:cNvSpPr>
                  <p:nvPr/>
                </p:nvSpPr>
                <p:spPr bwMode="auto">
                  <a:xfrm flipH="1">
                    <a:off x="7683" y="1795"/>
                    <a:ext cx="138" cy="101"/>
                  </a:xfrm>
                  <a:custGeom>
                    <a:avLst/>
                    <a:gdLst>
                      <a:gd name="T0" fmla="*/ 1 w 275"/>
                      <a:gd name="T1" fmla="*/ 1 h 201"/>
                      <a:gd name="T2" fmla="*/ 1 w 275"/>
                      <a:gd name="T3" fmla="*/ 1 h 201"/>
                      <a:gd name="T4" fmla="*/ 1 w 275"/>
                      <a:gd name="T5" fmla="*/ 1 h 201"/>
                      <a:gd name="T6" fmla="*/ 1 w 275"/>
                      <a:gd name="T7" fmla="*/ 1 h 201"/>
                      <a:gd name="T8" fmla="*/ 1 w 275"/>
                      <a:gd name="T9" fmla="*/ 1 h 201"/>
                      <a:gd name="T10" fmla="*/ 1 w 275"/>
                      <a:gd name="T11" fmla="*/ 1 h 201"/>
                      <a:gd name="T12" fmla="*/ 1 w 275"/>
                      <a:gd name="T13" fmla="*/ 1 h 201"/>
                      <a:gd name="T14" fmla="*/ 1 w 275"/>
                      <a:gd name="T15" fmla="*/ 1 h 201"/>
                      <a:gd name="T16" fmla="*/ 1 w 275"/>
                      <a:gd name="T17" fmla="*/ 1 h 201"/>
                      <a:gd name="T18" fmla="*/ 1 w 275"/>
                      <a:gd name="T19" fmla="*/ 1 h 201"/>
                      <a:gd name="T20" fmla="*/ 1 w 275"/>
                      <a:gd name="T21" fmla="*/ 1 h 201"/>
                      <a:gd name="T22" fmla="*/ 1 w 275"/>
                      <a:gd name="T23" fmla="*/ 1 h 201"/>
                      <a:gd name="T24" fmla="*/ 1 w 275"/>
                      <a:gd name="T25" fmla="*/ 1 h 201"/>
                      <a:gd name="T26" fmla="*/ 1 w 275"/>
                      <a:gd name="T27" fmla="*/ 1 h 201"/>
                      <a:gd name="T28" fmla="*/ 1 w 275"/>
                      <a:gd name="T29" fmla="*/ 1 h 201"/>
                      <a:gd name="T30" fmla="*/ 1 w 275"/>
                      <a:gd name="T31" fmla="*/ 1 h 201"/>
                      <a:gd name="T32" fmla="*/ 1 w 275"/>
                      <a:gd name="T33" fmla="*/ 1 h 201"/>
                      <a:gd name="T34" fmla="*/ 1 w 275"/>
                      <a:gd name="T35" fmla="*/ 1 h 201"/>
                      <a:gd name="T36" fmla="*/ 1 w 275"/>
                      <a:gd name="T37" fmla="*/ 1 h 201"/>
                      <a:gd name="T38" fmla="*/ 1 w 275"/>
                      <a:gd name="T39" fmla="*/ 1 h 201"/>
                      <a:gd name="T40" fmla="*/ 1 w 275"/>
                      <a:gd name="T41" fmla="*/ 1 h 201"/>
                      <a:gd name="T42" fmla="*/ 1 w 275"/>
                      <a:gd name="T43" fmla="*/ 1 h 201"/>
                      <a:gd name="T44" fmla="*/ 1 w 275"/>
                      <a:gd name="T45" fmla="*/ 1 h 201"/>
                      <a:gd name="T46" fmla="*/ 1 w 275"/>
                      <a:gd name="T47" fmla="*/ 1 h 201"/>
                      <a:gd name="T48" fmla="*/ 1 w 275"/>
                      <a:gd name="T49" fmla="*/ 1 h 20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5"/>
                      <a:gd name="T76" fmla="*/ 0 h 201"/>
                      <a:gd name="T77" fmla="*/ 275 w 275"/>
                      <a:gd name="T78" fmla="*/ 201 h 20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5" h="201">
                        <a:moveTo>
                          <a:pt x="39" y="18"/>
                        </a:moveTo>
                        <a:cubicBezTo>
                          <a:pt x="56" y="21"/>
                          <a:pt x="106" y="0"/>
                          <a:pt x="122" y="7"/>
                        </a:cubicBezTo>
                        <a:cubicBezTo>
                          <a:pt x="179" y="30"/>
                          <a:pt x="78" y="56"/>
                          <a:pt x="144" y="41"/>
                        </a:cubicBezTo>
                        <a:cubicBezTo>
                          <a:pt x="151" y="36"/>
                          <a:pt x="158" y="22"/>
                          <a:pt x="166" y="26"/>
                        </a:cubicBezTo>
                        <a:cubicBezTo>
                          <a:pt x="182" y="35"/>
                          <a:pt x="186" y="56"/>
                          <a:pt x="196" y="71"/>
                        </a:cubicBezTo>
                        <a:cubicBezTo>
                          <a:pt x="202" y="80"/>
                          <a:pt x="257" y="36"/>
                          <a:pt x="264" y="44"/>
                        </a:cubicBezTo>
                        <a:cubicBezTo>
                          <a:pt x="275" y="58"/>
                          <a:pt x="249" y="138"/>
                          <a:pt x="249" y="138"/>
                        </a:cubicBezTo>
                        <a:cubicBezTo>
                          <a:pt x="246" y="156"/>
                          <a:pt x="255" y="179"/>
                          <a:pt x="241" y="191"/>
                        </a:cubicBezTo>
                        <a:cubicBezTo>
                          <a:pt x="229" y="201"/>
                          <a:pt x="209" y="191"/>
                          <a:pt x="196" y="183"/>
                        </a:cubicBezTo>
                        <a:cubicBezTo>
                          <a:pt x="189" y="179"/>
                          <a:pt x="194" y="167"/>
                          <a:pt x="189" y="161"/>
                        </a:cubicBezTo>
                        <a:cubicBezTo>
                          <a:pt x="175" y="143"/>
                          <a:pt x="149" y="142"/>
                          <a:pt x="129" y="138"/>
                        </a:cubicBezTo>
                        <a:cubicBezTo>
                          <a:pt x="139" y="133"/>
                          <a:pt x="186" y="78"/>
                          <a:pt x="189" y="67"/>
                        </a:cubicBezTo>
                        <a:cubicBezTo>
                          <a:pt x="191" y="58"/>
                          <a:pt x="141" y="116"/>
                          <a:pt x="136" y="108"/>
                        </a:cubicBezTo>
                        <a:cubicBezTo>
                          <a:pt x="128" y="95"/>
                          <a:pt x="152" y="37"/>
                          <a:pt x="152" y="37"/>
                        </a:cubicBezTo>
                        <a:cubicBezTo>
                          <a:pt x="150" y="37"/>
                          <a:pt x="38" y="93"/>
                          <a:pt x="24" y="71"/>
                        </a:cubicBezTo>
                        <a:cubicBezTo>
                          <a:pt x="0" y="35"/>
                          <a:pt x="39" y="31"/>
                          <a:pt x="54" y="26"/>
                        </a:cubicBezTo>
                        <a:cubicBezTo>
                          <a:pt x="122" y="42"/>
                          <a:pt x="53" y="18"/>
                          <a:pt x="99" y="56"/>
                        </a:cubicBezTo>
                        <a:cubicBezTo>
                          <a:pt x="119" y="72"/>
                          <a:pt x="174" y="75"/>
                          <a:pt x="196" y="78"/>
                        </a:cubicBezTo>
                        <a:cubicBezTo>
                          <a:pt x="199" y="98"/>
                          <a:pt x="200" y="118"/>
                          <a:pt x="204" y="138"/>
                        </a:cubicBezTo>
                        <a:cubicBezTo>
                          <a:pt x="205" y="146"/>
                          <a:pt x="214" y="154"/>
                          <a:pt x="211" y="161"/>
                        </a:cubicBezTo>
                        <a:cubicBezTo>
                          <a:pt x="208" y="169"/>
                          <a:pt x="196" y="171"/>
                          <a:pt x="189" y="176"/>
                        </a:cubicBezTo>
                        <a:cubicBezTo>
                          <a:pt x="181" y="171"/>
                          <a:pt x="172" y="168"/>
                          <a:pt x="166" y="161"/>
                        </a:cubicBezTo>
                        <a:cubicBezTo>
                          <a:pt x="157" y="149"/>
                          <a:pt x="163" y="123"/>
                          <a:pt x="144" y="116"/>
                        </a:cubicBezTo>
                        <a:cubicBezTo>
                          <a:pt x="115" y="106"/>
                          <a:pt x="84" y="106"/>
                          <a:pt x="54" y="101"/>
                        </a:cubicBezTo>
                        <a:cubicBezTo>
                          <a:pt x="31" y="55"/>
                          <a:pt x="39" y="82"/>
                          <a:pt x="39" y="1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9" name="Freeform 28"/>
                  <p:cNvSpPr>
                    <a:spLocks/>
                  </p:cNvSpPr>
                  <p:nvPr/>
                </p:nvSpPr>
                <p:spPr bwMode="auto">
                  <a:xfrm flipH="1">
                    <a:off x="7636" y="1574"/>
                    <a:ext cx="758" cy="502"/>
                  </a:xfrm>
                  <a:custGeom>
                    <a:avLst/>
                    <a:gdLst>
                      <a:gd name="T0" fmla="*/ 1 w 1515"/>
                      <a:gd name="T1" fmla="*/ 0 h 1005"/>
                      <a:gd name="T2" fmla="*/ 1 w 1515"/>
                      <a:gd name="T3" fmla="*/ 0 h 1005"/>
                      <a:gd name="T4" fmla="*/ 1 w 1515"/>
                      <a:gd name="T5" fmla="*/ 0 h 1005"/>
                      <a:gd name="T6" fmla="*/ 1 w 1515"/>
                      <a:gd name="T7" fmla="*/ 0 h 1005"/>
                      <a:gd name="T8" fmla="*/ 1 w 1515"/>
                      <a:gd name="T9" fmla="*/ 0 h 1005"/>
                      <a:gd name="T10" fmla="*/ 1 w 1515"/>
                      <a:gd name="T11" fmla="*/ 0 h 1005"/>
                      <a:gd name="T12" fmla="*/ 1 w 1515"/>
                      <a:gd name="T13" fmla="*/ 0 h 1005"/>
                      <a:gd name="T14" fmla="*/ 1 w 1515"/>
                      <a:gd name="T15" fmla="*/ 0 h 1005"/>
                      <a:gd name="T16" fmla="*/ 1 w 1515"/>
                      <a:gd name="T17" fmla="*/ 0 h 1005"/>
                      <a:gd name="T18" fmla="*/ 1 w 1515"/>
                      <a:gd name="T19" fmla="*/ 0 h 1005"/>
                      <a:gd name="T20" fmla="*/ 1 w 1515"/>
                      <a:gd name="T21" fmla="*/ 0 h 1005"/>
                      <a:gd name="T22" fmla="*/ 1 w 1515"/>
                      <a:gd name="T23" fmla="*/ 0 h 1005"/>
                      <a:gd name="T24" fmla="*/ 1 w 1515"/>
                      <a:gd name="T25" fmla="*/ 0 h 1005"/>
                      <a:gd name="T26" fmla="*/ 1 w 1515"/>
                      <a:gd name="T27" fmla="*/ 0 h 1005"/>
                      <a:gd name="T28" fmla="*/ 1 w 1515"/>
                      <a:gd name="T29" fmla="*/ 0 h 1005"/>
                      <a:gd name="T30" fmla="*/ 1 w 1515"/>
                      <a:gd name="T31" fmla="*/ 0 h 1005"/>
                      <a:gd name="T32" fmla="*/ 1 w 1515"/>
                      <a:gd name="T33" fmla="*/ 0 h 1005"/>
                      <a:gd name="T34" fmla="*/ 1 w 1515"/>
                      <a:gd name="T35" fmla="*/ 0 h 1005"/>
                      <a:gd name="T36" fmla="*/ 1 w 1515"/>
                      <a:gd name="T37" fmla="*/ 0 h 1005"/>
                      <a:gd name="T38" fmla="*/ 1 w 1515"/>
                      <a:gd name="T39" fmla="*/ 0 h 1005"/>
                      <a:gd name="T40" fmla="*/ 1 w 1515"/>
                      <a:gd name="T41" fmla="*/ 0 h 1005"/>
                      <a:gd name="T42" fmla="*/ 1 w 1515"/>
                      <a:gd name="T43" fmla="*/ 0 h 1005"/>
                      <a:gd name="T44" fmla="*/ 1 w 1515"/>
                      <a:gd name="T45" fmla="*/ 0 h 1005"/>
                      <a:gd name="T46" fmla="*/ 1 w 1515"/>
                      <a:gd name="T47" fmla="*/ 0 h 1005"/>
                      <a:gd name="T48" fmla="*/ 1 w 1515"/>
                      <a:gd name="T49" fmla="*/ 0 h 1005"/>
                      <a:gd name="T50" fmla="*/ 1 w 1515"/>
                      <a:gd name="T51" fmla="*/ 0 h 1005"/>
                      <a:gd name="T52" fmla="*/ 1 w 1515"/>
                      <a:gd name="T53" fmla="*/ 0 h 1005"/>
                      <a:gd name="T54" fmla="*/ 0 w 1515"/>
                      <a:gd name="T55" fmla="*/ 0 h 1005"/>
                      <a:gd name="T56" fmla="*/ 1 w 1515"/>
                      <a:gd name="T57" fmla="*/ 0 h 1005"/>
                      <a:gd name="T58" fmla="*/ 1 w 1515"/>
                      <a:gd name="T59" fmla="*/ 0 h 1005"/>
                      <a:gd name="T60" fmla="*/ 1 w 1515"/>
                      <a:gd name="T61" fmla="*/ 0 h 1005"/>
                      <a:gd name="T62" fmla="*/ 1 w 1515"/>
                      <a:gd name="T63" fmla="*/ 0 h 1005"/>
                      <a:gd name="T64" fmla="*/ 1 w 1515"/>
                      <a:gd name="T65" fmla="*/ 0 h 1005"/>
                      <a:gd name="T66" fmla="*/ 1 w 1515"/>
                      <a:gd name="T67" fmla="*/ 0 h 1005"/>
                      <a:gd name="T68" fmla="*/ 1 w 1515"/>
                      <a:gd name="T69" fmla="*/ 0 h 1005"/>
                      <a:gd name="T70" fmla="*/ 1 w 1515"/>
                      <a:gd name="T71" fmla="*/ 0 h 1005"/>
                      <a:gd name="T72" fmla="*/ 1 w 1515"/>
                      <a:gd name="T73" fmla="*/ 0 h 1005"/>
                      <a:gd name="T74" fmla="*/ 1 w 1515"/>
                      <a:gd name="T75" fmla="*/ 0 h 1005"/>
                      <a:gd name="T76" fmla="*/ 1 w 1515"/>
                      <a:gd name="T77" fmla="*/ 0 h 1005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1515"/>
                      <a:gd name="T118" fmla="*/ 0 h 1005"/>
                      <a:gd name="T119" fmla="*/ 1515 w 1515"/>
                      <a:gd name="T120" fmla="*/ 1005 h 1005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1515" h="1005">
                        <a:moveTo>
                          <a:pt x="840" y="915"/>
                        </a:moveTo>
                        <a:lnTo>
                          <a:pt x="1275" y="172"/>
                        </a:lnTo>
                        <a:lnTo>
                          <a:pt x="1335" y="127"/>
                        </a:lnTo>
                        <a:lnTo>
                          <a:pt x="1388" y="112"/>
                        </a:lnTo>
                        <a:lnTo>
                          <a:pt x="1463" y="120"/>
                        </a:lnTo>
                        <a:lnTo>
                          <a:pt x="1508" y="105"/>
                        </a:lnTo>
                        <a:lnTo>
                          <a:pt x="1515" y="105"/>
                        </a:lnTo>
                        <a:lnTo>
                          <a:pt x="1493" y="52"/>
                        </a:lnTo>
                        <a:lnTo>
                          <a:pt x="1478" y="0"/>
                        </a:lnTo>
                        <a:lnTo>
                          <a:pt x="1433" y="0"/>
                        </a:lnTo>
                        <a:lnTo>
                          <a:pt x="1365" y="15"/>
                        </a:lnTo>
                        <a:lnTo>
                          <a:pt x="1283" y="60"/>
                        </a:lnTo>
                        <a:lnTo>
                          <a:pt x="1208" y="150"/>
                        </a:lnTo>
                        <a:lnTo>
                          <a:pt x="803" y="855"/>
                        </a:lnTo>
                        <a:lnTo>
                          <a:pt x="750" y="855"/>
                        </a:lnTo>
                        <a:lnTo>
                          <a:pt x="578" y="727"/>
                        </a:lnTo>
                        <a:lnTo>
                          <a:pt x="458" y="735"/>
                        </a:lnTo>
                        <a:lnTo>
                          <a:pt x="323" y="742"/>
                        </a:lnTo>
                        <a:lnTo>
                          <a:pt x="225" y="667"/>
                        </a:lnTo>
                        <a:lnTo>
                          <a:pt x="135" y="592"/>
                        </a:lnTo>
                        <a:lnTo>
                          <a:pt x="98" y="517"/>
                        </a:lnTo>
                        <a:lnTo>
                          <a:pt x="60" y="420"/>
                        </a:lnTo>
                        <a:lnTo>
                          <a:pt x="83" y="322"/>
                        </a:lnTo>
                        <a:lnTo>
                          <a:pt x="195" y="247"/>
                        </a:lnTo>
                        <a:lnTo>
                          <a:pt x="323" y="142"/>
                        </a:lnTo>
                        <a:lnTo>
                          <a:pt x="246" y="101"/>
                        </a:lnTo>
                        <a:lnTo>
                          <a:pt x="45" y="277"/>
                        </a:lnTo>
                        <a:lnTo>
                          <a:pt x="0" y="390"/>
                        </a:lnTo>
                        <a:lnTo>
                          <a:pt x="38" y="532"/>
                        </a:lnTo>
                        <a:lnTo>
                          <a:pt x="83" y="637"/>
                        </a:lnTo>
                        <a:lnTo>
                          <a:pt x="158" y="712"/>
                        </a:lnTo>
                        <a:lnTo>
                          <a:pt x="330" y="810"/>
                        </a:lnTo>
                        <a:lnTo>
                          <a:pt x="533" y="787"/>
                        </a:lnTo>
                        <a:lnTo>
                          <a:pt x="563" y="802"/>
                        </a:lnTo>
                        <a:lnTo>
                          <a:pt x="713" y="900"/>
                        </a:lnTo>
                        <a:lnTo>
                          <a:pt x="743" y="960"/>
                        </a:lnTo>
                        <a:lnTo>
                          <a:pt x="795" y="1005"/>
                        </a:lnTo>
                        <a:lnTo>
                          <a:pt x="855" y="990"/>
                        </a:lnTo>
                        <a:lnTo>
                          <a:pt x="840" y="915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0" name="Freeform 29"/>
                  <p:cNvSpPr>
                    <a:spLocks/>
                  </p:cNvSpPr>
                  <p:nvPr/>
                </p:nvSpPr>
                <p:spPr bwMode="auto">
                  <a:xfrm flipH="1">
                    <a:off x="8058" y="1469"/>
                    <a:ext cx="240" cy="201"/>
                  </a:xfrm>
                  <a:custGeom>
                    <a:avLst/>
                    <a:gdLst>
                      <a:gd name="T0" fmla="*/ 0 w 481"/>
                      <a:gd name="T1" fmla="*/ 1 h 401"/>
                      <a:gd name="T2" fmla="*/ 0 w 481"/>
                      <a:gd name="T3" fmla="*/ 1 h 401"/>
                      <a:gd name="T4" fmla="*/ 0 w 481"/>
                      <a:gd name="T5" fmla="*/ 0 h 401"/>
                      <a:gd name="T6" fmla="*/ 0 w 481"/>
                      <a:gd name="T7" fmla="*/ 1 h 401"/>
                      <a:gd name="T8" fmla="*/ 0 w 481"/>
                      <a:gd name="T9" fmla="*/ 1 h 401"/>
                      <a:gd name="T10" fmla="*/ 0 w 481"/>
                      <a:gd name="T11" fmla="*/ 1 h 401"/>
                      <a:gd name="T12" fmla="*/ 0 w 481"/>
                      <a:gd name="T13" fmla="*/ 1 h 401"/>
                      <a:gd name="T14" fmla="*/ 0 w 481"/>
                      <a:gd name="T15" fmla="*/ 1 h 401"/>
                      <a:gd name="T16" fmla="*/ 0 w 481"/>
                      <a:gd name="T17" fmla="*/ 1 h 401"/>
                      <a:gd name="T18" fmla="*/ 0 w 481"/>
                      <a:gd name="T19" fmla="*/ 1 h 401"/>
                      <a:gd name="T20" fmla="*/ 0 w 481"/>
                      <a:gd name="T21" fmla="*/ 1 h 401"/>
                      <a:gd name="T22" fmla="*/ 0 w 481"/>
                      <a:gd name="T23" fmla="*/ 1 h 401"/>
                      <a:gd name="T24" fmla="*/ 0 w 481"/>
                      <a:gd name="T25" fmla="*/ 1 h 401"/>
                      <a:gd name="T26" fmla="*/ 0 w 481"/>
                      <a:gd name="T27" fmla="*/ 1 h 401"/>
                      <a:gd name="T28" fmla="*/ 0 w 481"/>
                      <a:gd name="T29" fmla="*/ 1 h 401"/>
                      <a:gd name="T30" fmla="*/ 0 w 481"/>
                      <a:gd name="T31" fmla="*/ 1 h 401"/>
                      <a:gd name="T32" fmla="*/ 0 w 481"/>
                      <a:gd name="T33" fmla="*/ 1 h 401"/>
                      <a:gd name="T34" fmla="*/ 0 w 481"/>
                      <a:gd name="T35" fmla="*/ 1 h 401"/>
                      <a:gd name="T36" fmla="*/ 0 w 481"/>
                      <a:gd name="T37" fmla="*/ 1 h 401"/>
                      <a:gd name="T38" fmla="*/ 0 w 481"/>
                      <a:gd name="T39" fmla="*/ 1 h 401"/>
                      <a:gd name="T40" fmla="*/ 0 w 481"/>
                      <a:gd name="T41" fmla="*/ 1 h 401"/>
                      <a:gd name="T42" fmla="*/ 0 w 481"/>
                      <a:gd name="T43" fmla="*/ 1 h 401"/>
                      <a:gd name="T44" fmla="*/ 0 w 481"/>
                      <a:gd name="T45" fmla="*/ 1 h 401"/>
                      <a:gd name="T46" fmla="*/ 0 w 481"/>
                      <a:gd name="T47" fmla="*/ 1 h 401"/>
                      <a:gd name="T48" fmla="*/ 0 w 481"/>
                      <a:gd name="T49" fmla="*/ 1 h 401"/>
                      <a:gd name="T50" fmla="*/ 0 w 481"/>
                      <a:gd name="T51" fmla="*/ 1 h 401"/>
                      <a:gd name="T52" fmla="*/ 0 w 481"/>
                      <a:gd name="T53" fmla="*/ 1 h 401"/>
                      <a:gd name="T54" fmla="*/ 0 w 481"/>
                      <a:gd name="T55" fmla="*/ 1 h 401"/>
                      <a:gd name="T56" fmla="*/ 0 w 481"/>
                      <a:gd name="T57" fmla="*/ 1 h 401"/>
                      <a:gd name="T58" fmla="*/ 0 w 481"/>
                      <a:gd name="T59" fmla="*/ 1 h 401"/>
                      <a:gd name="T60" fmla="*/ 0 w 481"/>
                      <a:gd name="T61" fmla="*/ 1 h 401"/>
                      <a:gd name="T62" fmla="*/ 0 w 481"/>
                      <a:gd name="T63" fmla="*/ 1 h 401"/>
                      <a:gd name="T64" fmla="*/ 0 w 481"/>
                      <a:gd name="T65" fmla="*/ 1 h 401"/>
                      <a:gd name="T66" fmla="*/ 0 w 481"/>
                      <a:gd name="T67" fmla="*/ 1 h 401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481"/>
                      <a:gd name="T103" fmla="*/ 0 h 401"/>
                      <a:gd name="T104" fmla="*/ 481 w 481"/>
                      <a:gd name="T105" fmla="*/ 401 h 401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481" h="401">
                        <a:moveTo>
                          <a:pt x="61" y="171"/>
                        </a:moveTo>
                        <a:cubicBezTo>
                          <a:pt x="62" y="154"/>
                          <a:pt x="59" y="135"/>
                          <a:pt x="67" y="120"/>
                        </a:cubicBezTo>
                        <a:cubicBezTo>
                          <a:pt x="71" y="114"/>
                          <a:pt x="79" y="102"/>
                          <a:pt x="79" y="102"/>
                        </a:cubicBezTo>
                        <a:cubicBezTo>
                          <a:pt x="86" y="69"/>
                          <a:pt x="87" y="64"/>
                          <a:pt x="121" y="60"/>
                        </a:cubicBezTo>
                        <a:cubicBezTo>
                          <a:pt x="148" y="42"/>
                          <a:pt x="148" y="32"/>
                          <a:pt x="184" y="27"/>
                        </a:cubicBezTo>
                        <a:cubicBezTo>
                          <a:pt x="203" y="21"/>
                          <a:pt x="215" y="7"/>
                          <a:pt x="235" y="0"/>
                        </a:cubicBezTo>
                        <a:cubicBezTo>
                          <a:pt x="236" y="2"/>
                          <a:pt x="244" y="21"/>
                          <a:pt x="244" y="21"/>
                        </a:cubicBezTo>
                        <a:cubicBezTo>
                          <a:pt x="250" y="30"/>
                          <a:pt x="274" y="36"/>
                          <a:pt x="283" y="39"/>
                        </a:cubicBezTo>
                        <a:cubicBezTo>
                          <a:pt x="289" y="41"/>
                          <a:pt x="296" y="41"/>
                          <a:pt x="301" y="45"/>
                        </a:cubicBezTo>
                        <a:cubicBezTo>
                          <a:pt x="307" y="49"/>
                          <a:pt x="319" y="57"/>
                          <a:pt x="319" y="57"/>
                        </a:cubicBezTo>
                        <a:cubicBezTo>
                          <a:pt x="311" y="80"/>
                          <a:pt x="280" y="68"/>
                          <a:pt x="259" y="72"/>
                        </a:cubicBezTo>
                        <a:cubicBezTo>
                          <a:pt x="256" y="74"/>
                          <a:pt x="243" y="81"/>
                          <a:pt x="244" y="87"/>
                        </a:cubicBezTo>
                        <a:cubicBezTo>
                          <a:pt x="245" y="90"/>
                          <a:pt x="250" y="90"/>
                          <a:pt x="253" y="90"/>
                        </a:cubicBezTo>
                        <a:cubicBezTo>
                          <a:pt x="281" y="92"/>
                          <a:pt x="309" y="92"/>
                          <a:pt x="337" y="93"/>
                        </a:cubicBezTo>
                        <a:cubicBezTo>
                          <a:pt x="313" y="99"/>
                          <a:pt x="289" y="102"/>
                          <a:pt x="265" y="108"/>
                        </a:cubicBezTo>
                        <a:cubicBezTo>
                          <a:pt x="250" y="118"/>
                          <a:pt x="239" y="121"/>
                          <a:pt x="220" y="126"/>
                        </a:cubicBezTo>
                        <a:cubicBezTo>
                          <a:pt x="199" y="157"/>
                          <a:pt x="247" y="143"/>
                          <a:pt x="262" y="141"/>
                        </a:cubicBezTo>
                        <a:cubicBezTo>
                          <a:pt x="270" y="140"/>
                          <a:pt x="278" y="139"/>
                          <a:pt x="286" y="138"/>
                        </a:cubicBezTo>
                        <a:cubicBezTo>
                          <a:pt x="290" y="137"/>
                          <a:pt x="302" y="135"/>
                          <a:pt x="298" y="135"/>
                        </a:cubicBezTo>
                        <a:cubicBezTo>
                          <a:pt x="284" y="135"/>
                          <a:pt x="270" y="139"/>
                          <a:pt x="256" y="141"/>
                        </a:cubicBezTo>
                        <a:cubicBezTo>
                          <a:pt x="244" y="143"/>
                          <a:pt x="220" y="147"/>
                          <a:pt x="220" y="147"/>
                        </a:cubicBezTo>
                        <a:cubicBezTo>
                          <a:pt x="206" y="168"/>
                          <a:pt x="210" y="158"/>
                          <a:pt x="205" y="174"/>
                        </a:cubicBezTo>
                        <a:cubicBezTo>
                          <a:pt x="206" y="183"/>
                          <a:pt x="199" y="200"/>
                          <a:pt x="208" y="201"/>
                        </a:cubicBezTo>
                        <a:cubicBezTo>
                          <a:pt x="217" y="203"/>
                          <a:pt x="217" y="184"/>
                          <a:pt x="223" y="177"/>
                        </a:cubicBezTo>
                        <a:cubicBezTo>
                          <a:pt x="243" y="156"/>
                          <a:pt x="250" y="161"/>
                          <a:pt x="274" y="153"/>
                        </a:cubicBezTo>
                        <a:cubicBezTo>
                          <a:pt x="271" y="162"/>
                          <a:pt x="272" y="173"/>
                          <a:pt x="265" y="180"/>
                        </a:cubicBezTo>
                        <a:cubicBezTo>
                          <a:pt x="257" y="188"/>
                          <a:pt x="246" y="196"/>
                          <a:pt x="241" y="207"/>
                        </a:cubicBezTo>
                        <a:cubicBezTo>
                          <a:pt x="237" y="215"/>
                          <a:pt x="239" y="219"/>
                          <a:pt x="232" y="225"/>
                        </a:cubicBezTo>
                        <a:cubicBezTo>
                          <a:pt x="225" y="231"/>
                          <a:pt x="211" y="237"/>
                          <a:pt x="202" y="240"/>
                        </a:cubicBezTo>
                        <a:cubicBezTo>
                          <a:pt x="187" y="222"/>
                          <a:pt x="186" y="214"/>
                          <a:pt x="181" y="192"/>
                        </a:cubicBezTo>
                        <a:cubicBezTo>
                          <a:pt x="182" y="177"/>
                          <a:pt x="182" y="162"/>
                          <a:pt x="184" y="147"/>
                        </a:cubicBezTo>
                        <a:cubicBezTo>
                          <a:pt x="185" y="141"/>
                          <a:pt x="187" y="135"/>
                          <a:pt x="190" y="129"/>
                        </a:cubicBezTo>
                        <a:cubicBezTo>
                          <a:pt x="191" y="126"/>
                          <a:pt x="200" y="120"/>
                          <a:pt x="196" y="120"/>
                        </a:cubicBezTo>
                        <a:cubicBezTo>
                          <a:pt x="178" y="118"/>
                          <a:pt x="148" y="129"/>
                          <a:pt x="130" y="135"/>
                        </a:cubicBezTo>
                        <a:cubicBezTo>
                          <a:pt x="131" y="144"/>
                          <a:pt x="129" y="154"/>
                          <a:pt x="133" y="162"/>
                        </a:cubicBezTo>
                        <a:cubicBezTo>
                          <a:pt x="134" y="165"/>
                          <a:pt x="139" y="160"/>
                          <a:pt x="142" y="159"/>
                        </a:cubicBezTo>
                        <a:cubicBezTo>
                          <a:pt x="150" y="156"/>
                          <a:pt x="158" y="152"/>
                          <a:pt x="166" y="150"/>
                        </a:cubicBezTo>
                        <a:cubicBezTo>
                          <a:pt x="174" y="148"/>
                          <a:pt x="182" y="148"/>
                          <a:pt x="190" y="147"/>
                        </a:cubicBezTo>
                        <a:cubicBezTo>
                          <a:pt x="174" y="212"/>
                          <a:pt x="146" y="218"/>
                          <a:pt x="94" y="225"/>
                        </a:cubicBezTo>
                        <a:cubicBezTo>
                          <a:pt x="49" y="210"/>
                          <a:pt x="115" y="79"/>
                          <a:pt x="73" y="141"/>
                        </a:cubicBezTo>
                        <a:cubicBezTo>
                          <a:pt x="85" y="91"/>
                          <a:pt x="158" y="88"/>
                          <a:pt x="199" y="78"/>
                        </a:cubicBezTo>
                        <a:cubicBezTo>
                          <a:pt x="217" y="74"/>
                          <a:pt x="253" y="66"/>
                          <a:pt x="253" y="66"/>
                        </a:cubicBezTo>
                        <a:cubicBezTo>
                          <a:pt x="267" y="59"/>
                          <a:pt x="271" y="49"/>
                          <a:pt x="280" y="63"/>
                        </a:cubicBezTo>
                        <a:cubicBezTo>
                          <a:pt x="278" y="70"/>
                          <a:pt x="268" y="79"/>
                          <a:pt x="274" y="84"/>
                        </a:cubicBezTo>
                        <a:cubicBezTo>
                          <a:pt x="283" y="91"/>
                          <a:pt x="327" y="93"/>
                          <a:pt x="331" y="93"/>
                        </a:cubicBezTo>
                        <a:cubicBezTo>
                          <a:pt x="354" y="101"/>
                          <a:pt x="376" y="107"/>
                          <a:pt x="400" y="111"/>
                        </a:cubicBezTo>
                        <a:cubicBezTo>
                          <a:pt x="415" y="134"/>
                          <a:pt x="407" y="124"/>
                          <a:pt x="424" y="141"/>
                        </a:cubicBezTo>
                        <a:cubicBezTo>
                          <a:pt x="362" y="156"/>
                          <a:pt x="481" y="128"/>
                          <a:pt x="277" y="147"/>
                        </a:cubicBezTo>
                        <a:cubicBezTo>
                          <a:pt x="268" y="148"/>
                          <a:pt x="261" y="155"/>
                          <a:pt x="253" y="159"/>
                        </a:cubicBezTo>
                        <a:cubicBezTo>
                          <a:pt x="227" y="172"/>
                          <a:pt x="188" y="168"/>
                          <a:pt x="160" y="171"/>
                        </a:cubicBezTo>
                        <a:cubicBezTo>
                          <a:pt x="135" y="179"/>
                          <a:pt x="148" y="216"/>
                          <a:pt x="136" y="228"/>
                        </a:cubicBezTo>
                        <a:cubicBezTo>
                          <a:pt x="132" y="232"/>
                          <a:pt x="126" y="230"/>
                          <a:pt x="121" y="231"/>
                        </a:cubicBezTo>
                        <a:cubicBezTo>
                          <a:pt x="119" y="232"/>
                          <a:pt x="102" y="240"/>
                          <a:pt x="100" y="243"/>
                        </a:cubicBezTo>
                        <a:cubicBezTo>
                          <a:pt x="85" y="266"/>
                          <a:pt x="111" y="246"/>
                          <a:pt x="88" y="261"/>
                        </a:cubicBezTo>
                        <a:cubicBezTo>
                          <a:pt x="85" y="271"/>
                          <a:pt x="70" y="300"/>
                          <a:pt x="82" y="258"/>
                        </a:cubicBezTo>
                        <a:cubicBezTo>
                          <a:pt x="84" y="252"/>
                          <a:pt x="90" y="243"/>
                          <a:pt x="94" y="237"/>
                        </a:cubicBezTo>
                        <a:cubicBezTo>
                          <a:pt x="108" y="242"/>
                          <a:pt x="107" y="248"/>
                          <a:pt x="103" y="261"/>
                        </a:cubicBezTo>
                        <a:cubicBezTo>
                          <a:pt x="71" y="255"/>
                          <a:pt x="101" y="268"/>
                          <a:pt x="94" y="246"/>
                        </a:cubicBezTo>
                        <a:cubicBezTo>
                          <a:pt x="119" y="229"/>
                          <a:pt x="102" y="274"/>
                          <a:pt x="94" y="282"/>
                        </a:cubicBezTo>
                        <a:cubicBezTo>
                          <a:pt x="82" y="294"/>
                          <a:pt x="70" y="296"/>
                          <a:pt x="55" y="300"/>
                        </a:cubicBezTo>
                        <a:cubicBezTo>
                          <a:pt x="49" y="304"/>
                          <a:pt x="43" y="308"/>
                          <a:pt x="37" y="312"/>
                        </a:cubicBezTo>
                        <a:cubicBezTo>
                          <a:pt x="34" y="314"/>
                          <a:pt x="28" y="318"/>
                          <a:pt x="28" y="318"/>
                        </a:cubicBezTo>
                        <a:cubicBezTo>
                          <a:pt x="18" y="347"/>
                          <a:pt x="0" y="294"/>
                          <a:pt x="28" y="303"/>
                        </a:cubicBezTo>
                        <a:cubicBezTo>
                          <a:pt x="55" y="299"/>
                          <a:pt x="57" y="287"/>
                          <a:pt x="82" y="279"/>
                        </a:cubicBezTo>
                        <a:cubicBezTo>
                          <a:pt x="107" y="284"/>
                          <a:pt x="99" y="293"/>
                          <a:pt x="106" y="315"/>
                        </a:cubicBezTo>
                        <a:cubicBezTo>
                          <a:pt x="122" y="304"/>
                          <a:pt x="130" y="303"/>
                          <a:pt x="151" y="300"/>
                        </a:cubicBezTo>
                        <a:cubicBezTo>
                          <a:pt x="149" y="316"/>
                          <a:pt x="166" y="401"/>
                          <a:pt x="145" y="369"/>
                        </a:cubicBezTo>
                        <a:cubicBezTo>
                          <a:pt x="146" y="356"/>
                          <a:pt x="146" y="343"/>
                          <a:pt x="148" y="330"/>
                        </a:cubicBezTo>
                        <a:cubicBezTo>
                          <a:pt x="149" y="324"/>
                          <a:pt x="154" y="312"/>
                          <a:pt x="154" y="312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1" name="Freeform 30"/>
                  <p:cNvSpPr>
                    <a:spLocks/>
                  </p:cNvSpPr>
                  <p:nvPr/>
                </p:nvSpPr>
                <p:spPr bwMode="auto">
                  <a:xfrm flipH="1">
                    <a:off x="8082" y="1604"/>
                    <a:ext cx="51" cy="81"/>
                  </a:xfrm>
                  <a:custGeom>
                    <a:avLst/>
                    <a:gdLst>
                      <a:gd name="T0" fmla="*/ 0 w 102"/>
                      <a:gd name="T1" fmla="*/ 1 h 162"/>
                      <a:gd name="T2" fmla="*/ 1 w 102"/>
                      <a:gd name="T3" fmla="*/ 0 h 162"/>
                      <a:gd name="T4" fmla="*/ 0 60000 65536"/>
                      <a:gd name="T5" fmla="*/ 0 60000 65536"/>
                      <a:gd name="T6" fmla="*/ 0 w 102"/>
                      <a:gd name="T7" fmla="*/ 0 h 162"/>
                      <a:gd name="T8" fmla="*/ 102 w 102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62">
                        <a:moveTo>
                          <a:pt x="0" y="162"/>
                        </a:move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2" name="Freeform 31"/>
                  <p:cNvSpPr>
                    <a:spLocks/>
                  </p:cNvSpPr>
                  <p:nvPr/>
                </p:nvSpPr>
                <p:spPr bwMode="auto">
                  <a:xfrm flipH="1">
                    <a:off x="8044" y="1631"/>
                    <a:ext cx="57" cy="86"/>
                  </a:xfrm>
                  <a:custGeom>
                    <a:avLst/>
                    <a:gdLst>
                      <a:gd name="T0" fmla="*/ 0 w 114"/>
                      <a:gd name="T1" fmla="*/ 1 h 171"/>
                      <a:gd name="T2" fmla="*/ 1 w 114"/>
                      <a:gd name="T3" fmla="*/ 0 h 171"/>
                      <a:gd name="T4" fmla="*/ 0 60000 65536"/>
                      <a:gd name="T5" fmla="*/ 0 60000 65536"/>
                      <a:gd name="T6" fmla="*/ 0 w 114"/>
                      <a:gd name="T7" fmla="*/ 0 h 171"/>
                      <a:gd name="T8" fmla="*/ 114 w 114"/>
                      <a:gd name="T9" fmla="*/ 171 h 17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4" h="171">
                        <a:moveTo>
                          <a:pt x="0" y="171"/>
                        </a:moveTo>
                        <a:lnTo>
                          <a:pt x="114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3" name="Freeform 32"/>
                  <p:cNvSpPr>
                    <a:spLocks/>
                  </p:cNvSpPr>
                  <p:nvPr/>
                </p:nvSpPr>
                <p:spPr bwMode="auto">
                  <a:xfrm flipH="1">
                    <a:off x="7996" y="1657"/>
                    <a:ext cx="69" cy="99"/>
                  </a:xfrm>
                  <a:custGeom>
                    <a:avLst/>
                    <a:gdLst>
                      <a:gd name="T0" fmla="*/ 0 w 138"/>
                      <a:gd name="T1" fmla="*/ 1 h 198"/>
                      <a:gd name="T2" fmla="*/ 1 w 138"/>
                      <a:gd name="T3" fmla="*/ 0 h 198"/>
                      <a:gd name="T4" fmla="*/ 0 60000 65536"/>
                      <a:gd name="T5" fmla="*/ 0 60000 65536"/>
                      <a:gd name="T6" fmla="*/ 0 w 138"/>
                      <a:gd name="T7" fmla="*/ 0 h 198"/>
                      <a:gd name="T8" fmla="*/ 138 w 138"/>
                      <a:gd name="T9" fmla="*/ 198 h 19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38" h="198">
                        <a:moveTo>
                          <a:pt x="0" y="198"/>
                        </a:moveTo>
                        <a:lnTo>
                          <a:pt x="138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4" name="Freeform 33"/>
                  <p:cNvSpPr>
                    <a:spLocks/>
                  </p:cNvSpPr>
                  <p:nvPr/>
                </p:nvSpPr>
                <p:spPr bwMode="auto">
                  <a:xfrm flipH="1">
                    <a:off x="7960" y="1670"/>
                    <a:ext cx="59" cy="98"/>
                  </a:xfrm>
                  <a:custGeom>
                    <a:avLst/>
                    <a:gdLst>
                      <a:gd name="T0" fmla="*/ 0 w 117"/>
                      <a:gd name="T1" fmla="*/ 1 h 195"/>
                      <a:gd name="T2" fmla="*/ 1 w 117"/>
                      <a:gd name="T3" fmla="*/ 0 h 195"/>
                      <a:gd name="T4" fmla="*/ 0 60000 65536"/>
                      <a:gd name="T5" fmla="*/ 0 60000 65536"/>
                      <a:gd name="T6" fmla="*/ 0 w 117"/>
                      <a:gd name="T7" fmla="*/ 0 h 195"/>
                      <a:gd name="T8" fmla="*/ 117 w 117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7" h="195">
                        <a:moveTo>
                          <a:pt x="0" y="195"/>
                        </a:moveTo>
                        <a:lnTo>
                          <a:pt x="117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5" name="Freeform 34"/>
                  <p:cNvSpPr>
                    <a:spLocks/>
                  </p:cNvSpPr>
                  <p:nvPr/>
                </p:nvSpPr>
                <p:spPr bwMode="auto">
                  <a:xfrm flipH="1">
                    <a:off x="7930" y="1697"/>
                    <a:ext cx="47" cy="81"/>
                  </a:xfrm>
                  <a:custGeom>
                    <a:avLst/>
                    <a:gdLst>
                      <a:gd name="T0" fmla="*/ 0 w 93"/>
                      <a:gd name="T1" fmla="*/ 1 h 162"/>
                      <a:gd name="T2" fmla="*/ 1 w 93"/>
                      <a:gd name="T3" fmla="*/ 0 h 162"/>
                      <a:gd name="T4" fmla="*/ 0 60000 65536"/>
                      <a:gd name="T5" fmla="*/ 0 60000 65536"/>
                      <a:gd name="T6" fmla="*/ 0 w 93"/>
                      <a:gd name="T7" fmla="*/ 0 h 162"/>
                      <a:gd name="T8" fmla="*/ 93 w 93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3" h="162">
                        <a:moveTo>
                          <a:pt x="0" y="162"/>
                        </a:moveTo>
                        <a:lnTo>
                          <a:pt x="93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6" name="Freeform 35"/>
                  <p:cNvSpPr>
                    <a:spLocks/>
                  </p:cNvSpPr>
                  <p:nvPr/>
                </p:nvSpPr>
                <p:spPr bwMode="auto">
                  <a:xfrm flipH="1">
                    <a:off x="7894" y="1717"/>
                    <a:ext cx="51" cy="87"/>
                  </a:xfrm>
                  <a:custGeom>
                    <a:avLst/>
                    <a:gdLst>
                      <a:gd name="T0" fmla="*/ 0 w 102"/>
                      <a:gd name="T1" fmla="*/ 1 h 174"/>
                      <a:gd name="T2" fmla="*/ 1 w 102"/>
                      <a:gd name="T3" fmla="*/ 0 h 174"/>
                      <a:gd name="T4" fmla="*/ 0 60000 65536"/>
                      <a:gd name="T5" fmla="*/ 0 60000 65536"/>
                      <a:gd name="T6" fmla="*/ 0 w 102"/>
                      <a:gd name="T7" fmla="*/ 0 h 174"/>
                      <a:gd name="T8" fmla="*/ 102 w 102"/>
                      <a:gd name="T9" fmla="*/ 174 h 17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74">
                        <a:moveTo>
                          <a:pt x="0" y="174"/>
                        </a:move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7" name="Freeform 36"/>
                  <p:cNvSpPr>
                    <a:spLocks/>
                  </p:cNvSpPr>
                  <p:nvPr/>
                </p:nvSpPr>
                <p:spPr bwMode="auto">
                  <a:xfrm flipH="1">
                    <a:off x="7860" y="1739"/>
                    <a:ext cx="64" cy="95"/>
                  </a:xfrm>
                  <a:custGeom>
                    <a:avLst/>
                    <a:gdLst>
                      <a:gd name="T0" fmla="*/ 0 w 129"/>
                      <a:gd name="T1" fmla="*/ 1 h 189"/>
                      <a:gd name="T2" fmla="*/ 0 w 129"/>
                      <a:gd name="T3" fmla="*/ 0 h 189"/>
                      <a:gd name="T4" fmla="*/ 0 60000 65536"/>
                      <a:gd name="T5" fmla="*/ 0 60000 65536"/>
                      <a:gd name="T6" fmla="*/ 0 w 129"/>
                      <a:gd name="T7" fmla="*/ 0 h 189"/>
                      <a:gd name="T8" fmla="*/ 129 w 129"/>
                      <a:gd name="T9" fmla="*/ 189 h 18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29" h="189">
                        <a:moveTo>
                          <a:pt x="0" y="189"/>
                        </a:moveTo>
                        <a:lnTo>
                          <a:pt x="129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8" name="Freeform 37"/>
                  <p:cNvSpPr>
                    <a:spLocks/>
                  </p:cNvSpPr>
                  <p:nvPr/>
                </p:nvSpPr>
                <p:spPr bwMode="auto">
                  <a:xfrm flipH="1">
                    <a:off x="8119" y="1589"/>
                    <a:ext cx="51" cy="98"/>
                  </a:xfrm>
                  <a:custGeom>
                    <a:avLst/>
                    <a:gdLst>
                      <a:gd name="T0" fmla="*/ 0 w 102"/>
                      <a:gd name="T1" fmla="*/ 1 h 195"/>
                      <a:gd name="T2" fmla="*/ 1 w 102"/>
                      <a:gd name="T3" fmla="*/ 0 h 195"/>
                      <a:gd name="T4" fmla="*/ 0 60000 65536"/>
                      <a:gd name="T5" fmla="*/ 0 60000 65536"/>
                      <a:gd name="T6" fmla="*/ 0 w 102"/>
                      <a:gd name="T7" fmla="*/ 0 h 195"/>
                      <a:gd name="T8" fmla="*/ 102 w 102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95">
                        <a:moveTo>
                          <a:pt x="0" y="195"/>
                        </a:move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9" name="Freeform 38"/>
                  <p:cNvSpPr>
                    <a:spLocks/>
                  </p:cNvSpPr>
                  <p:nvPr/>
                </p:nvSpPr>
                <p:spPr bwMode="auto">
                  <a:xfrm flipH="1">
                    <a:off x="7660" y="1588"/>
                    <a:ext cx="36" cy="35"/>
                  </a:xfrm>
                  <a:custGeom>
                    <a:avLst/>
                    <a:gdLst>
                      <a:gd name="T0" fmla="*/ 1 w 72"/>
                      <a:gd name="T1" fmla="*/ 1 h 70"/>
                      <a:gd name="T2" fmla="*/ 1 w 72"/>
                      <a:gd name="T3" fmla="*/ 1 h 70"/>
                      <a:gd name="T4" fmla="*/ 1 w 72"/>
                      <a:gd name="T5" fmla="*/ 1 h 70"/>
                      <a:gd name="T6" fmla="*/ 1 w 72"/>
                      <a:gd name="T7" fmla="*/ 1 h 70"/>
                      <a:gd name="T8" fmla="*/ 1 w 72"/>
                      <a:gd name="T9" fmla="*/ 1 h 70"/>
                      <a:gd name="T10" fmla="*/ 1 w 72"/>
                      <a:gd name="T11" fmla="*/ 1 h 70"/>
                      <a:gd name="T12" fmla="*/ 1 w 72"/>
                      <a:gd name="T13" fmla="*/ 1 h 70"/>
                      <a:gd name="T14" fmla="*/ 1 w 72"/>
                      <a:gd name="T15" fmla="*/ 1 h 70"/>
                      <a:gd name="T16" fmla="*/ 0 w 72"/>
                      <a:gd name="T17" fmla="*/ 1 h 70"/>
                      <a:gd name="T18" fmla="*/ 1 w 72"/>
                      <a:gd name="T19" fmla="*/ 1 h 70"/>
                      <a:gd name="T20" fmla="*/ 1 w 72"/>
                      <a:gd name="T21" fmla="*/ 1 h 70"/>
                      <a:gd name="T22" fmla="*/ 1 w 72"/>
                      <a:gd name="T23" fmla="*/ 0 h 70"/>
                      <a:gd name="T24" fmla="*/ 1 w 72"/>
                      <a:gd name="T25" fmla="*/ 1 h 70"/>
                      <a:gd name="T26" fmla="*/ 1 w 72"/>
                      <a:gd name="T27" fmla="*/ 1 h 70"/>
                      <a:gd name="T28" fmla="*/ 1 w 72"/>
                      <a:gd name="T29" fmla="*/ 1 h 7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72"/>
                      <a:gd name="T46" fmla="*/ 0 h 70"/>
                      <a:gd name="T47" fmla="*/ 72 w 72"/>
                      <a:gd name="T48" fmla="*/ 70 h 70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72" h="70">
                        <a:moveTo>
                          <a:pt x="27" y="30"/>
                        </a:moveTo>
                        <a:cubicBezTo>
                          <a:pt x="29" y="45"/>
                          <a:pt x="30" y="70"/>
                          <a:pt x="45" y="48"/>
                        </a:cubicBezTo>
                        <a:cubicBezTo>
                          <a:pt x="70" y="64"/>
                          <a:pt x="64" y="67"/>
                          <a:pt x="60" y="36"/>
                        </a:cubicBezTo>
                        <a:cubicBezTo>
                          <a:pt x="46" y="39"/>
                          <a:pt x="38" y="47"/>
                          <a:pt x="33" y="33"/>
                        </a:cubicBezTo>
                        <a:cubicBezTo>
                          <a:pt x="37" y="21"/>
                          <a:pt x="42" y="19"/>
                          <a:pt x="54" y="15"/>
                        </a:cubicBezTo>
                        <a:cubicBezTo>
                          <a:pt x="55" y="28"/>
                          <a:pt x="53" y="41"/>
                          <a:pt x="57" y="54"/>
                        </a:cubicBezTo>
                        <a:cubicBezTo>
                          <a:pt x="58" y="57"/>
                          <a:pt x="63" y="58"/>
                          <a:pt x="66" y="57"/>
                        </a:cubicBezTo>
                        <a:cubicBezTo>
                          <a:pt x="69" y="56"/>
                          <a:pt x="68" y="51"/>
                          <a:pt x="69" y="48"/>
                        </a:cubicBezTo>
                        <a:cubicBezTo>
                          <a:pt x="63" y="3"/>
                          <a:pt x="34" y="19"/>
                          <a:pt x="0" y="36"/>
                        </a:cubicBezTo>
                        <a:cubicBezTo>
                          <a:pt x="1" y="32"/>
                          <a:pt x="0" y="27"/>
                          <a:pt x="3" y="24"/>
                        </a:cubicBezTo>
                        <a:cubicBezTo>
                          <a:pt x="5" y="22"/>
                          <a:pt x="9" y="22"/>
                          <a:pt x="12" y="21"/>
                        </a:cubicBezTo>
                        <a:cubicBezTo>
                          <a:pt x="24" y="15"/>
                          <a:pt x="26" y="4"/>
                          <a:pt x="39" y="0"/>
                        </a:cubicBezTo>
                        <a:cubicBezTo>
                          <a:pt x="42" y="32"/>
                          <a:pt x="39" y="37"/>
                          <a:pt x="63" y="21"/>
                        </a:cubicBezTo>
                        <a:cubicBezTo>
                          <a:pt x="72" y="47"/>
                          <a:pt x="70" y="51"/>
                          <a:pt x="42" y="57"/>
                        </a:cubicBezTo>
                        <a:cubicBezTo>
                          <a:pt x="24" y="53"/>
                          <a:pt x="27" y="48"/>
                          <a:pt x="27" y="30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00" name="Freeform 39"/>
                  <p:cNvSpPr>
                    <a:spLocks/>
                  </p:cNvSpPr>
                  <p:nvPr/>
                </p:nvSpPr>
                <p:spPr bwMode="auto">
                  <a:xfrm flipH="1">
                    <a:off x="7812" y="1450"/>
                    <a:ext cx="499" cy="285"/>
                  </a:xfrm>
                  <a:custGeom>
                    <a:avLst/>
                    <a:gdLst>
                      <a:gd name="T0" fmla="*/ 1 w 998"/>
                      <a:gd name="T1" fmla="*/ 1 h 570"/>
                      <a:gd name="T2" fmla="*/ 1 w 998"/>
                      <a:gd name="T3" fmla="*/ 1 h 570"/>
                      <a:gd name="T4" fmla="*/ 1 w 998"/>
                      <a:gd name="T5" fmla="*/ 1 h 570"/>
                      <a:gd name="T6" fmla="*/ 1 w 998"/>
                      <a:gd name="T7" fmla="*/ 0 h 570"/>
                      <a:gd name="T8" fmla="*/ 1 w 998"/>
                      <a:gd name="T9" fmla="*/ 1 h 570"/>
                      <a:gd name="T10" fmla="*/ 1 w 998"/>
                      <a:gd name="T11" fmla="*/ 1 h 570"/>
                      <a:gd name="T12" fmla="*/ 1 w 998"/>
                      <a:gd name="T13" fmla="*/ 1 h 570"/>
                      <a:gd name="T14" fmla="*/ 1 w 998"/>
                      <a:gd name="T15" fmla="*/ 1 h 570"/>
                      <a:gd name="T16" fmla="*/ 0 w 998"/>
                      <a:gd name="T17" fmla="*/ 1 h 570"/>
                      <a:gd name="T18" fmla="*/ 1 w 998"/>
                      <a:gd name="T19" fmla="*/ 1 h 570"/>
                      <a:gd name="T20" fmla="*/ 1 w 998"/>
                      <a:gd name="T21" fmla="*/ 1 h 570"/>
                      <a:gd name="T22" fmla="*/ 1 w 998"/>
                      <a:gd name="T23" fmla="*/ 1 h 570"/>
                      <a:gd name="T24" fmla="*/ 1 w 998"/>
                      <a:gd name="T25" fmla="*/ 1 h 570"/>
                      <a:gd name="T26" fmla="*/ 1 w 998"/>
                      <a:gd name="T27" fmla="*/ 1 h 570"/>
                      <a:gd name="T28" fmla="*/ 1 w 998"/>
                      <a:gd name="T29" fmla="*/ 1 h 570"/>
                      <a:gd name="T30" fmla="*/ 1 w 998"/>
                      <a:gd name="T31" fmla="*/ 1 h 570"/>
                      <a:gd name="T32" fmla="*/ 1 w 998"/>
                      <a:gd name="T33" fmla="*/ 1 h 570"/>
                      <a:gd name="T34" fmla="*/ 1 w 998"/>
                      <a:gd name="T35" fmla="*/ 1 h 570"/>
                      <a:gd name="T36" fmla="*/ 1 w 998"/>
                      <a:gd name="T37" fmla="*/ 1 h 570"/>
                      <a:gd name="T38" fmla="*/ 1 w 998"/>
                      <a:gd name="T39" fmla="*/ 1 h 570"/>
                      <a:gd name="T40" fmla="*/ 1 w 998"/>
                      <a:gd name="T41" fmla="*/ 1 h 570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8"/>
                      <a:gd name="T64" fmla="*/ 0 h 570"/>
                      <a:gd name="T65" fmla="*/ 998 w 998"/>
                      <a:gd name="T66" fmla="*/ 570 h 570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8" h="570">
                        <a:moveTo>
                          <a:pt x="998" y="510"/>
                        </a:moveTo>
                        <a:lnTo>
                          <a:pt x="660" y="225"/>
                        </a:lnTo>
                        <a:lnTo>
                          <a:pt x="375" y="53"/>
                        </a:lnTo>
                        <a:lnTo>
                          <a:pt x="285" y="0"/>
                        </a:lnTo>
                        <a:lnTo>
                          <a:pt x="135" y="15"/>
                        </a:lnTo>
                        <a:lnTo>
                          <a:pt x="53" y="90"/>
                        </a:lnTo>
                        <a:lnTo>
                          <a:pt x="8" y="195"/>
                        </a:lnTo>
                        <a:lnTo>
                          <a:pt x="23" y="255"/>
                        </a:lnTo>
                        <a:lnTo>
                          <a:pt x="0" y="308"/>
                        </a:lnTo>
                        <a:lnTo>
                          <a:pt x="15" y="405"/>
                        </a:lnTo>
                        <a:lnTo>
                          <a:pt x="128" y="458"/>
                        </a:lnTo>
                        <a:lnTo>
                          <a:pt x="248" y="443"/>
                        </a:lnTo>
                        <a:lnTo>
                          <a:pt x="261" y="349"/>
                        </a:lnTo>
                        <a:lnTo>
                          <a:pt x="345" y="225"/>
                        </a:lnTo>
                        <a:lnTo>
                          <a:pt x="510" y="293"/>
                        </a:lnTo>
                        <a:lnTo>
                          <a:pt x="503" y="353"/>
                        </a:lnTo>
                        <a:lnTo>
                          <a:pt x="525" y="398"/>
                        </a:lnTo>
                        <a:lnTo>
                          <a:pt x="593" y="390"/>
                        </a:lnTo>
                        <a:lnTo>
                          <a:pt x="660" y="375"/>
                        </a:lnTo>
                        <a:lnTo>
                          <a:pt x="938" y="570"/>
                        </a:lnTo>
                        <a:lnTo>
                          <a:pt x="998" y="51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266" name="Freeform 40"/>
                <p:cNvSpPr>
                  <a:spLocks/>
                </p:cNvSpPr>
                <p:nvPr/>
              </p:nvSpPr>
              <p:spPr bwMode="auto">
                <a:xfrm>
                  <a:off x="4512" y="1473"/>
                  <a:ext cx="141" cy="150"/>
                </a:xfrm>
                <a:custGeom>
                  <a:avLst/>
                  <a:gdLst>
                    <a:gd name="T0" fmla="*/ 0 w 141"/>
                    <a:gd name="T1" fmla="*/ 99 h 150"/>
                    <a:gd name="T2" fmla="*/ 21 w 141"/>
                    <a:gd name="T3" fmla="*/ 57 h 150"/>
                    <a:gd name="T4" fmla="*/ 15 w 141"/>
                    <a:gd name="T5" fmla="*/ 78 h 150"/>
                    <a:gd name="T6" fmla="*/ 51 w 141"/>
                    <a:gd name="T7" fmla="*/ 51 h 150"/>
                    <a:gd name="T8" fmla="*/ 51 w 141"/>
                    <a:gd name="T9" fmla="*/ 69 h 150"/>
                    <a:gd name="T10" fmla="*/ 60 w 141"/>
                    <a:gd name="T11" fmla="*/ 72 h 150"/>
                    <a:gd name="T12" fmla="*/ 78 w 141"/>
                    <a:gd name="T13" fmla="*/ 60 h 150"/>
                    <a:gd name="T14" fmla="*/ 66 w 141"/>
                    <a:gd name="T15" fmla="*/ 87 h 150"/>
                    <a:gd name="T16" fmla="*/ 111 w 141"/>
                    <a:gd name="T17" fmla="*/ 66 h 150"/>
                    <a:gd name="T18" fmla="*/ 120 w 141"/>
                    <a:gd name="T19" fmla="*/ 57 h 150"/>
                    <a:gd name="T20" fmla="*/ 108 w 141"/>
                    <a:gd name="T21" fmla="*/ 75 h 150"/>
                    <a:gd name="T22" fmla="*/ 72 w 141"/>
                    <a:gd name="T23" fmla="*/ 42 h 150"/>
                    <a:gd name="T24" fmla="*/ 72 w 141"/>
                    <a:gd name="T25" fmla="*/ 21 h 150"/>
                    <a:gd name="T26" fmla="*/ 36 w 141"/>
                    <a:gd name="T27" fmla="*/ 27 h 150"/>
                    <a:gd name="T28" fmla="*/ 48 w 141"/>
                    <a:gd name="T29" fmla="*/ 18 h 150"/>
                    <a:gd name="T30" fmla="*/ 57 w 141"/>
                    <a:gd name="T31" fmla="*/ 9 h 150"/>
                    <a:gd name="T32" fmla="*/ 66 w 141"/>
                    <a:gd name="T33" fmla="*/ 3 h 150"/>
                    <a:gd name="T34" fmla="*/ 54 w 141"/>
                    <a:gd name="T35" fmla="*/ 6 h 150"/>
                    <a:gd name="T36" fmla="*/ 15 w 141"/>
                    <a:gd name="T37" fmla="*/ 72 h 150"/>
                    <a:gd name="T38" fmla="*/ 3 w 141"/>
                    <a:gd name="T39" fmla="*/ 132 h 150"/>
                    <a:gd name="T40" fmla="*/ 12 w 141"/>
                    <a:gd name="T41" fmla="*/ 126 h 150"/>
                    <a:gd name="T42" fmla="*/ 81 w 141"/>
                    <a:gd name="T43" fmla="*/ 96 h 15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41"/>
                    <a:gd name="T67" fmla="*/ 0 h 150"/>
                    <a:gd name="T68" fmla="*/ 141 w 141"/>
                    <a:gd name="T69" fmla="*/ 150 h 150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41" h="150">
                      <a:moveTo>
                        <a:pt x="0" y="99"/>
                      </a:moveTo>
                      <a:cubicBezTo>
                        <a:pt x="3" y="80"/>
                        <a:pt x="4" y="68"/>
                        <a:pt x="21" y="57"/>
                      </a:cubicBezTo>
                      <a:cubicBezTo>
                        <a:pt x="37" y="33"/>
                        <a:pt x="18" y="74"/>
                        <a:pt x="15" y="78"/>
                      </a:cubicBezTo>
                      <a:cubicBezTo>
                        <a:pt x="33" y="84"/>
                        <a:pt x="37" y="61"/>
                        <a:pt x="51" y="51"/>
                      </a:cubicBezTo>
                      <a:cubicBezTo>
                        <a:pt x="66" y="28"/>
                        <a:pt x="52" y="64"/>
                        <a:pt x="51" y="69"/>
                      </a:cubicBezTo>
                      <a:cubicBezTo>
                        <a:pt x="54" y="70"/>
                        <a:pt x="57" y="73"/>
                        <a:pt x="60" y="72"/>
                      </a:cubicBezTo>
                      <a:cubicBezTo>
                        <a:pt x="67" y="70"/>
                        <a:pt x="78" y="60"/>
                        <a:pt x="78" y="60"/>
                      </a:cubicBezTo>
                      <a:cubicBezTo>
                        <a:pt x="73" y="68"/>
                        <a:pt x="66" y="87"/>
                        <a:pt x="66" y="87"/>
                      </a:cubicBezTo>
                      <a:cubicBezTo>
                        <a:pt x="73" y="108"/>
                        <a:pt x="99" y="74"/>
                        <a:pt x="111" y="66"/>
                      </a:cubicBezTo>
                      <a:cubicBezTo>
                        <a:pt x="115" y="64"/>
                        <a:pt x="121" y="53"/>
                        <a:pt x="120" y="57"/>
                      </a:cubicBezTo>
                      <a:cubicBezTo>
                        <a:pt x="118" y="64"/>
                        <a:pt x="108" y="75"/>
                        <a:pt x="108" y="75"/>
                      </a:cubicBezTo>
                      <a:cubicBezTo>
                        <a:pt x="91" y="33"/>
                        <a:pt x="141" y="37"/>
                        <a:pt x="72" y="42"/>
                      </a:cubicBezTo>
                      <a:cubicBezTo>
                        <a:pt x="94" y="20"/>
                        <a:pt x="98" y="25"/>
                        <a:pt x="72" y="21"/>
                      </a:cubicBezTo>
                      <a:cubicBezTo>
                        <a:pt x="60" y="22"/>
                        <a:pt x="48" y="27"/>
                        <a:pt x="36" y="27"/>
                      </a:cubicBezTo>
                      <a:cubicBezTo>
                        <a:pt x="31" y="27"/>
                        <a:pt x="44" y="21"/>
                        <a:pt x="48" y="18"/>
                      </a:cubicBezTo>
                      <a:cubicBezTo>
                        <a:pt x="51" y="15"/>
                        <a:pt x="54" y="12"/>
                        <a:pt x="57" y="9"/>
                      </a:cubicBezTo>
                      <a:cubicBezTo>
                        <a:pt x="60" y="7"/>
                        <a:pt x="69" y="6"/>
                        <a:pt x="66" y="3"/>
                      </a:cubicBezTo>
                      <a:cubicBezTo>
                        <a:pt x="63" y="0"/>
                        <a:pt x="58" y="5"/>
                        <a:pt x="54" y="6"/>
                      </a:cubicBezTo>
                      <a:cubicBezTo>
                        <a:pt x="31" y="21"/>
                        <a:pt x="22" y="46"/>
                        <a:pt x="15" y="72"/>
                      </a:cubicBezTo>
                      <a:cubicBezTo>
                        <a:pt x="13" y="101"/>
                        <a:pt x="17" y="111"/>
                        <a:pt x="3" y="132"/>
                      </a:cubicBezTo>
                      <a:cubicBezTo>
                        <a:pt x="9" y="150"/>
                        <a:pt x="8" y="134"/>
                        <a:pt x="12" y="126"/>
                      </a:cubicBezTo>
                      <a:lnTo>
                        <a:pt x="81" y="96"/>
                      </a:lnTo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</p:grpSp>
          <p:sp>
            <p:nvSpPr>
              <p:cNvPr id="264" name="Freeform 41"/>
              <p:cNvSpPr>
                <a:spLocks/>
              </p:cNvSpPr>
              <p:nvPr/>
            </p:nvSpPr>
            <p:spPr bwMode="auto">
              <a:xfrm>
                <a:off x="8142" y="1468"/>
                <a:ext cx="137" cy="156"/>
              </a:xfrm>
              <a:custGeom>
                <a:avLst/>
                <a:gdLst>
                  <a:gd name="T0" fmla="*/ 24 w 137"/>
                  <a:gd name="T1" fmla="*/ 44 h 156"/>
                  <a:gd name="T2" fmla="*/ 48 w 137"/>
                  <a:gd name="T3" fmla="*/ 65 h 156"/>
                  <a:gd name="T4" fmla="*/ 60 w 137"/>
                  <a:gd name="T5" fmla="*/ 98 h 156"/>
                  <a:gd name="T6" fmla="*/ 66 w 137"/>
                  <a:gd name="T7" fmla="*/ 116 h 156"/>
                  <a:gd name="T8" fmla="*/ 63 w 137"/>
                  <a:gd name="T9" fmla="*/ 104 h 156"/>
                  <a:gd name="T10" fmla="*/ 60 w 137"/>
                  <a:gd name="T11" fmla="*/ 80 h 156"/>
                  <a:gd name="T12" fmla="*/ 57 w 137"/>
                  <a:gd name="T13" fmla="*/ 62 h 156"/>
                  <a:gd name="T14" fmla="*/ 66 w 137"/>
                  <a:gd name="T15" fmla="*/ 59 h 156"/>
                  <a:gd name="T16" fmla="*/ 84 w 137"/>
                  <a:gd name="T17" fmla="*/ 77 h 156"/>
                  <a:gd name="T18" fmla="*/ 69 w 137"/>
                  <a:gd name="T19" fmla="*/ 32 h 156"/>
                  <a:gd name="T20" fmla="*/ 96 w 137"/>
                  <a:gd name="T21" fmla="*/ 38 h 156"/>
                  <a:gd name="T22" fmla="*/ 99 w 137"/>
                  <a:gd name="T23" fmla="*/ 29 h 156"/>
                  <a:gd name="T24" fmla="*/ 102 w 137"/>
                  <a:gd name="T25" fmla="*/ 11 h 156"/>
                  <a:gd name="T26" fmla="*/ 117 w 137"/>
                  <a:gd name="T27" fmla="*/ 38 h 156"/>
                  <a:gd name="T28" fmla="*/ 99 w 137"/>
                  <a:gd name="T29" fmla="*/ 77 h 156"/>
                  <a:gd name="T30" fmla="*/ 69 w 137"/>
                  <a:gd name="T31" fmla="*/ 38 h 156"/>
                  <a:gd name="T32" fmla="*/ 57 w 137"/>
                  <a:gd name="T33" fmla="*/ 35 h 156"/>
                  <a:gd name="T34" fmla="*/ 48 w 137"/>
                  <a:gd name="T35" fmla="*/ 32 h 156"/>
                  <a:gd name="T36" fmla="*/ 60 w 137"/>
                  <a:gd name="T37" fmla="*/ 38 h 156"/>
                  <a:gd name="T38" fmla="*/ 78 w 137"/>
                  <a:gd name="T39" fmla="*/ 56 h 156"/>
                  <a:gd name="T40" fmla="*/ 66 w 137"/>
                  <a:gd name="T41" fmla="*/ 98 h 156"/>
                  <a:gd name="T42" fmla="*/ 0 w 137"/>
                  <a:gd name="T43" fmla="*/ 65 h 156"/>
                  <a:gd name="T44" fmla="*/ 60 w 137"/>
                  <a:gd name="T45" fmla="*/ 41 h 156"/>
                  <a:gd name="T46" fmla="*/ 57 w 137"/>
                  <a:gd name="T47" fmla="*/ 17 h 156"/>
                  <a:gd name="T48" fmla="*/ 132 w 137"/>
                  <a:gd name="T49" fmla="*/ 68 h 156"/>
                  <a:gd name="T50" fmla="*/ 126 w 137"/>
                  <a:gd name="T51" fmla="*/ 92 h 156"/>
                  <a:gd name="T52" fmla="*/ 39 w 137"/>
                  <a:gd name="T53" fmla="*/ 156 h 15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7"/>
                  <a:gd name="T82" fmla="*/ 0 h 156"/>
                  <a:gd name="T83" fmla="*/ 137 w 137"/>
                  <a:gd name="T84" fmla="*/ 156 h 15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7" h="156">
                    <a:moveTo>
                      <a:pt x="24" y="44"/>
                    </a:moveTo>
                    <a:cubicBezTo>
                      <a:pt x="36" y="48"/>
                      <a:pt x="39" y="56"/>
                      <a:pt x="48" y="65"/>
                    </a:cubicBezTo>
                    <a:cubicBezTo>
                      <a:pt x="63" y="117"/>
                      <a:pt x="46" y="63"/>
                      <a:pt x="60" y="98"/>
                    </a:cubicBezTo>
                    <a:cubicBezTo>
                      <a:pt x="62" y="104"/>
                      <a:pt x="68" y="122"/>
                      <a:pt x="66" y="116"/>
                    </a:cubicBezTo>
                    <a:cubicBezTo>
                      <a:pt x="65" y="112"/>
                      <a:pt x="64" y="108"/>
                      <a:pt x="63" y="104"/>
                    </a:cubicBezTo>
                    <a:cubicBezTo>
                      <a:pt x="62" y="96"/>
                      <a:pt x="61" y="88"/>
                      <a:pt x="60" y="80"/>
                    </a:cubicBezTo>
                    <a:cubicBezTo>
                      <a:pt x="59" y="74"/>
                      <a:pt x="58" y="68"/>
                      <a:pt x="57" y="62"/>
                    </a:cubicBezTo>
                    <a:cubicBezTo>
                      <a:pt x="60" y="61"/>
                      <a:pt x="63" y="57"/>
                      <a:pt x="66" y="59"/>
                    </a:cubicBezTo>
                    <a:cubicBezTo>
                      <a:pt x="73" y="63"/>
                      <a:pt x="84" y="77"/>
                      <a:pt x="84" y="77"/>
                    </a:cubicBezTo>
                    <a:cubicBezTo>
                      <a:pt x="88" y="56"/>
                      <a:pt x="87" y="44"/>
                      <a:pt x="69" y="32"/>
                    </a:cubicBezTo>
                    <a:cubicBezTo>
                      <a:pt x="81" y="28"/>
                      <a:pt x="85" y="31"/>
                      <a:pt x="96" y="38"/>
                    </a:cubicBezTo>
                    <a:cubicBezTo>
                      <a:pt x="104" y="51"/>
                      <a:pt x="104" y="53"/>
                      <a:pt x="99" y="29"/>
                    </a:cubicBezTo>
                    <a:cubicBezTo>
                      <a:pt x="93" y="2"/>
                      <a:pt x="86" y="0"/>
                      <a:pt x="102" y="11"/>
                    </a:cubicBezTo>
                    <a:cubicBezTo>
                      <a:pt x="116" y="32"/>
                      <a:pt x="112" y="22"/>
                      <a:pt x="117" y="38"/>
                    </a:cubicBezTo>
                    <a:cubicBezTo>
                      <a:pt x="114" y="98"/>
                      <a:pt x="121" y="110"/>
                      <a:pt x="99" y="77"/>
                    </a:cubicBezTo>
                    <a:cubicBezTo>
                      <a:pt x="94" y="60"/>
                      <a:pt x="87" y="43"/>
                      <a:pt x="69" y="38"/>
                    </a:cubicBezTo>
                    <a:cubicBezTo>
                      <a:pt x="65" y="37"/>
                      <a:pt x="61" y="36"/>
                      <a:pt x="57" y="35"/>
                    </a:cubicBezTo>
                    <a:cubicBezTo>
                      <a:pt x="54" y="34"/>
                      <a:pt x="46" y="30"/>
                      <a:pt x="48" y="32"/>
                    </a:cubicBezTo>
                    <a:cubicBezTo>
                      <a:pt x="51" y="35"/>
                      <a:pt x="57" y="35"/>
                      <a:pt x="60" y="38"/>
                    </a:cubicBezTo>
                    <a:cubicBezTo>
                      <a:pt x="67" y="43"/>
                      <a:pt x="78" y="56"/>
                      <a:pt x="78" y="56"/>
                    </a:cubicBezTo>
                    <a:cubicBezTo>
                      <a:pt x="84" y="74"/>
                      <a:pt x="88" y="91"/>
                      <a:pt x="66" y="98"/>
                    </a:cubicBezTo>
                    <a:cubicBezTo>
                      <a:pt x="37" y="88"/>
                      <a:pt x="35" y="71"/>
                      <a:pt x="0" y="65"/>
                    </a:cubicBezTo>
                    <a:cubicBezTo>
                      <a:pt x="14" y="64"/>
                      <a:pt x="104" y="71"/>
                      <a:pt x="60" y="41"/>
                    </a:cubicBezTo>
                    <a:cubicBezTo>
                      <a:pt x="55" y="27"/>
                      <a:pt x="42" y="27"/>
                      <a:pt x="57" y="17"/>
                    </a:cubicBezTo>
                    <a:cubicBezTo>
                      <a:pt x="97" y="21"/>
                      <a:pt x="119" y="28"/>
                      <a:pt x="132" y="68"/>
                    </a:cubicBezTo>
                    <a:cubicBezTo>
                      <a:pt x="129" y="93"/>
                      <a:pt x="137" y="92"/>
                      <a:pt x="126" y="92"/>
                    </a:cubicBezTo>
                    <a:lnTo>
                      <a:pt x="39" y="156"/>
                    </a:lnTo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</p:grpSp>
        <p:grpSp>
          <p:nvGrpSpPr>
            <p:cNvPr id="8" name="Group 42"/>
            <p:cNvGrpSpPr>
              <a:grpSpLocks/>
            </p:cNvGrpSpPr>
            <p:nvPr/>
          </p:nvGrpSpPr>
          <p:grpSpPr bwMode="auto">
            <a:xfrm>
              <a:off x="4564" y="4556"/>
              <a:ext cx="4950" cy="3417"/>
              <a:chOff x="6401" y="1617"/>
              <a:chExt cx="4130" cy="2847"/>
            </a:xfrm>
          </p:grpSpPr>
          <p:sp>
            <p:nvSpPr>
              <p:cNvPr id="156" name="Freeform 43"/>
              <p:cNvSpPr>
                <a:spLocks/>
              </p:cNvSpPr>
              <p:nvPr/>
            </p:nvSpPr>
            <p:spPr bwMode="auto">
              <a:xfrm>
                <a:off x="7921" y="4059"/>
                <a:ext cx="84" cy="405"/>
              </a:xfrm>
              <a:custGeom>
                <a:avLst/>
                <a:gdLst>
                  <a:gd name="T0" fmla="*/ 42 w 84"/>
                  <a:gd name="T1" fmla="*/ 29 h 405"/>
                  <a:gd name="T2" fmla="*/ 0 w 84"/>
                  <a:gd name="T3" fmla="*/ 51 h 405"/>
                  <a:gd name="T4" fmla="*/ 26 w 84"/>
                  <a:gd name="T5" fmla="*/ 188 h 405"/>
                  <a:gd name="T6" fmla="*/ 15 w 84"/>
                  <a:gd name="T7" fmla="*/ 233 h 405"/>
                  <a:gd name="T8" fmla="*/ 37 w 84"/>
                  <a:gd name="T9" fmla="*/ 357 h 405"/>
                  <a:gd name="T10" fmla="*/ 43 w 84"/>
                  <a:gd name="T11" fmla="*/ 405 h 405"/>
                  <a:gd name="T12" fmla="*/ 58 w 84"/>
                  <a:gd name="T13" fmla="*/ 383 h 405"/>
                  <a:gd name="T14" fmla="*/ 84 w 84"/>
                  <a:gd name="T15" fmla="*/ 332 h 405"/>
                  <a:gd name="T16" fmla="*/ 68 w 84"/>
                  <a:gd name="T17" fmla="*/ 127 h 405"/>
                  <a:gd name="T18" fmla="*/ 75 w 84"/>
                  <a:gd name="T19" fmla="*/ 0 h 405"/>
                  <a:gd name="T20" fmla="*/ 42 w 84"/>
                  <a:gd name="T21" fmla="*/ 29 h 4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4"/>
                  <a:gd name="T34" fmla="*/ 0 h 405"/>
                  <a:gd name="T35" fmla="*/ 84 w 84"/>
                  <a:gd name="T36" fmla="*/ 405 h 4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4" h="405">
                    <a:moveTo>
                      <a:pt x="42" y="29"/>
                    </a:moveTo>
                    <a:lnTo>
                      <a:pt x="0" y="51"/>
                    </a:lnTo>
                    <a:lnTo>
                      <a:pt x="26" y="188"/>
                    </a:lnTo>
                    <a:lnTo>
                      <a:pt x="15" y="233"/>
                    </a:lnTo>
                    <a:lnTo>
                      <a:pt x="37" y="357"/>
                    </a:lnTo>
                    <a:lnTo>
                      <a:pt x="43" y="405"/>
                    </a:lnTo>
                    <a:lnTo>
                      <a:pt x="58" y="383"/>
                    </a:lnTo>
                    <a:lnTo>
                      <a:pt x="84" y="332"/>
                    </a:lnTo>
                    <a:lnTo>
                      <a:pt x="68" y="127"/>
                    </a:lnTo>
                    <a:lnTo>
                      <a:pt x="75" y="0"/>
                    </a:lnTo>
                    <a:lnTo>
                      <a:pt x="42" y="29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157" name="Freeform 44"/>
              <p:cNvSpPr>
                <a:spLocks/>
              </p:cNvSpPr>
              <p:nvPr/>
            </p:nvSpPr>
            <p:spPr bwMode="auto">
              <a:xfrm flipH="1">
                <a:off x="7991" y="4081"/>
                <a:ext cx="54" cy="310"/>
              </a:xfrm>
              <a:custGeom>
                <a:avLst/>
                <a:gdLst>
                  <a:gd name="T0" fmla="*/ 0 w 195"/>
                  <a:gd name="T1" fmla="*/ 1 h 600"/>
                  <a:gd name="T2" fmla="*/ 0 w 195"/>
                  <a:gd name="T3" fmla="*/ 1 h 600"/>
                  <a:gd name="T4" fmla="*/ 0 w 195"/>
                  <a:gd name="T5" fmla="*/ 1 h 600"/>
                  <a:gd name="T6" fmla="*/ 0 w 195"/>
                  <a:gd name="T7" fmla="*/ 1 h 600"/>
                  <a:gd name="T8" fmla="*/ 0 w 195"/>
                  <a:gd name="T9" fmla="*/ 1 h 600"/>
                  <a:gd name="T10" fmla="*/ 0 w 195"/>
                  <a:gd name="T11" fmla="*/ 1 h 600"/>
                  <a:gd name="T12" fmla="*/ 0 w 195"/>
                  <a:gd name="T13" fmla="*/ 1 h 600"/>
                  <a:gd name="T14" fmla="*/ 0 w 195"/>
                  <a:gd name="T15" fmla="*/ 1 h 600"/>
                  <a:gd name="T16" fmla="*/ 0 w 195"/>
                  <a:gd name="T17" fmla="*/ 1 h 600"/>
                  <a:gd name="T18" fmla="*/ 0 w 195"/>
                  <a:gd name="T19" fmla="*/ 1 h 600"/>
                  <a:gd name="T20" fmla="*/ 0 w 195"/>
                  <a:gd name="T21" fmla="*/ 1 h 600"/>
                  <a:gd name="T22" fmla="*/ 0 w 195"/>
                  <a:gd name="T23" fmla="*/ 0 h 600"/>
                  <a:gd name="T24" fmla="*/ 0 w 195"/>
                  <a:gd name="T25" fmla="*/ 1 h 60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95"/>
                  <a:gd name="T40" fmla="*/ 0 h 600"/>
                  <a:gd name="T41" fmla="*/ 195 w 195"/>
                  <a:gd name="T42" fmla="*/ 600 h 60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95" h="600">
                    <a:moveTo>
                      <a:pt x="192" y="21"/>
                    </a:moveTo>
                    <a:lnTo>
                      <a:pt x="189" y="129"/>
                    </a:lnTo>
                    <a:lnTo>
                      <a:pt x="195" y="204"/>
                    </a:lnTo>
                    <a:lnTo>
                      <a:pt x="177" y="321"/>
                    </a:lnTo>
                    <a:lnTo>
                      <a:pt x="168" y="414"/>
                    </a:lnTo>
                    <a:lnTo>
                      <a:pt x="144" y="597"/>
                    </a:lnTo>
                    <a:lnTo>
                      <a:pt x="147" y="594"/>
                    </a:lnTo>
                    <a:lnTo>
                      <a:pt x="102" y="549"/>
                    </a:lnTo>
                    <a:lnTo>
                      <a:pt x="0" y="600"/>
                    </a:lnTo>
                    <a:lnTo>
                      <a:pt x="30" y="312"/>
                    </a:lnTo>
                    <a:lnTo>
                      <a:pt x="57" y="201"/>
                    </a:lnTo>
                    <a:lnTo>
                      <a:pt x="87" y="0"/>
                    </a:lnTo>
                    <a:lnTo>
                      <a:pt x="192" y="21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158" name="Freeform 45"/>
              <p:cNvSpPr>
                <a:spLocks/>
              </p:cNvSpPr>
              <p:nvPr/>
            </p:nvSpPr>
            <p:spPr bwMode="auto">
              <a:xfrm flipH="1">
                <a:off x="8020" y="4068"/>
                <a:ext cx="72" cy="382"/>
              </a:xfrm>
              <a:custGeom>
                <a:avLst/>
                <a:gdLst>
                  <a:gd name="T0" fmla="*/ 0 w 258"/>
                  <a:gd name="T1" fmla="*/ 1 h 741"/>
                  <a:gd name="T2" fmla="*/ 0 w 258"/>
                  <a:gd name="T3" fmla="*/ 1 h 741"/>
                  <a:gd name="T4" fmla="*/ 0 w 258"/>
                  <a:gd name="T5" fmla="*/ 1 h 741"/>
                  <a:gd name="T6" fmla="*/ 0 w 258"/>
                  <a:gd name="T7" fmla="*/ 1 h 741"/>
                  <a:gd name="T8" fmla="*/ 0 w 258"/>
                  <a:gd name="T9" fmla="*/ 1 h 741"/>
                  <a:gd name="T10" fmla="*/ 0 w 258"/>
                  <a:gd name="T11" fmla="*/ 1 h 741"/>
                  <a:gd name="T12" fmla="*/ 0 w 258"/>
                  <a:gd name="T13" fmla="*/ 1 h 741"/>
                  <a:gd name="T14" fmla="*/ 0 w 258"/>
                  <a:gd name="T15" fmla="*/ 1 h 741"/>
                  <a:gd name="T16" fmla="*/ 0 w 258"/>
                  <a:gd name="T17" fmla="*/ 1 h 741"/>
                  <a:gd name="T18" fmla="*/ 0 w 258"/>
                  <a:gd name="T19" fmla="*/ 1 h 741"/>
                  <a:gd name="T20" fmla="*/ 0 w 258"/>
                  <a:gd name="T21" fmla="*/ 1 h 741"/>
                  <a:gd name="T22" fmla="*/ 0 w 258"/>
                  <a:gd name="T23" fmla="*/ 1 h 741"/>
                  <a:gd name="T24" fmla="*/ 0 w 258"/>
                  <a:gd name="T25" fmla="*/ 1 h 741"/>
                  <a:gd name="T26" fmla="*/ 0 w 258"/>
                  <a:gd name="T27" fmla="*/ 1 h 741"/>
                  <a:gd name="T28" fmla="*/ 0 w 258"/>
                  <a:gd name="T29" fmla="*/ 0 h 741"/>
                  <a:gd name="T30" fmla="*/ 0 w 258"/>
                  <a:gd name="T31" fmla="*/ 1 h 74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8"/>
                  <a:gd name="T49" fmla="*/ 0 h 741"/>
                  <a:gd name="T50" fmla="*/ 258 w 258"/>
                  <a:gd name="T51" fmla="*/ 741 h 74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8" h="741">
                    <a:moveTo>
                      <a:pt x="258" y="15"/>
                    </a:moveTo>
                    <a:lnTo>
                      <a:pt x="234" y="102"/>
                    </a:lnTo>
                    <a:lnTo>
                      <a:pt x="225" y="192"/>
                    </a:lnTo>
                    <a:lnTo>
                      <a:pt x="198" y="303"/>
                    </a:lnTo>
                    <a:lnTo>
                      <a:pt x="186" y="417"/>
                    </a:lnTo>
                    <a:lnTo>
                      <a:pt x="159" y="624"/>
                    </a:lnTo>
                    <a:lnTo>
                      <a:pt x="156" y="624"/>
                    </a:lnTo>
                    <a:lnTo>
                      <a:pt x="114" y="633"/>
                    </a:lnTo>
                    <a:lnTo>
                      <a:pt x="69" y="669"/>
                    </a:lnTo>
                    <a:lnTo>
                      <a:pt x="78" y="741"/>
                    </a:lnTo>
                    <a:lnTo>
                      <a:pt x="0" y="618"/>
                    </a:lnTo>
                    <a:lnTo>
                      <a:pt x="3" y="540"/>
                    </a:lnTo>
                    <a:lnTo>
                      <a:pt x="18" y="295"/>
                    </a:lnTo>
                    <a:lnTo>
                      <a:pt x="45" y="184"/>
                    </a:lnTo>
                    <a:lnTo>
                      <a:pt x="171" y="0"/>
                    </a:lnTo>
                    <a:lnTo>
                      <a:pt x="258" y="15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159" name="Freeform 46"/>
              <p:cNvSpPr>
                <a:spLocks/>
              </p:cNvSpPr>
              <p:nvPr/>
            </p:nvSpPr>
            <p:spPr bwMode="auto">
              <a:xfrm>
                <a:off x="8855" y="4059"/>
                <a:ext cx="121" cy="405"/>
              </a:xfrm>
              <a:custGeom>
                <a:avLst/>
                <a:gdLst>
                  <a:gd name="T0" fmla="*/ 1 w 162"/>
                  <a:gd name="T1" fmla="*/ 2 h 540"/>
                  <a:gd name="T2" fmla="*/ 1 w 162"/>
                  <a:gd name="T3" fmla="*/ 2 h 540"/>
                  <a:gd name="T4" fmla="*/ 1 w 162"/>
                  <a:gd name="T5" fmla="*/ 2 h 540"/>
                  <a:gd name="T6" fmla="*/ 1 w 162"/>
                  <a:gd name="T7" fmla="*/ 2 h 540"/>
                  <a:gd name="T8" fmla="*/ 1 w 162"/>
                  <a:gd name="T9" fmla="*/ 3 h 540"/>
                  <a:gd name="T10" fmla="*/ 1 w 162"/>
                  <a:gd name="T11" fmla="*/ 4 h 540"/>
                  <a:gd name="T12" fmla="*/ 1 w 162"/>
                  <a:gd name="T13" fmla="*/ 4 h 540"/>
                  <a:gd name="T14" fmla="*/ 0 w 162"/>
                  <a:gd name="T15" fmla="*/ 3 h 540"/>
                  <a:gd name="T16" fmla="*/ 1 w 162"/>
                  <a:gd name="T17" fmla="*/ 2 h 540"/>
                  <a:gd name="T18" fmla="*/ 1 w 162"/>
                  <a:gd name="T19" fmla="*/ 0 h 540"/>
                  <a:gd name="T20" fmla="*/ 1 w 162"/>
                  <a:gd name="T21" fmla="*/ 2 h 5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62"/>
                  <a:gd name="T34" fmla="*/ 0 h 540"/>
                  <a:gd name="T35" fmla="*/ 162 w 162"/>
                  <a:gd name="T36" fmla="*/ 540 h 54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62" h="540">
                    <a:moveTo>
                      <a:pt x="56" y="39"/>
                    </a:moveTo>
                    <a:lnTo>
                      <a:pt x="162" y="49"/>
                    </a:lnTo>
                    <a:lnTo>
                      <a:pt x="72" y="251"/>
                    </a:lnTo>
                    <a:lnTo>
                      <a:pt x="65" y="334"/>
                    </a:lnTo>
                    <a:lnTo>
                      <a:pt x="41" y="466"/>
                    </a:lnTo>
                    <a:lnTo>
                      <a:pt x="55" y="540"/>
                    </a:lnTo>
                    <a:lnTo>
                      <a:pt x="35" y="511"/>
                    </a:lnTo>
                    <a:lnTo>
                      <a:pt x="0" y="443"/>
                    </a:lnTo>
                    <a:lnTo>
                      <a:pt x="21" y="169"/>
                    </a:lnTo>
                    <a:lnTo>
                      <a:pt x="12" y="0"/>
                    </a:lnTo>
                    <a:lnTo>
                      <a:pt x="56" y="39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160" name="Freeform 47"/>
              <p:cNvSpPr>
                <a:spLocks/>
              </p:cNvSpPr>
              <p:nvPr/>
            </p:nvSpPr>
            <p:spPr bwMode="auto">
              <a:xfrm>
                <a:off x="8813" y="4081"/>
                <a:ext cx="73" cy="310"/>
              </a:xfrm>
              <a:custGeom>
                <a:avLst/>
                <a:gdLst>
                  <a:gd name="T0" fmla="*/ 2 w 97"/>
                  <a:gd name="T1" fmla="*/ 2 h 413"/>
                  <a:gd name="T2" fmla="*/ 2 w 97"/>
                  <a:gd name="T3" fmla="*/ 2 h 413"/>
                  <a:gd name="T4" fmla="*/ 2 w 97"/>
                  <a:gd name="T5" fmla="*/ 2 h 413"/>
                  <a:gd name="T6" fmla="*/ 2 w 97"/>
                  <a:gd name="T7" fmla="*/ 2 h 413"/>
                  <a:gd name="T8" fmla="*/ 2 w 97"/>
                  <a:gd name="T9" fmla="*/ 3 h 413"/>
                  <a:gd name="T10" fmla="*/ 2 w 97"/>
                  <a:gd name="T11" fmla="*/ 4 h 413"/>
                  <a:gd name="T12" fmla="*/ 2 w 97"/>
                  <a:gd name="T13" fmla="*/ 4 h 413"/>
                  <a:gd name="T14" fmla="*/ 2 w 97"/>
                  <a:gd name="T15" fmla="*/ 4 h 413"/>
                  <a:gd name="T16" fmla="*/ 0 w 97"/>
                  <a:gd name="T17" fmla="*/ 4 h 413"/>
                  <a:gd name="T18" fmla="*/ 2 w 97"/>
                  <a:gd name="T19" fmla="*/ 2 h 413"/>
                  <a:gd name="T20" fmla="*/ 2 w 97"/>
                  <a:gd name="T21" fmla="*/ 2 h 413"/>
                  <a:gd name="T22" fmla="*/ 2 w 97"/>
                  <a:gd name="T23" fmla="*/ 0 h 413"/>
                  <a:gd name="T24" fmla="*/ 2 w 97"/>
                  <a:gd name="T25" fmla="*/ 2 h 41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7"/>
                  <a:gd name="T40" fmla="*/ 0 h 413"/>
                  <a:gd name="T41" fmla="*/ 97 w 97"/>
                  <a:gd name="T42" fmla="*/ 413 h 41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7" h="413">
                    <a:moveTo>
                      <a:pt x="71" y="14"/>
                    </a:moveTo>
                    <a:lnTo>
                      <a:pt x="70" y="89"/>
                    </a:lnTo>
                    <a:lnTo>
                      <a:pt x="97" y="94"/>
                    </a:lnTo>
                    <a:lnTo>
                      <a:pt x="65" y="221"/>
                    </a:lnTo>
                    <a:lnTo>
                      <a:pt x="62" y="285"/>
                    </a:lnTo>
                    <a:lnTo>
                      <a:pt x="53" y="411"/>
                    </a:lnTo>
                    <a:lnTo>
                      <a:pt x="54" y="409"/>
                    </a:lnTo>
                    <a:lnTo>
                      <a:pt x="38" y="378"/>
                    </a:lnTo>
                    <a:lnTo>
                      <a:pt x="0" y="413"/>
                    </a:lnTo>
                    <a:lnTo>
                      <a:pt x="11" y="215"/>
                    </a:lnTo>
                    <a:lnTo>
                      <a:pt x="21" y="138"/>
                    </a:lnTo>
                    <a:lnTo>
                      <a:pt x="32" y="0"/>
                    </a:lnTo>
                    <a:lnTo>
                      <a:pt x="71" y="14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161" name="Freeform 48"/>
              <p:cNvSpPr>
                <a:spLocks/>
              </p:cNvSpPr>
              <p:nvPr/>
            </p:nvSpPr>
            <p:spPr bwMode="auto">
              <a:xfrm>
                <a:off x="8767" y="4068"/>
                <a:ext cx="72" cy="382"/>
              </a:xfrm>
              <a:custGeom>
                <a:avLst/>
                <a:gdLst>
                  <a:gd name="T0" fmla="*/ 0 w 258"/>
                  <a:gd name="T1" fmla="*/ 1 h 741"/>
                  <a:gd name="T2" fmla="*/ 0 w 258"/>
                  <a:gd name="T3" fmla="*/ 1 h 741"/>
                  <a:gd name="T4" fmla="*/ 0 w 258"/>
                  <a:gd name="T5" fmla="*/ 1 h 741"/>
                  <a:gd name="T6" fmla="*/ 0 w 258"/>
                  <a:gd name="T7" fmla="*/ 1 h 741"/>
                  <a:gd name="T8" fmla="*/ 0 w 258"/>
                  <a:gd name="T9" fmla="*/ 1 h 741"/>
                  <a:gd name="T10" fmla="*/ 0 w 258"/>
                  <a:gd name="T11" fmla="*/ 1 h 741"/>
                  <a:gd name="T12" fmla="*/ 0 w 258"/>
                  <a:gd name="T13" fmla="*/ 1 h 741"/>
                  <a:gd name="T14" fmla="*/ 0 w 258"/>
                  <a:gd name="T15" fmla="*/ 1 h 741"/>
                  <a:gd name="T16" fmla="*/ 0 w 258"/>
                  <a:gd name="T17" fmla="*/ 1 h 741"/>
                  <a:gd name="T18" fmla="*/ 0 w 258"/>
                  <a:gd name="T19" fmla="*/ 1 h 741"/>
                  <a:gd name="T20" fmla="*/ 0 w 258"/>
                  <a:gd name="T21" fmla="*/ 1 h 741"/>
                  <a:gd name="T22" fmla="*/ 0 w 258"/>
                  <a:gd name="T23" fmla="*/ 1 h 741"/>
                  <a:gd name="T24" fmla="*/ 0 w 258"/>
                  <a:gd name="T25" fmla="*/ 1 h 741"/>
                  <a:gd name="T26" fmla="*/ 0 w 258"/>
                  <a:gd name="T27" fmla="*/ 1 h 741"/>
                  <a:gd name="T28" fmla="*/ 0 w 258"/>
                  <a:gd name="T29" fmla="*/ 0 h 741"/>
                  <a:gd name="T30" fmla="*/ 0 w 258"/>
                  <a:gd name="T31" fmla="*/ 1 h 74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8"/>
                  <a:gd name="T49" fmla="*/ 0 h 741"/>
                  <a:gd name="T50" fmla="*/ 258 w 258"/>
                  <a:gd name="T51" fmla="*/ 741 h 74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8" h="741">
                    <a:moveTo>
                      <a:pt x="258" y="15"/>
                    </a:moveTo>
                    <a:lnTo>
                      <a:pt x="234" y="102"/>
                    </a:lnTo>
                    <a:lnTo>
                      <a:pt x="225" y="192"/>
                    </a:lnTo>
                    <a:lnTo>
                      <a:pt x="198" y="303"/>
                    </a:lnTo>
                    <a:lnTo>
                      <a:pt x="186" y="417"/>
                    </a:lnTo>
                    <a:lnTo>
                      <a:pt x="159" y="624"/>
                    </a:lnTo>
                    <a:lnTo>
                      <a:pt x="156" y="624"/>
                    </a:lnTo>
                    <a:lnTo>
                      <a:pt x="114" y="633"/>
                    </a:lnTo>
                    <a:lnTo>
                      <a:pt x="69" y="669"/>
                    </a:lnTo>
                    <a:lnTo>
                      <a:pt x="78" y="741"/>
                    </a:lnTo>
                    <a:lnTo>
                      <a:pt x="0" y="618"/>
                    </a:lnTo>
                    <a:lnTo>
                      <a:pt x="3" y="540"/>
                    </a:lnTo>
                    <a:lnTo>
                      <a:pt x="18" y="295"/>
                    </a:lnTo>
                    <a:lnTo>
                      <a:pt x="45" y="184"/>
                    </a:lnTo>
                    <a:lnTo>
                      <a:pt x="171" y="0"/>
                    </a:lnTo>
                    <a:lnTo>
                      <a:pt x="258" y="15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grpSp>
            <p:nvGrpSpPr>
              <p:cNvPr id="162" name="Group 49"/>
              <p:cNvGrpSpPr>
                <a:grpSpLocks/>
              </p:cNvGrpSpPr>
              <p:nvPr/>
            </p:nvGrpSpPr>
            <p:grpSpPr bwMode="auto">
              <a:xfrm>
                <a:off x="7647" y="1617"/>
                <a:ext cx="2884" cy="2574"/>
                <a:chOff x="7101" y="724"/>
                <a:chExt cx="3842" cy="3430"/>
              </a:xfrm>
            </p:grpSpPr>
            <p:grpSp>
              <p:nvGrpSpPr>
                <p:cNvPr id="221" name="Group 50"/>
                <p:cNvGrpSpPr>
                  <a:grpSpLocks/>
                </p:cNvGrpSpPr>
                <p:nvPr/>
              </p:nvGrpSpPr>
              <p:grpSpPr bwMode="auto">
                <a:xfrm>
                  <a:off x="9284" y="3193"/>
                  <a:ext cx="1037" cy="600"/>
                  <a:chOff x="7451" y="3008"/>
                  <a:chExt cx="1037" cy="600"/>
                </a:xfrm>
              </p:grpSpPr>
              <p:sp>
                <p:nvSpPr>
                  <p:cNvPr id="260" name="Freeform 51"/>
                  <p:cNvSpPr>
                    <a:spLocks/>
                  </p:cNvSpPr>
                  <p:nvPr/>
                </p:nvSpPr>
                <p:spPr bwMode="auto">
                  <a:xfrm>
                    <a:off x="7455" y="3008"/>
                    <a:ext cx="1033" cy="579"/>
                  </a:xfrm>
                  <a:custGeom>
                    <a:avLst/>
                    <a:gdLst>
                      <a:gd name="T0" fmla="*/ 0 w 1033"/>
                      <a:gd name="T1" fmla="*/ 232 h 579"/>
                      <a:gd name="T2" fmla="*/ 38 w 1033"/>
                      <a:gd name="T3" fmla="*/ 180 h 579"/>
                      <a:gd name="T4" fmla="*/ 98 w 1033"/>
                      <a:gd name="T5" fmla="*/ 120 h 579"/>
                      <a:gd name="T6" fmla="*/ 128 w 1033"/>
                      <a:gd name="T7" fmla="*/ 90 h 579"/>
                      <a:gd name="T8" fmla="*/ 143 w 1033"/>
                      <a:gd name="T9" fmla="*/ 67 h 579"/>
                      <a:gd name="T10" fmla="*/ 240 w 1033"/>
                      <a:gd name="T11" fmla="*/ 37 h 579"/>
                      <a:gd name="T12" fmla="*/ 405 w 1033"/>
                      <a:gd name="T13" fmla="*/ 0 h 579"/>
                      <a:gd name="T14" fmla="*/ 623 w 1033"/>
                      <a:gd name="T15" fmla="*/ 75 h 579"/>
                      <a:gd name="T16" fmla="*/ 705 w 1033"/>
                      <a:gd name="T17" fmla="*/ 150 h 579"/>
                      <a:gd name="T18" fmla="*/ 728 w 1033"/>
                      <a:gd name="T19" fmla="*/ 202 h 579"/>
                      <a:gd name="T20" fmla="*/ 900 w 1033"/>
                      <a:gd name="T21" fmla="*/ 262 h 579"/>
                      <a:gd name="T22" fmla="*/ 953 w 1033"/>
                      <a:gd name="T23" fmla="*/ 315 h 579"/>
                      <a:gd name="T24" fmla="*/ 975 w 1033"/>
                      <a:gd name="T25" fmla="*/ 367 h 579"/>
                      <a:gd name="T26" fmla="*/ 1013 w 1033"/>
                      <a:gd name="T27" fmla="*/ 525 h 579"/>
                      <a:gd name="T28" fmla="*/ 998 w 1033"/>
                      <a:gd name="T29" fmla="*/ 562 h 579"/>
                      <a:gd name="T30" fmla="*/ 840 w 1033"/>
                      <a:gd name="T31" fmla="*/ 427 h 579"/>
                      <a:gd name="T32" fmla="*/ 698 w 1033"/>
                      <a:gd name="T33" fmla="*/ 352 h 579"/>
                      <a:gd name="T34" fmla="*/ 570 w 1033"/>
                      <a:gd name="T35" fmla="*/ 330 h 579"/>
                      <a:gd name="T36" fmla="*/ 315 w 1033"/>
                      <a:gd name="T37" fmla="*/ 292 h 579"/>
                      <a:gd name="T38" fmla="*/ 263 w 1033"/>
                      <a:gd name="T39" fmla="*/ 255 h 579"/>
                      <a:gd name="T40" fmla="*/ 203 w 1033"/>
                      <a:gd name="T41" fmla="*/ 247 h 579"/>
                      <a:gd name="T42" fmla="*/ 0 w 1033"/>
                      <a:gd name="T43" fmla="*/ 232 h 579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033"/>
                      <a:gd name="T67" fmla="*/ 0 h 579"/>
                      <a:gd name="T68" fmla="*/ 1033 w 1033"/>
                      <a:gd name="T69" fmla="*/ 579 h 579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033" h="579">
                        <a:moveTo>
                          <a:pt x="0" y="232"/>
                        </a:moveTo>
                        <a:cubicBezTo>
                          <a:pt x="12" y="199"/>
                          <a:pt x="2" y="191"/>
                          <a:pt x="38" y="180"/>
                        </a:cubicBezTo>
                        <a:cubicBezTo>
                          <a:pt x="55" y="154"/>
                          <a:pt x="72" y="137"/>
                          <a:pt x="98" y="120"/>
                        </a:cubicBezTo>
                        <a:cubicBezTo>
                          <a:pt x="113" y="70"/>
                          <a:pt x="91" y="119"/>
                          <a:pt x="128" y="90"/>
                        </a:cubicBezTo>
                        <a:cubicBezTo>
                          <a:pt x="135" y="84"/>
                          <a:pt x="135" y="72"/>
                          <a:pt x="143" y="67"/>
                        </a:cubicBezTo>
                        <a:cubicBezTo>
                          <a:pt x="176" y="45"/>
                          <a:pt x="203" y="44"/>
                          <a:pt x="240" y="37"/>
                        </a:cubicBezTo>
                        <a:cubicBezTo>
                          <a:pt x="300" y="15"/>
                          <a:pt x="341" y="7"/>
                          <a:pt x="405" y="0"/>
                        </a:cubicBezTo>
                        <a:cubicBezTo>
                          <a:pt x="429" y="7"/>
                          <a:pt x="580" y="36"/>
                          <a:pt x="623" y="75"/>
                        </a:cubicBezTo>
                        <a:cubicBezTo>
                          <a:pt x="718" y="161"/>
                          <a:pt x="651" y="113"/>
                          <a:pt x="705" y="150"/>
                        </a:cubicBezTo>
                        <a:cubicBezTo>
                          <a:pt x="713" y="167"/>
                          <a:pt x="717" y="187"/>
                          <a:pt x="728" y="202"/>
                        </a:cubicBezTo>
                        <a:cubicBezTo>
                          <a:pt x="758" y="245"/>
                          <a:pt x="852" y="255"/>
                          <a:pt x="900" y="262"/>
                        </a:cubicBezTo>
                        <a:cubicBezTo>
                          <a:pt x="934" y="274"/>
                          <a:pt x="926" y="288"/>
                          <a:pt x="953" y="315"/>
                        </a:cubicBezTo>
                        <a:cubicBezTo>
                          <a:pt x="971" y="394"/>
                          <a:pt x="946" y="302"/>
                          <a:pt x="975" y="367"/>
                        </a:cubicBezTo>
                        <a:cubicBezTo>
                          <a:pt x="996" y="414"/>
                          <a:pt x="1003" y="476"/>
                          <a:pt x="1013" y="525"/>
                        </a:cubicBezTo>
                        <a:cubicBezTo>
                          <a:pt x="1024" y="579"/>
                          <a:pt x="1033" y="575"/>
                          <a:pt x="998" y="562"/>
                        </a:cubicBezTo>
                        <a:cubicBezTo>
                          <a:pt x="946" y="484"/>
                          <a:pt x="934" y="452"/>
                          <a:pt x="840" y="427"/>
                        </a:cubicBezTo>
                        <a:cubicBezTo>
                          <a:pt x="817" y="356"/>
                          <a:pt x="766" y="359"/>
                          <a:pt x="698" y="352"/>
                        </a:cubicBezTo>
                        <a:cubicBezTo>
                          <a:pt x="649" y="337"/>
                          <a:pt x="630" y="335"/>
                          <a:pt x="570" y="330"/>
                        </a:cubicBezTo>
                        <a:cubicBezTo>
                          <a:pt x="509" y="236"/>
                          <a:pt x="585" y="340"/>
                          <a:pt x="315" y="292"/>
                        </a:cubicBezTo>
                        <a:cubicBezTo>
                          <a:pt x="294" y="288"/>
                          <a:pt x="280" y="267"/>
                          <a:pt x="263" y="255"/>
                        </a:cubicBezTo>
                        <a:cubicBezTo>
                          <a:pt x="247" y="243"/>
                          <a:pt x="223" y="249"/>
                          <a:pt x="203" y="247"/>
                        </a:cubicBezTo>
                        <a:cubicBezTo>
                          <a:pt x="135" y="241"/>
                          <a:pt x="68" y="237"/>
                          <a:pt x="0" y="232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61" name="Freeform 52"/>
                  <p:cNvSpPr>
                    <a:spLocks/>
                  </p:cNvSpPr>
                  <p:nvPr/>
                </p:nvSpPr>
                <p:spPr bwMode="auto">
                  <a:xfrm>
                    <a:off x="7451" y="3195"/>
                    <a:ext cx="1029" cy="413"/>
                  </a:xfrm>
                  <a:custGeom>
                    <a:avLst/>
                    <a:gdLst>
                      <a:gd name="T0" fmla="*/ 19 w 1029"/>
                      <a:gd name="T1" fmla="*/ 38 h 413"/>
                      <a:gd name="T2" fmla="*/ 124 w 1029"/>
                      <a:gd name="T3" fmla="*/ 0 h 413"/>
                      <a:gd name="T4" fmla="*/ 484 w 1029"/>
                      <a:gd name="T5" fmla="*/ 23 h 413"/>
                      <a:gd name="T6" fmla="*/ 574 w 1029"/>
                      <a:gd name="T7" fmla="*/ 60 h 413"/>
                      <a:gd name="T8" fmla="*/ 574 w 1029"/>
                      <a:gd name="T9" fmla="*/ 60 h 413"/>
                      <a:gd name="T10" fmla="*/ 709 w 1029"/>
                      <a:gd name="T11" fmla="*/ 105 h 413"/>
                      <a:gd name="T12" fmla="*/ 912 w 1029"/>
                      <a:gd name="T13" fmla="*/ 165 h 413"/>
                      <a:gd name="T14" fmla="*/ 1009 w 1029"/>
                      <a:gd name="T15" fmla="*/ 345 h 413"/>
                      <a:gd name="T16" fmla="*/ 1017 w 1029"/>
                      <a:gd name="T17" fmla="*/ 413 h 413"/>
                      <a:gd name="T18" fmla="*/ 972 w 1029"/>
                      <a:gd name="T19" fmla="*/ 398 h 413"/>
                      <a:gd name="T20" fmla="*/ 949 w 1029"/>
                      <a:gd name="T21" fmla="*/ 383 h 413"/>
                      <a:gd name="T22" fmla="*/ 679 w 1029"/>
                      <a:gd name="T23" fmla="*/ 330 h 413"/>
                      <a:gd name="T24" fmla="*/ 522 w 1029"/>
                      <a:gd name="T25" fmla="*/ 315 h 413"/>
                      <a:gd name="T26" fmla="*/ 432 w 1029"/>
                      <a:gd name="T27" fmla="*/ 293 h 413"/>
                      <a:gd name="T28" fmla="*/ 379 w 1029"/>
                      <a:gd name="T29" fmla="*/ 240 h 413"/>
                      <a:gd name="T30" fmla="*/ 222 w 1029"/>
                      <a:gd name="T31" fmla="*/ 180 h 413"/>
                      <a:gd name="T32" fmla="*/ 72 w 1029"/>
                      <a:gd name="T33" fmla="*/ 135 h 413"/>
                      <a:gd name="T34" fmla="*/ 19 w 1029"/>
                      <a:gd name="T35" fmla="*/ 38 h 413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29"/>
                      <a:gd name="T55" fmla="*/ 0 h 413"/>
                      <a:gd name="T56" fmla="*/ 1029 w 1029"/>
                      <a:gd name="T57" fmla="*/ 413 h 413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29" h="413">
                        <a:moveTo>
                          <a:pt x="19" y="38"/>
                        </a:moveTo>
                        <a:cubicBezTo>
                          <a:pt x="56" y="28"/>
                          <a:pt x="86" y="10"/>
                          <a:pt x="124" y="0"/>
                        </a:cubicBezTo>
                        <a:cubicBezTo>
                          <a:pt x="268" y="5"/>
                          <a:pt x="351" y="14"/>
                          <a:pt x="484" y="23"/>
                        </a:cubicBezTo>
                        <a:lnTo>
                          <a:pt x="574" y="60"/>
                        </a:lnTo>
                        <a:cubicBezTo>
                          <a:pt x="574" y="60"/>
                          <a:pt x="574" y="60"/>
                          <a:pt x="574" y="60"/>
                        </a:cubicBezTo>
                        <a:cubicBezTo>
                          <a:pt x="626" y="69"/>
                          <a:pt x="661" y="90"/>
                          <a:pt x="709" y="105"/>
                        </a:cubicBezTo>
                        <a:cubicBezTo>
                          <a:pt x="745" y="161"/>
                          <a:pt x="851" y="158"/>
                          <a:pt x="912" y="165"/>
                        </a:cubicBezTo>
                        <a:cubicBezTo>
                          <a:pt x="946" y="218"/>
                          <a:pt x="958" y="310"/>
                          <a:pt x="1009" y="345"/>
                        </a:cubicBezTo>
                        <a:cubicBezTo>
                          <a:pt x="1027" y="398"/>
                          <a:pt x="1029" y="375"/>
                          <a:pt x="1017" y="413"/>
                        </a:cubicBezTo>
                        <a:cubicBezTo>
                          <a:pt x="1002" y="408"/>
                          <a:pt x="985" y="407"/>
                          <a:pt x="972" y="398"/>
                        </a:cubicBezTo>
                        <a:cubicBezTo>
                          <a:pt x="964" y="393"/>
                          <a:pt x="957" y="387"/>
                          <a:pt x="949" y="383"/>
                        </a:cubicBezTo>
                        <a:cubicBezTo>
                          <a:pt x="872" y="349"/>
                          <a:pt x="760" y="337"/>
                          <a:pt x="679" y="330"/>
                        </a:cubicBezTo>
                        <a:cubicBezTo>
                          <a:pt x="598" y="311"/>
                          <a:pt x="697" y="333"/>
                          <a:pt x="522" y="315"/>
                        </a:cubicBezTo>
                        <a:cubicBezTo>
                          <a:pt x="493" y="312"/>
                          <a:pt x="461" y="297"/>
                          <a:pt x="432" y="293"/>
                        </a:cubicBezTo>
                        <a:cubicBezTo>
                          <a:pt x="397" y="241"/>
                          <a:pt x="419" y="254"/>
                          <a:pt x="379" y="240"/>
                        </a:cubicBezTo>
                        <a:cubicBezTo>
                          <a:pt x="322" y="162"/>
                          <a:pt x="383" y="190"/>
                          <a:pt x="222" y="180"/>
                        </a:cubicBezTo>
                        <a:cubicBezTo>
                          <a:pt x="171" y="164"/>
                          <a:pt x="122" y="154"/>
                          <a:pt x="72" y="135"/>
                        </a:cubicBezTo>
                        <a:cubicBezTo>
                          <a:pt x="50" y="103"/>
                          <a:pt x="0" y="78"/>
                          <a:pt x="19" y="3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62" name="Freeform 53"/>
                  <p:cNvSpPr>
                    <a:spLocks/>
                  </p:cNvSpPr>
                  <p:nvPr/>
                </p:nvSpPr>
                <p:spPr bwMode="auto">
                  <a:xfrm>
                    <a:off x="7470" y="3087"/>
                    <a:ext cx="923" cy="423"/>
                  </a:xfrm>
                  <a:custGeom>
                    <a:avLst/>
                    <a:gdLst>
                      <a:gd name="T0" fmla="*/ 0 w 923"/>
                      <a:gd name="T1" fmla="*/ 153 h 423"/>
                      <a:gd name="T2" fmla="*/ 68 w 923"/>
                      <a:gd name="T3" fmla="*/ 131 h 423"/>
                      <a:gd name="T4" fmla="*/ 113 w 923"/>
                      <a:gd name="T5" fmla="*/ 108 h 423"/>
                      <a:gd name="T6" fmla="*/ 120 w 923"/>
                      <a:gd name="T7" fmla="*/ 86 h 423"/>
                      <a:gd name="T8" fmla="*/ 180 w 923"/>
                      <a:gd name="T9" fmla="*/ 18 h 423"/>
                      <a:gd name="T10" fmla="*/ 120 w 923"/>
                      <a:gd name="T11" fmla="*/ 108 h 423"/>
                      <a:gd name="T12" fmla="*/ 210 w 923"/>
                      <a:gd name="T13" fmla="*/ 206 h 423"/>
                      <a:gd name="T14" fmla="*/ 233 w 923"/>
                      <a:gd name="T15" fmla="*/ 228 h 423"/>
                      <a:gd name="T16" fmla="*/ 210 w 923"/>
                      <a:gd name="T17" fmla="*/ 221 h 423"/>
                      <a:gd name="T18" fmla="*/ 203 w 923"/>
                      <a:gd name="T19" fmla="*/ 168 h 423"/>
                      <a:gd name="T20" fmla="*/ 188 w 923"/>
                      <a:gd name="T21" fmla="*/ 146 h 423"/>
                      <a:gd name="T22" fmla="*/ 293 w 923"/>
                      <a:gd name="T23" fmla="*/ 116 h 423"/>
                      <a:gd name="T24" fmla="*/ 323 w 923"/>
                      <a:gd name="T25" fmla="*/ 93 h 423"/>
                      <a:gd name="T26" fmla="*/ 338 w 923"/>
                      <a:gd name="T27" fmla="*/ 63 h 423"/>
                      <a:gd name="T28" fmla="*/ 345 w 923"/>
                      <a:gd name="T29" fmla="*/ 41 h 423"/>
                      <a:gd name="T30" fmla="*/ 323 w 923"/>
                      <a:gd name="T31" fmla="*/ 116 h 423"/>
                      <a:gd name="T32" fmla="*/ 345 w 923"/>
                      <a:gd name="T33" fmla="*/ 131 h 423"/>
                      <a:gd name="T34" fmla="*/ 375 w 923"/>
                      <a:gd name="T35" fmla="*/ 138 h 423"/>
                      <a:gd name="T36" fmla="*/ 383 w 923"/>
                      <a:gd name="T37" fmla="*/ 191 h 423"/>
                      <a:gd name="T38" fmla="*/ 413 w 923"/>
                      <a:gd name="T39" fmla="*/ 243 h 423"/>
                      <a:gd name="T40" fmla="*/ 428 w 923"/>
                      <a:gd name="T41" fmla="*/ 311 h 423"/>
                      <a:gd name="T42" fmla="*/ 443 w 923"/>
                      <a:gd name="T43" fmla="*/ 341 h 423"/>
                      <a:gd name="T44" fmla="*/ 428 w 923"/>
                      <a:gd name="T45" fmla="*/ 296 h 423"/>
                      <a:gd name="T46" fmla="*/ 420 w 923"/>
                      <a:gd name="T47" fmla="*/ 273 h 423"/>
                      <a:gd name="T48" fmla="*/ 390 w 923"/>
                      <a:gd name="T49" fmla="*/ 176 h 423"/>
                      <a:gd name="T50" fmla="*/ 525 w 923"/>
                      <a:gd name="T51" fmla="*/ 131 h 423"/>
                      <a:gd name="T52" fmla="*/ 548 w 923"/>
                      <a:gd name="T53" fmla="*/ 56 h 423"/>
                      <a:gd name="T54" fmla="*/ 525 w 923"/>
                      <a:gd name="T55" fmla="*/ 146 h 423"/>
                      <a:gd name="T56" fmla="*/ 578 w 923"/>
                      <a:gd name="T57" fmla="*/ 281 h 423"/>
                      <a:gd name="T58" fmla="*/ 585 w 923"/>
                      <a:gd name="T59" fmla="*/ 303 h 423"/>
                      <a:gd name="T60" fmla="*/ 570 w 923"/>
                      <a:gd name="T61" fmla="*/ 281 h 423"/>
                      <a:gd name="T62" fmla="*/ 578 w 923"/>
                      <a:gd name="T63" fmla="*/ 191 h 423"/>
                      <a:gd name="T64" fmla="*/ 660 w 923"/>
                      <a:gd name="T65" fmla="*/ 236 h 423"/>
                      <a:gd name="T66" fmla="*/ 683 w 923"/>
                      <a:gd name="T67" fmla="*/ 213 h 423"/>
                      <a:gd name="T68" fmla="*/ 720 w 923"/>
                      <a:gd name="T69" fmla="*/ 303 h 423"/>
                      <a:gd name="T70" fmla="*/ 728 w 923"/>
                      <a:gd name="T71" fmla="*/ 326 h 423"/>
                      <a:gd name="T72" fmla="*/ 735 w 923"/>
                      <a:gd name="T73" fmla="*/ 281 h 423"/>
                      <a:gd name="T74" fmla="*/ 855 w 923"/>
                      <a:gd name="T75" fmla="*/ 311 h 423"/>
                      <a:gd name="T76" fmla="*/ 878 w 923"/>
                      <a:gd name="T77" fmla="*/ 303 h 423"/>
                      <a:gd name="T78" fmla="*/ 885 w 923"/>
                      <a:gd name="T79" fmla="*/ 341 h 423"/>
                      <a:gd name="T80" fmla="*/ 923 w 923"/>
                      <a:gd name="T81" fmla="*/ 423 h 423"/>
                      <a:gd name="T82" fmla="*/ 891 w 923"/>
                      <a:gd name="T83" fmla="*/ 337 h 423"/>
                      <a:gd name="T84" fmla="*/ 915 w 923"/>
                      <a:gd name="T85" fmla="*/ 423 h 423"/>
                      <a:gd name="T86" fmla="*/ 891 w 923"/>
                      <a:gd name="T87" fmla="*/ 337 h 423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923"/>
                      <a:gd name="T133" fmla="*/ 0 h 423"/>
                      <a:gd name="T134" fmla="*/ 923 w 923"/>
                      <a:gd name="T135" fmla="*/ 423 h 423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923" h="423">
                        <a:moveTo>
                          <a:pt x="0" y="153"/>
                        </a:moveTo>
                        <a:cubicBezTo>
                          <a:pt x="23" y="146"/>
                          <a:pt x="45" y="138"/>
                          <a:pt x="68" y="131"/>
                        </a:cubicBezTo>
                        <a:cubicBezTo>
                          <a:pt x="82" y="122"/>
                          <a:pt x="101" y="120"/>
                          <a:pt x="113" y="108"/>
                        </a:cubicBezTo>
                        <a:cubicBezTo>
                          <a:pt x="118" y="103"/>
                          <a:pt x="116" y="92"/>
                          <a:pt x="120" y="86"/>
                        </a:cubicBezTo>
                        <a:cubicBezTo>
                          <a:pt x="135" y="63"/>
                          <a:pt x="161" y="38"/>
                          <a:pt x="180" y="18"/>
                        </a:cubicBezTo>
                        <a:cubicBezTo>
                          <a:pt x="168" y="56"/>
                          <a:pt x="142" y="76"/>
                          <a:pt x="120" y="108"/>
                        </a:cubicBezTo>
                        <a:cubicBezTo>
                          <a:pt x="170" y="125"/>
                          <a:pt x="175" y="172"/>
                          <a:pt x="210" y="206"/>
                        </a:cubicBezTo>
                        <a:cubicBezTo>
                          <a:pt x="218" y="213"/>
                          <a:pt x="233" y="217"/>
                          <a:pt x="233" y="228"/>
                        </a:cubicBezTo>
                        <a:cubicBezTo>
                          <a:pt x="233" y="236"/>
                          <a:pt x="218" y="223"/>
                          <a:pt x="210" y="221"/>
                        </a:cubicBezTo>
                        <a:cubicBezTo>
                          <a:pt x="208" y="203"/>
                          <a:pt x="208" y="185"/>
                          <a:pt x="203" y="168"/>
                        </a:cubicBezTo>
                        <a:cubicBezTo>
                          <a:pt x="201" y="159"/>
                          <a:pt x="186" y="155"/>
                          <a:pt x="188" y="146"/>
                        </a:cubicBezTo>
                        <a:cubicBezTo>
                          <a:pt x="191" y="128"/>
                          <a:pt x="271" y="121"/>
                          <a:pt x="293" y="116"/>
                        </a:cubicBezTo>
                        <a:cubicBezTo>
                          <a:pt x="303" y="108"/>
                          <a:pt x="315" y="103"/>
                          <a:pt x="323" y="93"/>
                        </a:cubicBezTo>
                        <a:cubicBezTo>
                          <a:pt x="330" y="84"/>
                          <a:pt x="332" y="73"/>
                          <a:pt x="338" y="63"/>
                        </a:cubicBezTo>
                        <a:cubicBezTo>
                          <a:pt x="365" y="18"/>
                          <a:pt x="386" y="0"/>
                          <a:pt x="345" y="41"/>
                        </a:cubicBezTo>
                        <a:cubicBezTo>
                          <a:pt x="327" y="96"/>
                          <a:pt x="334" y="71"/>
                          <a:pt x="323" y="116"/>
                        </a:cubicBezTo>
                        <a:cubicBezTo>
                          <a:pt x="330" y="121"/>
                          <a:pt x="337" y="128"/>
                          <a:pt x="345" y="131"/>
                        </a:cubicBezTo>
                        <a:cubicBezTo>
                          <a:pt x="354" y="135"/>
                          <a:pt x="370" y="129"/>
                          <a:pt x="375" y="138"/>
                        </a:cubicBezTo>
                        <a:cubicBezTo>
                          <a:pt x="385" y="153"/>
                          <a:pt x="379" y="173"/>
                          <a:pt x="383" y="191"/>
                        </a:cubicBezTo>
                        <a:cubicBezTo>
                          <a:pt x="388" y="218"/>
                          <a:pt x="394" y="219"/>
                          <a:pt x="413" y="243"/>
                        </a:cubicBezTo>
                        <a:cubicBezTo>
                          <a:pt x="418" y="274"/>
                          <a:pt x="417" y="285"/>
                          <a:pt x="428" y="311"/>
                        </a:cubicBezTo>
                        <a:cubicBezTo>
                          <a:pt x="432" y="321"/>
                          <a:pt x="443" y="352"/>
                          <a:pt x="443" y="341"/>
                        </a:cubicBezTo>
                        <a:cubicBezTo>
                          <a:pt x="443" y="325"/>
                          <a:pt x="433" y="311"/>
                          <a:pt x="428" y="296"/>
                        </a:cubicBezTo>
                        <a:cubicBezTo>
                          <a:pt x="425" y="288"/>
                          <a:pt x="420" y="273"/>
                          <a:pt x="420" y="273"/>
                        </a:cubicBezTo>
                        <a:cubicBezTo>
                          <a:pt x="414" y="229"/>
                          <a:pt x="413" y="210"/>
                          <a:pt x="390" y="176"/>
                        </a:cubicBezTo>
                        <a:cubicBezTo>
                          <a:pt x="412" y="73"/>
                          <a:pt x="369" y="216"/>
                          <a:pt x="525" y="131"/>
                        </a:cubicBezTo>
                        <a:cubicBezTo>
                          <a:pt x="548" y="118"/>
                          <a:pt x="540" y="81"/>
                          <a:pt x="548" y="56"/>
                        </a:cubicBezTo>
                        <a:cubicBezTo>
                          <a:pt x="559" y="91"/>
                          <a:pt x="544" y="116"/>
                          <a:pt x="525" y="146"/>
                        </a:cubicBezTo>
                        <a:cubicBezTo>
                          <a:pt x="558" y="195"/>
                          <a:pt x="564" y="224"/>
                          <a:pt x="578" y="281"/>
                        </a:cubicBezTo>
                        <a:cubicBezTo>
                          <a:pt x="580" y="288"/>
                          <a:pt x="593" y="303"/>
                          <a:pt x="585" y="303"/>
                        </a:cubicBezTo>
                        <a:cubicBezTo>
                          <a:pt x="576" y="303"/>
                          <a:pt x="575" y="288"/>
                          <a:pt x="570" y="281"/>
                        </a:cubicBezTo>
                        <a:cubicBezTo>
                          <a:pt x="573" y="251"/>
                          <a:pt x="562" y="216"/>
                          <a:pt x="578" y="191"/>
                        </a:cubicBezTo>
                        <a:cubicBezTo>
                          <a:pt x="597" y="162"/>
                          <a:pt x="649" y="229"/>
                          <a:pt x="660" y="236"/>
                        </a:cubicBezTo>
                        <a:cubicBezTo>
                          <a:pt x="666" y="227"/>
                          <a:pt x="723" y="154"/>
                          <a:pt x="683" y="213"/>
                        </a:cubicBezTo>
                        <a:cubicBezTo>
                          <a:pt x="693" y="245"/>
                          <a:pt x="709" y="270"/>
                          <a:pt x="720" y="303"/>
                        </a:cubicBezTo>
                        <a:cubicBezTo>
                          <a:pt x="723" y="311"/>
                          <a:pt x="728" y="326"/>
                          <a:pt x="728" y="326"/>
                        </a:cubicBezTo>
                        <a:cubicBezTo>
                          <a:pt x="730" y="311"/>
                          <a:pt x="721" y="286"/>
                          <a:pt x="735" y="281"/>
                        </a:cubicBezTo>
                        <a:cubicBezTo>
                          <a:pt x="843" y="247"/>
                          <a:pt x="840" y="261"/>
                          <a:pt x="855" y="311"/>
                        </a:cubicBezTo>
                        <a:cubicBezTo>
                          <a:pt x="863" y="308"/>
                          <a:pt x="872" y="297"/>
                          <a:pt x="878" y="303"/>
                        </a:cubicBezTo>
                        <a:cubicBezTo>
                          <a:pt x="887" y="312"/>
                          <a:pt x="882" y="329"/>
                          <a:pt x="885" y="341"/>
                        </a:cubicBezTo>
                        <a:cubicBezTo>
                          <a:pt x="893" y="372"/>
                          <a:pt x="908" y="395"/>
                          <a:pt x="923" y="423"/>
                        </a:cubicBezTo>
                        <a:cubicBezTo>
                          <a:pt x="912" y="394"/>
                          <a:pt x="922" y="337"/>
                          <a:pt x="891" y="337"/>
                        </a:cubicBezTo>
                        <a:cubicBezTo>
                          <a:pt x="861" y="337"/>
                          <a:pt x="915" y="423"/>
                          <a:pt x="915" y="423"/>
                        </a:cubicBezTo>
                        <a:lnTo>
                          <a:pt x="891" y="337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2" name="Group 54"/>
                <p:cNvGrpSpPr>
                  <a:grpSpLocks/>
                </p:cNvGrpSpPr>
                <p:nvPr/>
              </p:nvGrpSpPr>
              <p:grpSpPr bwMode="auto">
                <a:xfrm>
                  <a:off x="8951" y="920"/>
                  <a:ext cx="934" cy="900"/>
                  <a:chOff x="7118" y="735"/>
                  <a:chExt cx="934" cy="900"/>
                </a:xfrm>
              </p:grpSpPr>
              <p:sp>
                <p:nvSpPr>
                  <p:cNvPr id="257" name="Freeform 55"/>
                  <p:cNvSpPr>
                    <a:spLocks/>
                  </p:cNvSpPr>
                  <p:nvPr/>
                </p:nvSpPr>
                <p:spPr bwMode="auto">
                  <a:xfrm>
                    <a:off x="7193" y="743"/>
                    <a:ext cx="859" cy="892"/>
                  </a:xfrm>
                  <a:custGeom>
                    <a:avLst/>
                    <a:gdLst>
                      <a:gd name="T0" fmla="*/ 840 w 859"/>
                      <a:gd name="T1" fmla="*/ 847 h 892"/>
                      <a:gd name="T2" fmla="*/ 810 w 859"/>
                      <a:gd name="T3" fmla="*/ 802 h 892"/>
                      <a:gd name="T4" fmla="*/ 780 w 859"/>
                      <a:gd name="T5" fmla="*/ 757 h 892"/>
                      <a:gd name="T6" fmla="*/ 727 w 859"/>
                      <a:gd name="T7" fmla="*/ 652 h 892"/>
                      <a:gd name="T8" fmla="*/ 697 w 859"/>
                      <a:gd name="T9" fmla="*/ 585 h 892"/>
                      <a:gd name="T10" fmla="*/ 667 w 859"/>
                      <a:gd name="T11" fmla="*/ 540 h 892"/>
                      <a:gd name="T12" fmla="*/ 637 w 859"/>
                      <a:gd name="T13" fmla="*/ 495 h 892"/>
                      <a:gd name="T14" fmla="*/ 607 w 859"/>
                      <a:gd name="T15" fmla="*/ 450 h 892"/>
                      <a:gd name="T16" fmla="*/ 502 w 859"/>
                      <a:gd name="T17" fmla="*/ 337 h 892"/>
                      <a:gd name="T18" fmla="*/ 382 w 859"/>
                      <a:gd name="T19" fmla="*/ 277 h 892"/>
                      <a:gd name="T20" fmla="*/ 322 w 859"/>
                      <a:gd name="T21" fmla="*/ 247 h 892"/>
                      <a:gd name="T22" fmla="*/ 0 w 859"/>
                      <a:gd name="T23" fmla="*/ 195 h 892"/>
                      <a:gd name="T24" fmla="*/ 52 w 859"/>
                      <a:gd name="T25" fmla="*/ 142 h 892"/>
                      <a:gd name="T26" fmla="*/ 120 w 859"/>
                      <a:gd name="T27" fmla="*/ 37 h 892"/>
                      <a:gd name="T28" fmla="*/ 210 w 859"/>
                      <a:gd name="T29" fmla="*/ 0 h 892"/>
                      <a:gd name="T30" fmla="*/ 397 w 859"/>
                      <a:gd name="T31" fmla="*/ 37 h 892"/>
                      <a:gd name="T32" fmla="*/ 487 w 859"/>
                      <a:gd name="T33" fmla="*/ 82 h 892"/>
                      <a:gd name="T34" fmla="*/ 532 w 859"/>
                      <a:gd name="T35" fmla="*/ 97 h 892"/>
                      <a:gd name="T36" fmla="*/ 570 w 859"/>
                      <a:gd name="T37" fmla="*/ 135 h 892"/>
                      <a:gd name="T38" fmla="*/ 607 w 859"/>
                      <a:gd name="T39" fmla="*/ 187 h 892"/>
                      <a:gd name="T40" fmla="*/ 652 w 859"/>
                      <a:gd name="T41" fmla="*/ 202 h 892"/>
                      <a:gd name="T42" fmla="*/ 675 w 859"/>
                      <a:gd name="T43" fmla="*/ 217 h 892"/>
                      <a:gd name="T44" fmla="*/ 810 w 859"/>
                      <a:gd name="T45" fmla="*/ 435 h 892"/>
                      <a:gd name="T46" fmla="*/ 832 w 859"/>
                      <a:gd name="T47" fmla="*/ 487 h 892"/>
                      <a:gd name="T48" fmla="*/ 847 w 859"/>
                      <a:gd name="T49" fmla="*/ 532 h 892"/>
                      <a:gd name="T50" fmla="*/ 855 w 859"/>
                      <a:gd name="T51" fmla="*/ 892 h 892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859"/>
                      <a:gd name="T79" fmla="*/ 0 h 892"/>
                      <a:gd name="T80" fmla="*/ 859 w 859"/>
                      <a:gd name="T81" fmla="*/ 892 h 892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859" h="892">
                        <a:moveTo>
                          <a:pt x="840" y="847"/>
                        </a:moveTo>
                        <a:cubicBezTo>
                          <a:pt x="789" y="798"/>
                          <a:pt x="837" y="851"/>
                          <a:pt x="810" y="802"/>
                        </a:cubicBezTo>
                        <a:cubicBezTo>
                          <a:pt x="801" y="786"/>
                          <a:pt x="780" y="757"/>
                          <a:pt x="780" y="757"/>
                        </a:cubicBezTo>
                        <a:cubicBezTo>
                          <a:pt x="770" y="719"/>
                          <a:pt x="751" y="684"/>
                          <a:pt x="727" y="652"/>
                        </a:cubicBezTo>
                        <a:cubicBezTo>
                          <a:pt x="720" y="629"/>
                          <a:pt x="709" y="605"/>
                          <a:pt x="697" y="585"/>
                        </a:cubicBezTo>
                        <a:cubicBezTo>
                          <a:pt x="688" y="569"/>
                          <a:pt x="667" y="540"/>
                          <a:pt x="667" y="540"/>
                        </a:cubicBezTo>
                        <a:cubicBezTo>
                          <a:pt x="650" y="485"/>
                          <a:pt x="675" y="551"/>
                          <a:pt x="637" y="495"/>
                        </a:cubicBezTo>
                        <a:cubicBezTo>
                          <a:pt x="594" y="430"/>
                          <a:pt x="680" y="520"/>
                          <a:pt x="607" y="450"/>
                        </a:cubicBezTo>
                        <a:cubicBezTo>
                          <a:pt x="592" y="399"/>
                          <a:pt x="552" y="354"/>
                          <a:pt x="502" y="337"/>
                        </a:cubicBezTo>
                        <a:cubicBezTo>
                          <a:pt x="463" y="308"/>
                          <a:pt x="429" y="285"/>
                          <a:pt x="382" y="277"/>
                        </a:cubicBezTo>
                        <a:cubicBezTo>
                          <a:pt x="355" y="238"/>
                          <a:pt x="381" y="265"/>
                          <a:pt x="322" y="247"/>
                        </a:cubicBezTo>
                        <a:cubicBezTo>
                          <a:pt x="180" y="205"/>
                          <a:pt x="181" y="202"/>
                          <a:pt x="0" y="195"/>
                        </a:cubicBezTo>
                        <a:cubicBezTo>
                          <a:pt x="26" y="177"/>
                          <a:pt x="26" y="160"/>
                          <a:pt x="52" y="142"/>
                        </a:cubicBezTo>
                        <a:cubicBezTo>
                          <a:pt x="68" y="99"/>
                          <a:pt x="75" y="53"/>
                          <a:pt x="120" y="37"/>
                        </a:cubicBezTo>
                        <a:cubicBezTo>
                          <a:pt x="151" y="6"/>
                          <a:pt x="165" y="7"/>
                          <a:pt x="210" y="0"/>
                        </a:cubicBezTo>
                        <a:cubicBezTo>
                          <a:pt x="341" y="8"/>
                          <a:pt x="299" y="9"/>
                          <a:pt x="397" y="37"/>
                        </a:cubicBezTo>
                        <a:cubicBezTo>
                          <a:pt x="437" y="77"/>
                          <a:pt x="409" y="56"/>
                          <a:pt x="487" y="82"/>
                        </a:cubicBezTo>
                        <a:cubicBezTo>
                          <a:pt x="502" y="87"/>
                          <a:pt x="532" y="97"/>
                          <a:pt x="532" y="97"/>
                        </a:cubicBezTo>
                        <a:cubicBezTo>
                          <a:pt x="586" y="180"/>
                          <a:pt x="505" y="63"/>
                          <a:pt x="570" y="135"/>
                        </a:cubicBezTo>
                        <a:cubicBezTo>
                          <a:pt x="584" y="151"/>
                          <a:pt x="595" y="170"/>
                          <a:pt x="607" y="187"/>
                        </a:cubicBezTo>
                        <a:cubicBezTo>
                          <a:pt x="616" y="200"/>
                          <a:pt x="638" y="196"/>
                          <a:pt x="652" y="202"/>
                        </a:cubicBezTo>
                        <a:cubicBezTo>
                          <a:pt x="660" y="206"/>
                          <a:pt x="667" y="212"/>
                          <a:pt x="675" y="217"/>
                        </a:cubicBezTo>
                        <a:cubicBezTo>
                          <a:pt x="726" y="286"/>
                          <a:pt x="763" y="363"/>
                          <a:pt x="810" y="435"/>
                        </a:cubicBezTo>
                        <a:cubicBezTo>
                          <a:pt x="828" y="512"/>
                          <a:pt x="803" y="423"/>
                          <a:pt x="832" y="487"/>
                        </a:cubicBezTo>
                        <a:cubicBezTo>
                          <a:pt x="838" y="501"/>
                          <a:pt x="847" y="532"/>
                          <a:pt x="847" y="532"/>
                        </a:cubicBezTo>
                        <a:cubicBezTo>
                          <a:pt x="859" y="742"/>
                          <a:pt x="855" y="622"/>
                          <a:pt x="855" y="892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8" name="Freeform 56"/>
                  <p:cNvSpPr>
                    <a:spLocks/>
                  </p:cNvSpPr>
                  <p:nvPr/>
                </p:nvSpPr>
                <p:spPr bwMode="auto">
                  <a:xfrm>
                    <a:off x="7118" y="870"/>
                    <a:ext cx="923" cy="755"/>
                  </a:xfrm>
                  <a:custGeom>
                    <a:avLst/>
                    <a:gdLst>
                      <a:gd name="T0" fmla="*/ 900 w 923"/>
                      <a:gd name="T1" fmla="*/ 728 h 755"/>
                      <a:gd name="T2" fmla="*/ 780 w 923"/>
                      <a:gd name="T3" fmla="*/ 615 h 755"/>
                      <a:gd name="T4" fmla="*/ 675 w 923"/>
                      <a:gd name="T5" fmla="*/ 510 h 755"/>
                      <a:gd name="T6" fmla="*/ 667 w 923"/>
                      <a:gd name="T7" fmla="*/ 488 h 755"/>
                      <a:gd name="T8" fmla="*/ 645 w 923"/>
                      <a:gd name="T9" fmla="*/ 458 h 755"/>
                      <a:gd name="T10" fmla="*/ 615 w 923"/>
                      <a:gd name="T11" fmla="*/ 398 h 755"/>
                      <a:gd name="T12" fmla="*/ 600 w 923"/>
                      <a:gd name="T13" fmla="*/ 353 h 755"/>
                      <a:gd name="T14" fmla="*/ 495 w 923"/>
                      <a:gd name="T15" fmla="*/ 330 h 755"/>
                      <a:gd name="T16" fmla="*/ 315 w 923"/>
                      <a:gd name="T17" fmla="*/ 293 h 755"/>
                      <a:gd name="T18" fmla="*/ 105 w 923"/>
                      <a:gd name="T19" fmla="*/ 270 h 755"/>
                      <a:gd name="T20" fmla="*/ 22 w 923"/>
                      <a:gd name="T21" fmla="*/ 330 h 755"/>
                      <a:gd name="T22" fmla="*/ 7 w 923"/>
                      <a:gd name="T23" fmla="*/ 353 h 755"/>
                      <a:gd name="T24" fmla="*/ 0 w 923"/>
                      <a:gd name="T25" fmla="*/ 375 h 755"/>
                      <a:gd name="T26" fmla="*/ 37 w 923"/>
                      <a:gd name="T27" fmla="*/ 270 h 755"/>
                      <a:gd name="T28" fmla="*/ 60 w 923"/>
                      <a:gd name="T29" fmla="*/ 195 h 755"/>
                      <a:gd name="T30" fmla="*/ 67 w 923"/>
                      <a:gd name="T31" fmla="*/ 60 h 755"/>
                      <a:gd name="T32" fmla="*/ 172 w 923"/>
                      <a:gd name="T33" fmla="*/ 0 h 755"/>
                      <a:gd name="T34" fmla="*/ 337 w 923"/>
                      <a:gd name="T35" fmla="*/ 8 h 755"/>
                      <a:gd name="T36" fmla="*/ 382 w 923"/>
                      <a:gd name="T37" fmla="*/ 38 h 755"/>
                      <a:gd name="T38" fmla="*/ 412 w 923"/>
                      <a:gd name="T39" fmla="*/ 60 h 755"/>
                      <a:gd name="T40" fmla="*/ 442 w 923"/>
                      <a:gd name="T41" fmla="*/ 75 h 755"/>
                      <a:gd name="T42" fmla="*/ 510 w 923"/>
                      <a:gd name="T43" fmla="*/ 135 h 755"/>
                      <a:gd name="T44" fmla="*/ 592 w 923"/>
                      <a:gd name="T45" fmla="*/ 225 h 755"/>
                      <a:gd name="T46" fmla="*/ 652 w 923"/>
                      <a:gd name="T47" fmla="*/ 255 h 755"/>
                      <a:gd name="T48" fmla="*/ 712 w 923"/>
                      <a:gd name="T49" fmla="*/ 323 h 755"/>
                      <a:gd name="T50" fmla="*/ 787 w 923"/>
                      <a:gd name="T51" fmla="*/ 413 h 755"/>
                      <a:gd name="T52" fmla="*/ 817 w 923"/>
                      <a:gd name="T53" fmla="*/ 458 h 755"/>
                      <a:gd name="T54" fmla="*/ 832 w 923"/>
                      <a:gd name="T55" fmla="*/ 510 h 755"/>
                      <a:gd name="T56" fmla="*/ 862 w 923"/>
                      <a:gd name="T57" fmla="*/ 555 h 755"/>
                      <a:gd name="T58" fmla="*/ 907 w 923"/>
                      <a:gd name="T59" fmla="*/ 690 h 755"/>
                      <a:gd name="T60" fmla="*/ 922 w 923"/>
                      <a:gd name="T61" fmla="*/ 750 h 755"/>
                      <a:gd name="T62" fmla="*/ 900 w 923"/>
                      <a:gd name="T63" fmla="*/ 728 h 75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923"/>
                      <a:gd name="T97" fmla="*/ 0 h 755"/>
                      <a:gd name="T98" fmla="*/ 923 w 923"/>
                      <a:gd name="T99" fmla="*/ 755 h 75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923" h="755">
                        <a:moveTo>
                          <a:pt x="900" y="728"/>
                        </a:moveTo>
                        <a:cubicBezTo>
                          <a:pt x="842" y="713"/>
                          <a:pt x="814" y="660"/>
                          <a:pt x="780" y="615"/>
                        </a:cubicBezTo>
                        <a:cubicBezTo>
                          <a:pt x="755" y="582"/>
                          <a:pt x="710" y="534"/>
                          <a:pt x="675" y="510"/>
                        </a:cubicBezTo>
                        <a:cubicBezTo>
                          <a:pt x="672" y="503"/>
                          <a:pt x="671" y="495"/>
                          <a:pt x="667" y="488"/>
                        </a:cubicBezTo>
                        <a:cubicBezTo>
                          <a:pt x="661" y="477"/>
                          <a:pt x="650" y="470"/>
                          <a:pt x="645" y="458"/>
                        </a:cubicBezTo>
                        <a:cubicBezTo>
                          <a:pt x="619" y="393"/>
                          <a:pt x="659" y="428"/>
                          <a:pt x="615" y="398"/>
                        </a:cubicBezTo>
                        <a:cubicBezTo>
                          <a:pt x="610" y="383"/>
                          <a:pt x="608" y="366"/>
                          <a:pt x="600" y="353"/>
                        </a:cubicBezTo>
                        <a:cubicBezTo>
                          <a:pt x="583" y="326"/>
                          <a:pt x="500" y="331"/>
                          <a:pt x="495" y="330"/>
                        </a:cubicBezTo>
                        <a:cubicBezTo>
                          <a:pt x="434" y="323"/>
                          <a:pt x="374" y="312"/>
                          <a:pt x="315" y="293"/>
                        </a:cubicBezTo>
                        <a:cubicBezTo>
                          <a:pt x="240" y="244"/>
                          <a:pt x="215" y="265"/>
                          <a:pt x="105" y="270"/>
                        </a:cubicBezTo>
                        <a:cubicBezTo>
                          <a:pt x="67" y="283"/>
                          <a:pt x="54" y="309"/>
                          <a:pt x="22" y="330"/>
                        </a:cubicBezTo>
                        <a:cubicBezTo>
                          <a:pt x="17" y="338"/>
                          <a:pt x="11" y="345"/>
                          <a:pt x="7" y="353"/>
                        </a:cubicBezTo>
                        <a:cubicBezTo>
                          <a:pt x="4" y="360"/>
                          <a:pt x="0" y="383"/>
                          <a:pt x="0" y="375"/>
                        </a:cubicBezTo>
                        <a:cubicBezTo>
                          <a:pt x="0" y="335"/>
                          <a:pt x="20" y="303"/>
                          <a:pt x="37" y="270"/>
                        </a:cubicBezTo>
                        <a:cubicBezTo>
                          <a:pt x="49" y="247"/>
                          <a:pt x="52" y="219"/>
                          <a:pt x="60" y="195"/>
                        </a:cubicBezTo>
                        <a:cubicBezTo>
                          <a:pt x="62" y="150"/>
                          <a:pt x="61" y="105"/>
                          <a:pt x="67" y="60"/>
                        </a:cubicBezTo>
                        <a:cubicBezTo>
                          <a:pt x="71" y="33"/>
                          <a:pt x="148" y="9"/>
                          <a:pt x="172" y="0"/>
                        </a:cubicBezTo>
                        <a:cubicBezTo>
                          <a:pt x="227" y="3"/>
                          <a:pt x="282" y="4"/>
                          <a:pt x="337" y="8"/>
                        </a:cubicBezTo>
                        <a:cubicBezTo>
                          <a:pt x="365" y="10"/>
                          <a:pt x="361" y="20"/>
                          <a:pt x="382" y="38"/>
                        </a:cubicBezTo>
                        <a:cubicBezTo>
                          <a:pt x="391" y="46"/>
                          <a:pt x="401" y="53"/>
                          <a:pt x="412" y="60"/>
                        </a:cubicBezTo>
                        <a:cubicBezTo>
                          <a:pt x="422" y="66"/>
                          <a:pt x="433" y="68"/>
                          <a:pt x="442" y="75"/>
                        </a:cubicBezTo>
                        <a:cubicBezTo>
                          <a:pt x="563" y="172"/>
                          <a:pt x="439" y="89"/>
                          <a:pt x="510" y="135"/>
                        </a:cubicBezTo>
                        <a:cubicBezTo>
                          <a:pt x="530" y="166"/>
                          <a:pt x="559" y="207"/>
                          <a:pt x="592" y="225"/>
                        </a:cubicBezTo>
                        <a:cubicBezTo>
                          <a:pt x="612" y="236"/>
                          <a:pt x="634" y="242"/>
                          <a:pt x="652" y="255"/>
                        </a:cubicBezTo>
                        <a:cubicBezTo>
                          <a:pt x="727" y="309"/>
                          <a:pt x="675" y="281"/>
                          <a:pt x="712" y="323"/>
                        </a:cubicBezTo>
                        <a:cubicBezTo>
                          <a:pt x="793" y="415"/>
                          <a:pt x="726" y="321"/>
                          <a:pt x="787" y="413"/>
                        </a:cubicBezTo>
                        <a:cubicBezTo>
                          <a:pt x="797" y="428"/>
                          <a:pt x="817" y="458"/>
                          <a:pt x="817" y="458"/>
                        </a:cubicBezTo>
                        <a:cubicBezTo>
                          <a:pt x="818" y="460"/>
                          <a:pt x="829" y="504"/>
                          <a:pt x="832" y="510"/>
                        </a:cubicBezTo>
                        <a:cubicBezTo>
                          <a:pt x="841" y="526"/>
                          <a:pt x="856" y="538"/>
                          <a:pt x="862" y="555"/>
                        </a:cubicBezTo>
                        <a:cubicBezTo>
                          <a:pt x="877" y="600"/>
                          <a:pt x="895" y="645"/>
                          <a:pt x="907" y="690"/>
                        </a:cubicBezTo>
                        <a:cubicBezTo>
                          <a:pt x="907" y="690"/>
                          <a:pt x="923" y="749"/>
                          <a:pt x="922" y="750"/>
                        </a:cubicBezTo>
                        <a:cubicBezTo>
                          <a:pt x="913" y="755"/>
                          <a:pt x="907" y="735"/>
                          <a:pt x="900" y="72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9" name="Freeform 57"/>
                  <p:cNvSpPr>
                    <a:spLocks/>
                  </p:cNvSpPr>
                  <p:nvPr/>
                </p:nvSpPr>
                <p:spPr bwMode="auto">
                  <a:xfrm>
                    <a:off x="7246" y="735"/>
                    <a:ext cx="779" cy="848"/>
                  </a:xfrm>
                  <a:custGeom>
                    <a:avLst/>
                    <a:gdLst>
                      <a:gd name="T0" fmla="*/ 779 w 779"/>
                      <a:gd name="T1" fmla="*/ 848 h 848"/>
                      <a:gd name="T2" fmla="*/ 652 w 779"/>
                      <a:gd name="T3" fmla="*/ 713 h 848"/>
                      <a:gd name="T4" fmla="*/ 674 w 779"/>
                      <a:gd name="T5" fmla="*/ 705 h 848"/>
                      <a:gd name="T6" fmla="*/ 719 w 779"/>
                      <a:gd name="T7" fmla="*/ 720 h 848"/>
                      <a:gd name="T8" fmla="*/ 734 w 779"/>
                      <a:gd name="T9" fmla="*/ 743 h 848"/>
                      <a:gd name="T10" fmla="*/ 727 w 779"/>
                      <a:gd name="T11" fmla="*/ 720 h 848"/>
                      <a:gd name="T12" fmla="*/ 704 w 779"/>
                      <a:gd name="T13" fmla="*/ 653 h 848"/>
                      <a:gd name="T14" fmla="*/ 712 w 779"/>
                      <a:gd name="T15" fmla="*/ 593 h 848"/>
                      <a:gd name="T16" fmla="*/ 719 w 779"/>
                      <a:gd name="T17" fmla="*/ 570 h 848"/>
                      <a:gd name="T18" fmla="*/ 697 w 779"/>
                      <a:gd name="T19" fmla="*/ 585 h 848"/>
                      <a:gd name="T20" fmla="*/ 682 w 779"/>
                      <a:gd name="T21" fmla="*/ 608 h 848"/>
                      <a:gd name="T22" fmla="*/ 659 w 779"/>
                      <a:gd name="T23" fmla="*/ 563 h 848"/>
                      <a:gd name="T24" fmla="*/ 614 w 779"/>
                      <a:gd name="T25" fmla="*/ 533 h 848"/>
                      <a:gd name="T26" fmla="*/ 659 w 779"/>
                      <a:gd name="T27" fmla="*/ 473 h 848"/>
                      <a:gd name="T28" fmla="*/ 667 w 779"/>
                      <a:gd name="T29" fmla="*/ 413 h 848"/>
                      <a:gd name="T30" fmla="*/ 674 w 779"/>
                      <a:gd name="T31" fmla="*/ 390 h 848"/>
                      <a:gd name="T32" fmla="*/ 652 w 779"/>
                      <a:gd name="T33" fmla="*/ 405 h 848"/>
                      <a:gd name="T34" fmla="*/ 629 w 779"/>
                      <a:gd name="T35" fmla="*/ 495 h 848"/>
                      <a:gd name="T36" fmla="*/ 524 w 779"/>
                      <a:gd name="T37" fmla="*/ 413 h 848"/>
                      <a:gd name="T38" fmla="*/ 457 w 779"/>
                      <a:gd name="T39" fmla="*/ 420 h 848"/>
                      <a:gd name="T40" fmla="*/ 479 w 779"/>
                      <a:gd name="T41" fmla="*/ 413 h 848"/>
                      <a:gd name="T42" fmla="*/ 539 w 779"/>
                      <a:gd name="T43" fmla="*/ 405 h 848"/>
                      <a:gd name="T44" fmla="*/ 554 w 779"/>
                      <a:gd name="T45" fmla="*/ 330 h 848"/>
                      <a:gd name="T46" fmla="*/ 569 w 779"/>
                      <a:gd name="T47" fmla="*/ 285 h 848"/>
                      <a:gd name="T48" fmla="*/ 547 w 779"/>
                      <a:gd name="T49" fmla="*/ 293 h 848"/>
                      <a:gd name="T50" fmla="*/ 517 w 779"/>
                      <a:gd name="T51" fmla="*/ 360 h 848"/>
                      <a:gd name="T52" fmla="*/ 494 w 779"/>
                      <a:gd name="T53" fmla="*/ 368 h 848"/>
                      <a:gd name="T54" fmla="*/ 427 w 779"/>
                      <a:gd name="T55" fmla="*/ 323 h 848"/>
                      <a:gd name="T56" fmla="*/ 292 w 779"/>
                      <a:gd name="T57" fmla="*/ 315 h 848"/>
                      <a:gd name="T58" fmla="*/ 269 w 779"/>
                      <a:gd name="T59" fmla="*/ 330 h 848"/>
                      <a:gd name="T60" fmla="*/ 292 w 779"/>
                      <a:gd name="T61" fmla="*/ 323 h 848"/>
                      <a:gd name="T62" fmla="*/ 322 w 779"/>
                      <a:gd name="T63" fmla="*/ 315 h 848"/>
                      <a:gd name="T64" fmla="*/ 367 w 779"/>
                      <a:gd name="T65" fmla="*/ 300 h 848"/>
                      <a:gd name="T66" fmla="*/ 359 w 779"/>
                      <a:gd name="T67" fmla="*/ 263 h 848"/>
                      <a:gd name="T68" fmla="*/ 352 w 779"/>
                      <a:gd name="T69" fmla="*/ 240 h 848"/>
                      <a:gd name="T70" fmla="*/ 374 w 779"/>
                      <a:gd name="T71" fmla="*/ 173 h 848"/>
                      <a:gd name="T72" fmla="*/ 382 w 779"/>
                      <a:gd name="T73" fmla="*/ 143 h 848"/>
                      <a:gd name="T74" fmla="*/ 359 w 779"/>
                      <a:gd name="T75" fmla="*/ 158 h 848"/>
                      <a:gd name="T76" fmla="*/ 314 w 779"/>
                      <a:gd name="T77" fmla="*/ 225 h 848"/>
                      <a:gd name="T78" fmla="*/ 269 w 779"/>
                      <a:gd name="T79" fmla="*/ 203 h 848"/>
                      <a:gd name="T80" fmla="*/ 254 w 779"/>
                      <a:gd name="T81" fmla="*/ 180 h 848"/>
                      <a:gd name="T82" fmla="*/ 224 w 779"/>
                      <a:gd name="T83" fmla="*/ 173 h 848"/>
                      <a:gd name="T84" fmla="*/ 164 w 779"/>
                      <a:gd name="T85" fmla="*/ 218 h 848"/>
                      <a:gd name="T86" fmla="*/ 119 w 779"/>
                      <a:gd name="T87" fmla="*/ 255 h 848"/>
                      <a:gd name="T88" fmla="*/ 89 w 779"/>
                      <a:gd name="T89" fmla="*/ 300 h 848"/>
                      <a:gd name="T90" fmla="*/ 7 w 779"/>
                      <a:gd name="T91" fmla="*/ 323 h 848"/>
                      <a:gd name="T92" fmla="*/ 29 w 779"/>
                      <a:gd name="T93" fmla="*/ 315 h 848"/>
                      <a:gd name="T94" fmla="*/ 74 w 779"/>
                      <a:gd name="T95" fmla="*/ 308 h 848"/>
                      <a:gd name="T96" fmla="*/ 157 w 779"/>
                      <a:gd name="T97" fmla="*/ 240 h 848"/>
                      <a:gd name="T98" fmla="*/ 172 w 779"/>
                      <a:gd name="T99" fmla="*/ 218 h 848"/>
                      <a:gd name="T100" fmla="*/ 194 w 779"/>
                      <a:gd name="T101" fmla="*/ 210 h 848"/>
                      <a:gd name="T102" fmla="*/ 209 w 779"/>
                      <a:gd name="T103" fmla="*/ 165 h 848"/>
                      <a:gd name="T104" fmla="*/ 127 w 779"/>
                      <a:gd name="T105" fmla="*/ 158 h 848"/>
                      <a:gd name="T106" fmla="*/ 134 w 779"/>
                      <a:gd name="T107" fmla="*/ 120 h 848"/>
                      <a:gd name="T108" fmla="*/ 157 w 779"/>
                      <a:gd name="T109" fmla="*/ 0 h 848"/>
                      <a:gd name="T110" fmla="*/ 127 w 779"/>
                      <a:gd name="T111" fmla="*/ 90 h 848"/>
                      <a:gd name="T112" fmla="*/ 112 w 779"/>
                      <a:gd name="T113" fmla="*/ 135 h 848"/>
                      <a:gd name="T114" fmla="*/ 104 w 779"/>
                      <a:gd name="T115" fmla="*/ 158 h 848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w 779"/>
                      <a:gd name="T175" fmla="*/ 0 h 848"/>
                      <a:gd name="T176" fmla="*/ 779 w 779"/>
                      <a:gd name="T177" fmla="*/ 848 h 848"/>
                    </a:gdLst>
                    <a:ahLst/>
                    <a:cxnLst>
                      <a:cxn ang="T116">
                        <a:pos x="T0" y="T1"/>
                      </a:cxn>
                      <a:cxn ang="T117">
                        <a:pos x="T2" y="T3"/>
                      </a:cxn>
                      <a:cxn ang="T118">
                        <a:pos x="T4" y="T5"/>
                      </a:cxn>
                      <a:cxn ang="T119">
                        <a:pos x="T6" y="T7"/>
                      </a:cxn>
                      <a:cxn ang="T120">
                        <a:pos x="T8" y="T9"/>
                      </a:cxn>
                      <a:cxn ang="T121">
                        <a:pos x="T10" y="T11"/>
                      </a:cxn>
                      <a:cxn ang="T122">
                        <a:pos x="T12" y="T13"/>
                      </a:cxn>
                      <a:cxn ang="T123">
                        <a:pos x="T14" y="T15"/>
                      </a:cxn>
                      <a:cxn ang="T124">
                        <a:pos x="T16" y="T17"/>
                      </a:cxn>
                      <a:cxn ang="T125">
                        <a:pos x="T18" y="T19"/>
                      </a:cxn>
                      <a:cxn ang="T126">
                        <a:pos x="T20" y="T21"/>
                      </a:cxn>
                      <a:cxn ang="T127">
                        <a:pos x="T22" y="T23"/>
                      </a:cxn>
                      <a:cxn ang="T128">
                        <a:pos x="T24" y="T25"/>
                      </a:cxn>
                      <a:cxn ang="T129">
                        <a:pos x="T26" y="T27"/>
                      </a:cxn>
                      <a:cxn ang="T130">
                        <a:pos x="T28" y="T29"/>
                      </a:cxn>
                      <a:cxn ang="T131">
                        <a:pos x="T30" y="T31"/>
                      </a:cxn>
                      <a:cxn ang="T132">
                        <a:pos x="T32" y="T33"/>
                      </a:cxn>
                      <a:cxn ang="T133">
                        <a:pos x="T34" y="T35"/>
                      </a:cxn>
                      <a:cxn ang="T134">
                        <a:pos x="T36" y="T37"/>
                      </a:cxn>
                      <a:cxn ang="T135">
                        <a:pos x="T38" y="T39"/>
                      </a:cxn>
                      <a:cxn ang="T136">
                        <a:pos x="T40" y="T41"/>
                      </a:cxn>
                      <a:cxn ang="T137">
                        <a:pos x="T42" y="T43"/>
                      </a:cxn>
                      <a:cxn ang="T138">
                        <a:pos x="T44" y="T45"/>
                      </a:cxn>
                      <a:cxn ang="T139">
                        <a:pos x="T46" y="T47"/>
                      </a:cxn>
                      <a:cxn ang="T140">
                        <a:pos x="T48" y="T49"/>
                      </a:cxn>
                      <a:cxn ang="T141">
                        <a:pos x="T50" y="T51"/>
                      </a:cxn>
                      <a:cxn ang="T142">
                        <a:pos x="T52" y="T53"/>
                      </a:cxn>
                      <a:cxn ang="T143">
                        <a:pos x="T54" y="T55"/>
                      </a:cxn>
                      <a:cxn ang="T144">
                        <a:pos x="T56" y="T57"/>
                      </a:cxn>
                      <a:cxn ang="T145">
                        <a:pos x="T58" y="T59"/>
                      </a:cxn>
                      <a:cxn ang="T146">
                        <a:pos x="T60" y="T61"/>
                      </a:cxn>
                      <a:cxn ang="T147">
                        <a:pos x="T62" y="T63"/>
                      </a:cxn>
                      <a:cxn ang="T148">
                        <a:pos x="T64" y="T65"/>
                      </a:cxn>
                      <a:cxn ang="T149">
                        <a:pos x="T66" y="T67"/>
                      </a:cxn>
                      <a:cxn ang="T150">
                        <a:pos x="T68" y="T69"/>
                      </a:cxn>
                      <a:cxn ang="T151">
                        <a:pos x="T70" y="T71"/>
                      </a:cxn>
                      <a:cxn ang="T152">
                        <a:pos x="T72" y="T73"/>
                      </a:cxn>
                      <a:cxn ang="T153">
                        <a:pos x="T74" y="T75"/>
                      </a:cxn>
                      <a:cxn ang="T154">
                        <a:pos x="T76" y="T77"/>
                      </a:cxn>
                      <a:cxn ang="T155">
                        <a:pos x="T78" y="T79"/>
                      </a:cxn>
                      <a:cxn ang="T156">
                        <a:pos x="T80" y="T81"/>
                      </a:cxn>
                      <a:cxn ang="T157">
                        <a:pos x="T82" y="T83"/>
                      </a:cxn>
                      <a:cxn ang="T158">
                        <a:pos x="T84" y="T85"/>
                      </a:cxn>
                      <a:cxn ang="T159">
                        <a:pos x="T86" y="T87"/>
                      </a:cxn>
                      <a:cxn ang="T160">
                        <a:pos x="T88" y="T89"/>
                      </a:cxn>
                      <a:cxn ang="T161">
                        <a:pos x="T90" y="T91"/>
                      </a:cxn>
                      <a:cxn ang="T162">
                        <a:pos x="T92" y="T93"/>
                      </a:cxn>
                      <a:cxn ang="T163">
                        <a:pos x="T94" y="T95"/>
                      </a:cxn>
                      <a:cxn ang="T164">
                        <a:pos x="T96" y="T97"/>
                      </a:cxn>
                      <a:cxn ang="T165">
                        <a:pos x="T98" y="T99"/>
                      </a:cxn>
                      <a:cxn ang="T166">
                        <a:pos x="T100" y="T101"/>
                      </a:cxn>
                      <a:cxn ang="T167">
                        <a:pos x="T102" y="T103"/>
                      </a:cxn>
                      <a:cxn ang="T168">
                        <a:pos x="T104" y="T105"/>
                      </a:cxn>
                      <a:cxn ang="T169">
                        <a:pos x="T106" y="T107"/>
                      </a:cxn>
                      <a:cxn ang="T170">
                        <a:pos x="T108" y="T109"/>
                      </a:cxn>
                      <a:cxn ang="T171">
                        <a:pos x="T110" y="T111"/>
                      </a:cxn>
                      <a:cxn ang="T172">
                        <a:pos x="T112" y="T113"/>
                      </a:cxn>
                      <a:cxn ang="T173">
                        <a:pos x="T114" y="T115"/>
                      </a:cxn>
                    </a:cxnLst>
                    <a:rect l="T174" t="T175" r="T176" b="T177"/>
                    <a:pathLst>
                      <a:path w="779" h="848">
                        <a:moveTo>
                          <a:pt x="779" y="848"/>
                        </a:moveTo>
                        <a:cubicBezTo>
                          <a:pt x="760" y="765"/>
                          <a:pt x="733" y="739"/>
                          <a:pt x="652" y="713"/>
                        </a:cubicBezTo>
                        <a:cubicBezTo>
                          <a:pt x="659" y="710"/>
                          <a:pt x="666" y="704"/>
                          <a:pt x="674" y="705"/>
                        </a:cubicBezTo>
                        <a:cubicBezTo>
                          <a:pt x="690" y="707"/>
                          <a:pt x="719" y="720"/>
                          <a:pt x="719" y="720"/>
                        </a:cubicBezTo>
                        <a:cubicBezTo>
                          <a:pt x="724" y="728"/>
                          <a:pt x="725" y="743"/>
                          <a:pt x="734" y="743"/>
                        </a:cubicBezTo>
                        <a:cubicBezTo>
                          <a:pt x="742" y="743"/>
                          <a:pt x="730" y="728"/>
                          <a:pt x="727" y="720"/>
                        </a:cubicBezTo>
                        <a:cubicBezTo>
                          <a:pt x="720" y="698"/>
                          <a:pt x="712" y="675"/>
                          <a:pt x="704" y="653"/>
                        </a:cubicBezTo>
                        <a:cubicBezTo>
                          <a:pt x="707" y="633"/>
                          <a:pt x="708" y="613"/>
                          <a:pt x="712" y="593"/>
                        </a:cubicBezTo>
                        <a:cubicBezTo>
                          <a:pt x="713" y="585"/>
                          <a:pt x="726" y="574"/>
                          <a:pt x="719" y="570"/>
                        </a:cubicBezTo>
                        <a:cubicBezTo>
                          <a:pt x="711" y="566"/>
                          <a:pt x="704" y="580"/>
                          <a:pt x="697" y="585"/>
                        </a:cubicBezTo>
                        <a:cubicBezTo>
                          <a:pt x="692" y="593"/>
                          <a:pt x="691" y="608"/>
                          <a:pt x="682" y="608"/>
                        </a:cubicBezTo>
                        <a:cubicBezTo>
                          <a:pt x="672" y="608"/>
                          <a:pt x="663" y="568"/>
                          <a:pt x="659" y="563"/>
                        </a:cubicBezTo>
                        <a:cubicBezTo>
                          <a:pt x="642" y="537"/>
                          <a:pt x="639" y="541"/>
                          <a:pt x="614" y="533"/>
                        </a:cubicBezTo>
                        <a:cubicBezTo>
                          <a:pt x="642" y="515"/>
                          <a:pt x="641" y="500"/>
                          <a:pt x="659" y="473"/>
                        </a:cubicBezTo>
                        <a:cubicBezTo>
                          <a:pt x="662" y="453"/>
                          <a:pt x="663" y="433"/>
                          <a:pt x="667" y="413"/>
                        </a:cubicBezTo>
                        <a:cubicBezTo>
                          <a:pt x="668" y="405"/>
                          <a:pt x="681" y="394"/>
                          <a:pt x="674" y="390"/>
                        </a:cubicBezTo>
                        <a:cubicBezTo>
                          <a:pt x="666" y="386"/>
                          <a:pt x="659" y="400"/>
                          <a:pt x="652" y="405"/>
                        </a:cubicBezTo>
                        <a:cubicBezTo>
                          <a:pt x="632" y="464"/>
                          <a:pt x="640" y="434"/>
                          <a:pt x="629" y="495"/>
                        </a:cubicBezTo>
                        <a:cubicBezTo>
                          <a:pt x="581" y="480"/>
                          <a:pt x="585" y="432"/>
                          <a:pt x="524" y="413"/>
                        </a:cubicBezTo>
                        <a:cubicBezTo>
                          <a:pt x="502" y="415"/>
                          <a:pt x="479" y="420"/>
                          <a:pt x="457" y="420"/>
                        </a:cubicBezTo>
                        <a:cubicBezTo>
                          <a:pt x="449" y="420"/>
                          <a:pt x="471" y="414"/>
                          <a:pt x="479" y="413"/>
                        </a:cubicBezTo>
                        <a:cubicBezTo>
                          <a:pt x="499" y="409"/>
                          <a:pt x="519" y="408"/>
                          <a:pt x="539" y="405"/>
                        </a:cubicBezTo>
                        <a:cubicBezTo>
                          <a:pt x="546" y="359"/>
                          <a:pt x="543" y="363"/>
                          <a:pt x="554" y="330"/>
                        </a:cubicBezTo>
                        <a:cubicBezTo>
                          <a:pt x="554" y="329"/>
                          <a:pt x="570" y="286"/>
                          <a:pt x="569" y="285"/>
                        </a:cubicBezTo>
                        <a:cubicBezTo>
                          <a:pt x="563" y="279"/>
                          <a:pt x="554" y="290"/>
                          <a:pt x="547" y="293"/>
                        </a:cubicBezTo>
                        <a:cubicBezTo>
                          <a:pt x="543" y="303"/>
                          <a:pt x="522" y="355"/>
                          <a:pt x="517" y="360"/>
                        </a:cubicBezTo>
                        <a:cubicBezTo>
                          <a:pt x="511" y="366"/>
                          <a:pt x="502" y="365"/>
                          <a:pt x="494" y="368"/>
                        </a:cubicBezTo>
                        <a:cubicBezTo>
                          <a:pt x="453" y="357"/>
                          <a:pt x="460" y="346"/>
                          <a:pt x="427" y="323"/>
                        </a:cubicBezTo>
                        <a:cubicBezTo>
                          <a:pt x="407" y="265"/>
                          <a:pt x="340" y="300"/>
                          <a:pt x="292" y="315"/>
                        </a:cubicBezTo>
                        <a:cubicBezTo>
                          <a:pt x="284" y="320"/>
                          <a:pt x="269" y="321"/>
                          <a:pt x="269" y="330"/>
                        </a:cubicBezTo>
                        <a:cubicBezTo>
                          <a:pt x="269" y="338"/>
                          <a:pt x="284" y="325"/>
                          <a:pt x="292" y="323"/>
                        </a:cubicBezTo>
                        <a:cubicBezTo>
                          <a:pt x="302" y="320"/>
                          <a:pt x="312" y="318"/>
                          <a:pt x="322" y="315"/>
                        </a:cubicBezTo>
                        <a:cubicBezTo>
                          <a:pt x="337" y="310"/>
                          <a:pt x="367" y="300"/>
                          <a:pt x="367" y="300"/>
                        </a:cubicBezTo>
                        <a:cubicBezTo>
                          <a:pt x="394" y="261"/>
                          <a:pt x="383" y="293"/>
                          <a:pt x="359" y="263"/>
                        </a:cubicBezTo>
                        <a:cubicBezTo>
                          <a:pt x="354" y="257"/>
                          <a:pt x="354" y="248"/>
                          <a:pt x="352" y="240"/>
                        </a:cubicBezTo>
                        <a:cubicBezTo>
                          <a:pt x="359" y="218"/>
                          <a:pt x="368" y="196"/>
                          <a:pt x="374" y="173"/>
                        </a:cubicBezTo>
                        <a:cubicBezTo>
                          <a:pt x="377" y="163"/>
                          <a:pt x="389" y="150"/>
                          <a:pt x="382" y="143"/>
                        </a:cubicBezTo>
                        <a:cubicBezTo>
                          <a:pt x="376" y="137"/>
                          <a:pt x="367" y="153"/>
                          <a:pt x="359" y="158"/>
                        </a:cubicBezTo>
                        <a:cubicBezTo>
                          <a:pt x="343" y="182"/>
                          <a:pt x="324" y="198"/>
                          <a:pt x="314" y="225"/>
                        </a:cubicBezTo>
                        <a:cubicBezTo>
                          <a:pt x="296" y="219"/>
                          <a:pt x="283" y="217"/>
                          <a:pt x="269" y="203"/>
                        </a:cubicBezTo>
                        <a:cubicBezTo>
                          <a:pt x="263" y="197"/>
                          <a:pt x="262" y="185"/>
                          <a:pt x="254" y="180"/>
                        </a:cubicBezTo>
                        <a:cubicBezTo>
                          <a:pt x="245" y="174"/>
                          <a:pt x="234" y="175"/>
                          <a:pt x="224" y="173"/>
                        </a:cubicBezTo>
                        <a:cubicBezTo>
                          <a:pt x="186" y="185"/>
                          <a:pt x="189" y="192"/>
                          <a:pt x="164" y="218"/>
                        </a:cubicBezTo>
                        <a:cubicBezTo>
                          <a:pt x="150" y="232"/>
                          <a:pt x="133" y="242"/>
                          <a:pt x="119" y="255"/>
                        </a:cubicBezTo>
                        <a:cubicBezTo>
                          <a:pt x="113" y="275"/>
                          <a:pt x="113" y="289"/>
                          <a:pt x="89" y="300"/>
                        </a:cubicBezTo>
                        <a:cubicBezTo>
                          <a:pt x="63" y="312"/>
                          <a:pt x="34" y="313"/>
                          <a:pt x="7" y="323"/>
                        </a:cubicBezTo>
                        <a:cubicBezTo>
                          <a:pt x="0" y="326"/>
                          <a:pt x="21" y="317"/>
                          <a:pt x="29" y="315"/>
                        </a:cubicBezTo>
                        <a:cubicBezTo>
                          <a:pt x="44" y="312"/>
                          <a:pt x="59" y="310"/>
                          <a:pt x="74" y="308"/>
                        </a:cubicBezTo>
                        <a:cubicBezTo>
                          <a:pt x="113" y="294"/>
                          <a:pt x="124" y="261"/>
                          <a:pt x="157" y="240"/>
                        </a:cubicBezTo>
                        <a:cubicBezTo>
                          <a:pt x="162" y="233"/>
                          <a:pt x="165" y="224"/>
                          <a:pt x="172" y="218"/>
                        </a:cubicBezTo>
                        <a:cubicBezTo>
                          <a:pt x="178" y="213"/>
                          <a:pt x="188" y="216"/>
                          <a:pt x="194" y="210"/>
                        </a:cubicBezTo>
                        <a:cubicBezTo>
                          <a:pt x="197" y="207"/>
                          <a:pt x="208" y="168"/>
                          <a:pt x="209" y="165"/>
                        </a:cubicBezTo>
                        <a:cubicBezTo>
                          <a:pt x="182" y="163"/>
                          <a:pt x="151" y="172"/>
                          <a:pt x="127" y="158"/>
                        </a:cubicBezTo>
                        <a:cubicBezTo>
                          <a:pt x="116" y="151"/>
                          <a:pt x="132" y="133"/>
                          <a:pt x="134" y="120"/>
                        </a:cubicBezTo>
                        <a:cubicBezTo>
                          <a:pt x="148" y="17"/>
                          <a:pt x="132" y="76"/>
                          <a:pt x="157" y="0"/>
                        </a:cubicBezTo>
                        <a:cubicBezTo>
                          <a:pt x="174" y="56"/>
                          <a:pt x="145" y="35"/>
                          <a:pt x="127" y="90"/>
                        </a:cubicBezTo>
                        <a:cubicBezTo>
                          <a:pt x="122" y="105"/>
                          <a:pt x="117" y="120"/>
                          <a:pt x="112" y="135"/>
                        </a:cubicBezTo>
                        <a:cubicBezTo>
                          <a:pt x="109" y="143"/>
                          <a:pt x="104" y="158"/>
                          <a:pt x="104" y="158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3" name="Group 58"/>
                <p:cNvGrpSpPr>
                  <a:grpSpLocks/>
                </p:cNvGrpSpPr>
                <p:nvPr/>
              </p:nvGrpSpPr>
              <p:grpSpPr bwMode="auto">
                <a:xfrm>
                  <a:off x="10002" y="924"/>
                  <a:ext cx="455" cy="1381"/>
                  <a:chOff x="8169" y="739"/>
                  <a:chExt cx="455" cy="1381"/>
                </a:xfrm>
              </p:grpSpPr>
              <p:sp>
                <p:nvSpPr>
                  <p:cNvPr id="254" name="Freeform 59"/>
                  <p:cNvSpPr>
                    <a:spLocks/>
                  </p:cNvSpPr>
                  <p:nvPr/>
                </p:nvSpPr>
                <p:spPr bwMode="auto">
                  <a:xfrm>
                    <a:off x="8190" y="773"/>
                    <a:ext cx="263" cy="1347"/>
                  </a:xfrm>
                  <a:custGeom>
                    <a:avLst/>
                    <a:gdLst>
                      <a:gd name="T0" fmla="*/ 68 w 263"/>
                      <a:gd name="T1" fmla="*/ 1312 h 1347"/>
                      <a:gd name="T2" fmla="*/ 30 w 263"/>
                      <a:gd name="T3" fmla="*/ 1245 h 1347"/>
                      <a:gd name="T4" fmla="*/ 0 w 263"/>
                      <a:gd name="T5" fmla="*/ 795 h 1347"/>
                      <a:gd name="T6" fmla="*/ 23 w 263"/>
                      <a:gd name="T7" fmla="*/ 397 h 1347"/>
                      <a:gd name="T8" fmla="*/ 83 w 263"/>
                      <a:gd name="T9" fmla="*/ 315 h 1347"/>
                      <a:gd name="T10" fmla="*/ 180 w 263"/>
                      <a:gd name="T11" fmla="*/ 135 h 1347"/>
                      <a:gd name="T12" fmla="*/ 248 w 263"/>
                      <a:gd name="T13" fmla="*/ 22 h 1347"/>
                      <a:gd name="T14" fmla="*/ 255 w 263"/>
                      <a:gd name="T15" fmla="*/ 0 h 1347"/>
                      <a:gd name="T16" fmla="*/ 263 w 263"/>
                      <a:gd name="T17" fmla="*/ 22 h 1347"/>
                      <a:gd name="T18" fmla="*/ 240 w 263"/>
                      <a:gd name="T19" fmla="*/ 262 h 1347"/>
                      <a:gd name="T20" fmla="*/ 225 w 263"/>
                      <a:gd name="T21" fmla="*/ 547 h 1347"/>
                      <a:gd name="T22" fmla="*/ 195 w 263"/>
                      <a:gd name="T23" fmla="*/ 990 h 1347"/>
                      <a:gd name="T24" fmla="*/ 165 w 263"/>
                      <a:gd name="T25" fmla="*/ 1117 h 1347"/>
                      <a:gd name="T26" fmla="*/ 135 w 263"/>
                      <a:gd name="T27" fmla="*/ 1215 h 1347"/>
                      <a:gd name="T28" fmla="*/ 98 w 263"/>
                      <a:gd name="T29" fmla="*/ 1282 h 1347"/>
                      <a:gd name="T30" fmla="*/ 68 w 263"/>
                      <a:gd name="T31" fmla="*/ 1312 h 1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63"/>
                      <a:gd name="T49" fmla="*/ 0 h 1347"/>
                      <a:gd name="T50" fmla="*/ 263 w 263"/>
                      <a:gd name="T51" fmla="*/ 1347 h 1347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63" h="1347">
                        <a:moveTo>
                          <a:pt x="68" y="1312"/>
                        </a:moveTo>
                        <a:cubicBezTo>
                          <a:pt x="34" y="1261"/>
                          <a:pt x="44" y="1284"/>
                          <a:pt x="30" y="1245"/>
                        </a:cubicBezTo>
                        <a:cubicBezTo>
                          <a:pt x="25" y="983"/>
                          <a:pt x="44" y="962"/>
                          <a:pt x="0" y="795"/>
                        </a:cubicBezTo>
                        <a:cubicBezTo>
                          <a:pt x="2" y="750"/>
                          <a:pt x="3" y="429"/>
                          <a:pt x="23" y="397"/>
                        </a:cubicBezTo>
                        <a:cubicBezTo>
                          <a:pt x="41" y="368"/>
                          <a:pt x="64" y="343"/>
                          <a:pt x="83" y="315"/>
                        </a:cubicBezTo>
                        <a:cubicBezTo>
                          <a:pt x="108" y="233"/>
                          <a:pt x="130" y="199"/>
                          <a:pt x="180" y="135"/>
                        </a:cubicBezTo>
                        <a:cubicBezTo>
                          <a:pt x="209" y="98"/>
                          <a:pt x="223" y="60"/>
                          <a:pt x="248" y="22"/>
                        </a:cubicBezTo>
                        <a:cubicBezTo>
                          <a:pt x="250" y="15"/>
                          <a:pt x="247" y="0"/>
                          <a:pt x="255" y="0"/>
                        </a:cubicBezTo>
                        <a:cubicBezTo>
                          <a:pt x="263" y="0"/>
                          <a:pt x="263" y="14"/>
                          <a:pt x="263" y="22"/>
                        </a:cubicBezTo>
                        <a:cubicBezTo>
                          <a:pt x="259" y="148"/>
                          <a:pt x="254" y="170"/>
                          <a:pt x="240" y="262"/>
                        </a:cubicBezTo>
                        <a:cubicBezTo>
                          <a:pt x="235" y="357"/>
                          <a:pt x="230" y="452"/>
                          <a:pt x="225" y="547"/>
                        </a:cubicBezTo>
                        <a:cubicBezTo>
                          <a:pt x="218" y="671"/>
                          <a:pt x="242" y="856"/>
                          <a:pt x="195" y="990"/>
                        </a:cubicBezTo>
                        <a:cubicBezTo>
                          <a:pt x="189" y="1035"/>
                          <a:pt x="176" y="1074"/>
                          <a:pt x="165" y="1117"/>
                        </a:cubicBezTo>
                        <a:cubicBezTo>
                          <a:pt x="159" y="1162"/>
                          <a:pt x="158" y="1179"/>
                          <a:pt x="135" y="1215"/>
                        </a:cubicBezTo>
                        <a:cubicBezTo>
                          <a:pt x="108" y="1295"/>
                          <a:pt x="137" y="1232"/>
                          <a:pt x="98" y="1282"/>
                        </a:cubicBezTo>
                        <a:cubicBezTo>
                          <a:pt x="65" y="1324"/>
                          <a:pt x="68" y="1347"/>
                          <a:pt x="68" y="1312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5" name="Freeform 60"/>
                  <p:cNvSpPr>
                    <a:spLocks/>
                  </p:cNvSpPr>
                  <p:nvPr/>
                </p:nvSpPr>
                <p:spPr bwMode="auto">
                  <a:xfrm>
                    <a:off x="8258" y="739"/>
                    <a:ext cx="366" cy="1361"/>
                  </a:xfrm>
                  <a:custGeom>
                    <a:avLst/>
                    <a:gdLst>
                      <a:gd name="T0" fmla="*/ 0 w 366"/>
                      <a:gd name="T1" fmla="*/ 1354 h 1361"/>
                      <a:gd name="T2" fmla="*/ 37 w 366"/>
                      <a:gd name="T3" fmla="*/ 1211 h 1361"/>
                      <a:gd name="T4" fmla="*/ 52 w 366"/>
                      <a:gd name="T5" fmla="*/ 1189 h 1361"/>
                      <a:gd name="T6" fmla="*/ 67 w 366"/>
                      <a:gd name="T7" fmla="*/ 1144 h 1361"/>
                      <a:gd name="T8" fmla="*/ 135 w 366"/>
                      <a:gd name="T9" fmla="*/ 739 h 1361"/>
                      <a:gd name="T10" fmla="*/ 142 w 366"/>
                      <a:gd name="T11" fmla="*/ 671 h 1361"/>
                      <a:gd name="T12" fmla="*/ 157 w 366"/>
                      <a:gd name="T13" fmla="*/ 491 h 1361"/>
                      <a:gd name="T14" fmla="*/ 165 w 366"/>
                      <a:gd name="T15" fmla="*/ 229 h 1361"/>
                      <a:gd name="T16" fmla="*/ 172 w 366"/>
                      <a:gd name="T17" fmla="*/ 206 h 1361"/>
                      <a:gd name="T18" fmla="*/ 217 w 366"/>
                      <a:gd name="T19" fmla="*/ 41 h 1361"/>
                      <a:gd name="T20" fmla="*/ 337 w 366"/>
                      <a:gd name="T21" fmla="*/ 26 h 1361"/>
                      <a:gd name="T22" fmla="*/ 315 w 366"/>
                      <a:gd name="T23" fmla="*/ 34 h 1361"/>
                      <a:gd name="T24" fmla="*/ 292 w 366"/>
                      <a:gd name="T25" fmla="*/ 49 h 1361"/>
                      <a:gd name="T26" fmla="*/ 262 w 366"/>
                      <a:gd name="T27" fmla="*/ 94 h 1361"/>
                      <a:gd name="T28" fmla="*/ 247 w 366"/>
                      <a:gd name="T29" fmla="*/ 116 h 1361"/>
                      <a:gd name="T30" fmla="*/ 322 w 366"/>
                      <a:gd name="T31" fmla="*/ 386 h 1361"/>
                      <a:gd name="T32" fmla="*/ 352 w 366"/>
                      <a:gd name="T33" fmla="*/ 544 h 1361"/>
                      <a:gd name="T34" fmla="*/ 352 w 366"/>
                      <a:gd name="T35" fmla="*/ 844 h 1361"/>
                      <a:gd name="T36" fmla="*/ 300 w 366"/>
                      <a:gd name="T37" fmla="*/ 956 h 1361"/>
                      <a:gd name="T38" fmla="*/ 225 w 366"/>
                      <a:gd name="T39" fmla="*/ 1099 h 1361"/>
                      <a:gd name="T40" fmla="*/ 210 w 366"/>
                      <a:gd name="T41" fmla="*/ 1144 h 1361"/>
                      <a:gd name="T42" fmla="*/ 30 w 366"/>
                      <a:gd name="T43" fmla="*/ 1331 h 1361"/>
                      <a:gd name="T44" fmla="*/ 0 w 366"/>
                      <a:gd name="T45" fmla="*/ 1354 h 1361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366"/>
                      <a:gd name="T70" fmla="*/ 0 h 1361"/>
                      <a:gd name="T71" fmla="*/ 366 w 366"/>
                      <a:gd name="T72" fmla="*/ 1361 h 1361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366" h="1361">
                        <a:moveTo>
                          <a:pt x="0" y="1354"/>
                        </a:moveTo>
                        <a:cubicBezTo>
                          <a:pt x="11" y="1307"/>
                          <a:pt x="16" y="1255"/>
                          <a:pt x="37" y="1211"/>
                        </a:cubicBezTo>
                        <a:cubicBezTo>
                          <a:pt x="41" y="1203"/>
                          <a:pt x="48" y="1197"/>
                          <a:pt x="52" y="1189"/>
                        </a:cubicBezTo>
                        <a:cubicBezTo>
                          <a:pt x="58" y="1175"/>
                          <a:pt x="67" y="1144"/>
                          <a:pt x="67" y="1144"/>
                        </a:cubicBezTo>
                        <a:cubicBezTo>
                          <a:pt x="88" y="1007"/>
                          <a:pt x="99" y="873"/>
                          <a:pt x="135" y="739"/>
                        </a:cubicBezTo>
                        <a:cubicBezTo>
                          <a:pt x="137" y="716"/>
                          <a:pt x="140" y="694"/>
                          <a:pt x="142" y="671"/>
                        </a:cubicBezTo>
                        <a:cubicBezTo>
                          <a:pt x="147" y="611"/>
                          <a:pt x="157" y="491"/>
                          <a:pt x="157" y="491"/>
                        </a:cubicBezTo>
                        <a:cubicBezTo>
                          <a:pt x="160" y="404"/>
                          <a:pt x="160" y="316"/>
                          <a:pt x="165" y="229"/>
                        </a:cubicBezTo>
                        <a:cubicBezTo>
                          <a:pt x="165" y="221"/>
                          <a:pt x="171" y="214"/>
                          <a:pt x="172" y="206"/>
                        </a:cubicBezTo>
                        <a:cubicBezTo>
                          <a:pt x="180" y="160"/>
                          <a:pt x="167" y="59"/>
                          <a:pt x="217" y="41"/>
                        </a:cubicBezTo>
                        <a:cubicBezTo>
                          <a:pt x="260" y="0"/>
                          <a:pt x="241" y="7"/>
                          <a:pt x="337" y="26"/>
                        </a:cubicBezTo>
                        <a:cubicBezTo>
                          <a:pt x="345" y="28"/>
                          <a:pt x="322" y="30"/>
                          <a:pt x="315" y="34"/>
                        </a:cubicBezTo>
                        <a:cubicBezTo>
                          <a:pt x="307" y="38"/>
                          <a:pt x="300" y="44"/>
                          <a:pt x="292" y="49"/>
                        </a:cubicBezTo>
                        <a:cubicBezTo>
                          <a:pt x="282" y="64"/>
                          <a:pt x="272" y="79"/>
                          <a:pt x="262" y="94"/>
                        </a:cubicBezTo>
                        <a:cubicBezTo>
                          <a:pt x="257" y="101"/>
                          <a:pt x="247" y="116"/>
                          <a:pt x="247" y="116"/>
                        </a:cubicBezTo>
                        <a:cubicBezTo>
                          <a:pt x="258" y="210"/>
                          <a:pt x="293" y="296"/>
                          <a:pt x="322" y="386"/>
                        </a:cubicBezTo>
                        <a:cubicBezTo>
                          <a:pt x="338" y="437"/>
                          <a:pt x="340" y="492"/>
                          <a:pt x="352" y="544"/>
                        </a:cubicBezTo>
                        <a:cubicBezTo>
                          <a:pt x="366" y="683"/>
                          <a:pt x="365" y="638"/>
                          <a:pt x="352" y="844"/>
                        </a:cubicBezTo>
                        <a:cubicBezTo>
                          <a:pt x="350" y="868"/>
                          <a:pt x="311" y="924"/>
                          <a:pt x="300" y="956"/>
                        </a:cubicBezTo>
                        <a:cubicBezTo>
                          <a:pt x="282" y="1010"/>
                          <a:pt x="256" y="1051"/>
                          <a:pt x="225" y="1099"/>
                        </a:cubicBezTo>
                        <a:cubicBezTo>
                          <a:pt x="214" y="1115"/>
                          <a:pt x="219" y="1127"/>
                          <a:pt x="210" y="1144"/>
                        </a:cubicBezTo>
                        <a:cubicBezTo>
                          <a:pt x="171" y="1216"/>
                          <a:pt x="95" y="1287"/>
                          <a:pt x="30" y="1331"/>
                        </a:cubicBezTo>
                        <a:cubicBezTo>
                          <a:pt x="20" y="1361"/>
                          <a:pt x="30" y="1354"/>
                          <a:pt x="0" y="1354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6" name="Freeform 61"/>
                  <p:cNvSpPr>
                    <a:spLocks/>
                  </p:cNvSpPr>
                  <p:nvPr/>
                </p:nvSpPr>
                <p:spPr bwMode="auto">
                  <a:xfrm>
                    <a:off x="8169" y="887"/>
                    <a:ext cx="360" cy="1176"/>
                  </a:xfrm>
                  <a:custGeom>
                    <a:avLst/>
                    <a:gdLst>
                      <a:gd name="T0" fmla="*/ 89 w 360"/>
                      <a:gd name="T1" fmla="*/ 1176 h 1176"/>
                      <a:gd name="T2" fmla="*/ 111 w 360"/>
                      <a:gd name="T3" fmla="*/ 1093 h 1176"/>
                      <a:gd name="T4" fmla="*/ 134 w 360"/>
                      <a:gd name="T5" fmla="*/ 1056 h 1176"/>
                      <a:gd name="T6" fmla="*/ 156 w 360"/>
                      <a:gd name="T7" fmla="*/ 1033 h 1176"/>
                      <a:gd name="T8" fmla="*/ 164 w 360"/>
                      <a:gd name="T9" fmla="*/ 1011 h 1176"/>
                      <a:gd name="T10" fmla="*/ 194 w 360"/>
                      <a:gd name="T11" fmla="*/ 996 h 1176"/>
                      <a:gd name="T12" fmla="*/ 239 w 360"/>
                      <a:gd name="T13" fmla="*/ 988 h 1176"/>
                      <a:gd name="T14" fmla="*/ 179 w 360"/>
                      <a:gd name="T15" fmla="*/ 996 h 1176"/>
                      <a:gd name="T16" fmla="*/ 156 w 360"/>
                      <a:gd name="T17" fmla="*/ 1003 h 1176"/>
                      <a:gd name="T18" fmla="*/ 149 w 360"/>
                      <a:gd name="T19" fmla="*/ 981 h 1176"/>
                      <a:gd name="T20" fmla="*/ 171 w 360"/>
                      <a:gd name="T21" fmla="*/ 906 h 1176"/>
                      <a:gd name="T22" fmla="*/ 164 w 360"/>
                      <a:gd name="T23" fmla="*/ 876 h 1176"/>
                      <a:gd name="T24" fmla="*/ 164 w 360"/>
                      <a:gd name="T25" fmla="*/ 861 h 1176"/>
                      <a:gd name="T26" fmla="*/ 171 w 360"/>
                      <a:gd name="T27" fmla="*/ 838 h 1176"/>
                      <a:gd name="T28" fmla="*/ 269 w 360"/>
                      <a:gd name="T29" fmla="*/ 778 h 1176"/>
                      <a:gd name="T30" fmla="*/ 299 w 360"/>
                      <a:gd name="T31" fmla="*/ 831 h 1176"/>
                      <a:gd name="T32" fmla="*/ 201 w 360"/>
                      <a:gd name="T33" fmla="*/ 771 h 1176"/>
                      <a:gd name="T34" fmla="*/ 231 w 360"/>
                      <a:gd name="T35" fmla="*/ 613 h 1176"/>
                      <a:gd name="T36" fmla="*/ 314 w 360"/>
                      <a:gd name="T37" fmla="*/ 636 h 1176"/>
                      <a:gd name="T38" fmla="*/ 321 w 360"/>
                      <a:gd name="T39" fmla="*/ 658 h 1176"/>
                      <a:gd name="T40" fmla="*/ 314 w 360"/>
                      <a:gd name="T41" fmla="*/ 673 h 1176"/>
                      <a:gd name="T42" fmla="*/ 216 w 360"/>
                      <a:gd name="T43" fmla="*/ 606 h 1176"/>
                      <a:gd name="T44" fmla="*/ 164 w 360"/>
                      <a:gd name="T45" fmla="*/ 538 h 1176"/>
                      <a:gd name="T46" fmla="*/ 239 w 360"/>
                      <a:gd name="T47" fmla="*/ 561 h 1176"/>
                      <a:gd name="T48" fmla="*/ 201 w 360"/>
                      <a:gd name="T49" fmla="*/ 456 h 1176"/>
                      <a:gd name="T50" fmla="*/ 246 w 360"/>
                      <a:gd name="T51" fmla="*/ 426 h 1176"/>
                      <a:gd name="T52" fmla="*/ 291 w 360"/>
                      <a:gd name="T53" fmla="*/ 411 h 1176"/>
                      <a:gd name="T54" fmla="*/ 344 w 360"/>
                      <a:gd name="T55" fmla="*/ 381 h 1176"/>
                      <a:gd name="T56" fmla="*/ 321 w 360"/>
                      <a:gd name="T57" fmla="*/ 388 h 1176"/>
                      <a:gd name="T58" fmla="*/ 276 w 360"/>
                      <a:gd name="T59" fmla="*/ 403 h 1176"/>
                      <a:gd name="T60" fmla="*/ 231 w 360"/>
                      <a:gd name="T61" fmla="*/ 426 h 1176"/>
                      <a:gd name="T62" fmla="*/ 194 w 360"/>
                      <a:gd name="T63" fmla="*/ 336 h 1176"/>
                      <a:gd name="T64" fmla="*/ 141 w 360"/>
                      <a:gd name="T65" fmla="*/ 313 h 1176"/>
                      <a:gd name="T66" fmla="*/ 111 w 360"/>
                      <a:gd name="T67" fmla="*/ 306 h 1176"/>
                      <a:gd name="T68" fmla="*/ 156 w 360"/>
                      <a:gd name="T69" fmla="*/ 313 h 1176"/>
                      <a:gd name="T70" fmla="*/ 224 w 360"/>
                      <a:gd name="T71" fmla="*/ 351 h 1176"/>
                      <a:gd name="T72" fmla="*/ 246 w 360"/>
                      <a:gd name="T73" fmla="*/ 276 h 1176"/>
                      <a:gd name="T74" fmla="*/ 246 w 360"/>
                      <a:gd name="T75" fmla="*/ 246 h 1176"/>
                      <a:gd name="T76" fmla="*/ 201 w 360"/>
                      <a:gd name="T77" fmla="*/ 186 h 1176"/>
                      <a:gd name="T78" fmla="*/ 194 w 360"/>
                      <a:gd name="T79" fmla="*/ 156 h 1176"/>
                      <a:gd name="T80" fmla="*/ 224 w 360"/>
                      <a:gd name="T81" fmla="*/ 201 h 1176"/>
                      <a:gd name="T82" fmla="*/ 239 w 360"/>
                      <a:gd name="T83" fmla="*/ 178 h 1176"/>
                      <a:gd name="T84" fmla="*/ 246 w 360"/>
                      <a:gd name="T85" fmla="*/ 81 h 1176"/>
                      <a:gd name="T86" fmla="*/ 269 w 360"/>
                      <a:gd name="T87" fmla="*/ 36 h 1176"/>
                      <a:gd name="T88" fmla="*/ 284 w 360"/>
                      <a:gd name="T89" fmla="*/ 21 h 1176"/>
                      <a:gd name="T90" fmla="*/ 192 w 360"/>
                      <a:gd name="T91" fmla="*/ 17 h 117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360"/>
                      <a:gd name="T139" fmla="*/ 0 h 1176"/>
                      <a:gd name="T140" fmla="*/ 360 w 360"/>
                      <a:gd name="T141" fmla="*/ 1176 h 1176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360" h="1176">
                        <a:moveTo>
                          <a:pt x="89" y="1176"/>
                        </a:moveTo>
                        <a:cubicBezTo>
                          <a:pt x="94" y="1146"/>
                          <a:pt x="102" y="1121"/>
                          <a:pt x="111" y="1093"/>
                        </a:cubicBezTo>
                        <a:cubicBezTo>
                          <a:pt x="95" y="1043"/>
                          <a:pt x="22" y="1069"/>
                          <a:pt x="134" y="1056"/>
                        </a:cubicBezTo>
                        <a:cubicBezTo>
                          <a:pt x="141" y="1048"/>
                          <a:pt x="150" y="1042"/>
                          <a:pt x="156" y="1033"/>
                        </a:cubicBezTo>
                        <a:cubicBezTo>
                          <a:pt x="160" y="1027"/>
                          <a:pt x="158" y="1016"/>
                          <a:pt x="164" y="1011"/>
                        </a:cubicBezTo>
                        <a:cubicBezTo>
                          <a:pt x="172" y="1003"/>
                          <a:pt x="183" y="999"/>
                          <a:pt x="194" y="996"/>
                        </a:cubicBezTo>
                        <a:cubicBezTo>
                          <a:pt x="209" y="992"/>
                          <a:pt x="254" y="988"/>
                          <a:pt x="239" y="988"/>
                        </a:cubicBezTo>
                        <a:cubicBezTo>
                          <a:pt x="219" y="988"/>
                          <a:pt x="199" y="993"/>
                          <a:pt x="179" y="996"/>
                        </a:cubicBezTo>
                        <a:cubicBezTo>
                          <a:pt x="171" y="998"/>
                          <a:pt x="163" y="1007"/>
                          <a:pt x="156" y="1003"/>
                        </a:cubicBezTo>
                        <a:cubicBezTo>
                          <a:pt x="149" y="1000"/>
                          <a:pt x="149" y="989"/>
                          <a:pt x="149" y="981"/>
                        </a:cubicBezTo>
                        <a:cubicBezTo>
                          <a:pt x="149" y="931"/>
                          <a:pt x="150" y="937"/>
                          <a:pt x="171" y="906"/>
                        </a:cubicBezTo>
                        <a:cubicBezTo>
                          <a:pt x="169" y="896"/>
                          <a:pt x="173" y="880"/>
                          <a:pt x="164" y="876"/>
                        </a:cubicBezTo>
                        <a:cubicBezTo>
                          <a:pt x="128" y="859"/>
                          <a:pt x="0" y="876"/>
                          <a:pt x="164" y="861"/>
                        </a:cubicBezTo>
                        <a:cubicBezTo>
                          <a:pt x="166" y="853"/>
                          <a:pt x="170" y="846"/>
                          <a:pt x="171" y="838"/>
                        </a:cubicBezTo>
                        <a:cubicBezTo>
                          <a:pt x="187" y="741"/>
                          <a:pt x="151" y="769"/>
                          <a:pt x="269" y="778"/>
                        </a:cubicBezTo>
                        <a:cubicBezTo>
                          <a:pt x="278" y="792"/>
                          <a:pt x="360" y="873"/>
                          <a:pt x="299" y="831"/>
                        </a:cubicBezTo>
                        <a:cubicBezTo>
                          <a:pt x="280" y="776"/>
                          <a:pt x="258" y="779"/>
                          <a:pt x="201" y="771"/>
                        </a:cubicBezTo>
                        <a:cubicBezTo>
                          <a:pt x="195" y="722"/>
                          <a:pt x="185" y="644"/>
                          <a:pt x="231" y="613"/>
                        </a:cubicBezTo>
                        <a:cubicBezTo>
                          <a:pt x="254" y="616"/>
                          <a:pt x="295" y="613"/>
                          <a:pt x="314" y="636"/>
                        </a:cubicBezTo>
                        <a:cubicBezTo>
                          <a:pt x="319" y="642"/>
                          <a:pt x="318" y="651"/>
                          <a:pt x="321" y="658"/>
                        </a:cubicBezTo>
                        <a:cubicBezTo>
                          <a:pt x="334" y="685"/>
                          <a:pt x="350" y="686"/>
                          <a:pt x="314" y="673"/>
                        </a:cubicBezTo>
                        <a:cubicBezTo>
                          <a:pt x="275" y="615"/>
                          <a:pt x="280" y="625"/>
                          <a:pt x="216" y="606"/>
                        </a:cubicBezTo>
                        <a:cubicBezTo>
                          <a:pt x="207" y="541"/>
                          <a:pt x="213" y="556"/>
                          <a:pt x="164" y="538"/>
                        </a:cubicBezTo>
                        <a:cubicBezTo>
                          <a:pt x="177" y="580"/>
                          <a:pt x="199" y="567"/>
                          <a:pt x="239" y="561"/>
                        </a:cubicBezTo>
                        <a:cubicBezTo>
                          <a:pt x="229" y="524"/>
                          <a:pt x="214" y="492"/>
                          <a:pt x="201" y="456"/>
                        </a:cubicBezTo>
                        <a:cubicBezTo>
                          <a:pt x="216" y="446"/>
                          <a:pt x="231" y="436"/>
                          <a:pt x="246" y="426"/>
                        </a:cubicBezTo>
                        <a:cubicBezTo>
                          <a:pt x="259" y="417"/>
                          <a:pt x="291" y="411"/>
                          <a:pt x="291" y="411"/>
                        </a:cubicBezTo>
                        <a:cubicBezTo>
                          <a:pt x="308" y="400"/>
                          <a:pt x="331" y="396"/>
                          <a:pt x="344" y="381"/>
                        </a:cubicBezTo>
                        <a:cubicBezTo>
                          <a:pt x="349" y="375"/>
                          <a:pt x="329" y="385"/>
                          <a:pt x="321" y="388"/>
                        </a:cubicBezTo>
                        <a:cubicBezTo>
                          <a:pt x="261" y="408"/>
                          <a:pt x="338" y="384"/>
                          <a:pt x="276" y="403"/>
                        </a:cubicBezTo>
                        <a:cubicBezTo>
                          <a:pt x="259" y="414"/>
                          <a:pt x="235" y="432"/>
                          <a:pt x="231" y="426"/>
                        </a:cubicBezTo>
                        <a:cubicBezTo>
                          <a:pt x="201" y="381"/>
                          <a:pt x="243" y="364"/>
                          <a:pt x="194" y="336"/>
                        </a:cubicBezTo>
                        <a:cubicBezTo>
                          <a:pt x="177" y="326"/>
                          <a:pt x="160" y="318"/>
                          <a:pt x="141" y="313"/>
                        </a:cubicBezTo>
                        <a:cubicBezTo>
                          <a:pt x="131" y="310"/>
                          <a:pt x="101" y="306"/>
                          <a:pt x="111" y="306"/>
                        </a:cubicBezTo>
                        <a:cubicBezTo>
                          <a:pt x="126" y="306"/>
                          <a:pt x="141" y="311"/>
                          <a:pt x="156" y="313"/>
                        </a:cubicBezTo>
                        <a:cubicBezTo>
                          <a:pt x="208" y="348"/>
                          <a:pt x="184" y="337"/>
                          <a:pt x="224" y="351"/>
                        </a:cubicBezTo>
                        <a:cubicBezTo>
                          <a:pt x="252" y="309"/>
                          <a:pt x="232" y="346"/>
                          <a:pt x="246" y="276"/>
                        </a:cubicBezTo>
                        <a:cubicBezTo>
                          <a:pt x="253" y="243"/>
                          <a:pt x="296" y="213"/>
                          <a:pt x="246" y="246"/>
                        </a:cubicBezTo>
                        <a:cubicBezTo>
                          <a:pt x="220" y="228"/>
                          <a:pt x="219" y="212"/>
                          <a:pt x="201" y="186"/>
                        </a:cubicBezTo>
                        <a:cubicBezTo>
                          <a:pt x="199" y="176"/>
                          <a:pt x="185" y="150"/>
                          <a:pt x="194" y="156"/>
                        </a:cubicBezTo>
                        <a:cubicBezTo>
                          <a:pt x="209" y="166"/>
                          <a:pt x="224" y="201"/>
                          <a:pt x="224" y="201"/>
                        </a:cubicBezTo>
                        <a:cubicBezTo>
                          <a:pt x="229" y="193"/>
                          <a:pt x="237" y="187"/>
                          <a:pt x="239" y="178"/>
                        </a:cubicBezTo>
                        <a:cubicBezTo>
                          <a:pt x="245" y="146"/>
                          <a:pt x="234" y="111"/>
                          <a:pt x="246" y="81"/>
                        </a:cubicBezTo>
                        <a:cubicBezTo>
                          <a:pt x="264" y="34"/>
                          <a:pt x="341" y="0"/>
                          <a:pt x="269" y="36"/>
                        </a:cubicBezTo>
                        <a:cubicBezTo>
                          <a:pt x="269" y="36"/>
                          <a:pt x="279" y="26"/>
                          <a:pt x="284" y="21"/>
                        </a:cubicBezTo>
                        <a:lnTo>
                          <a:pt x="192" y="17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4" name="Group 62"/>
                <p:cNvGrpSpPr>
                  <a:grpSpLocks/>
                </p:cNvGrpSpPr>
                <p:nvPr/>
              </p:nvGrpSpPr>
              <p:grpSpPr bwMode="auto">
                <a:xfrm>
                  <a:off x="9554" y="724"/>
                  <a:ext cx="597" cy="1445"/>
                  <a:chOff x="7721" y="539"/>
                  <a:chExt cx="597" cy="1445"/>
                </a:xfrm>
              </p:grpSpPr>
              <p:sp>
                <p:nvSpPr>
                  <p:cNvPr id="251" name="Freeform 63"/>
                  <p:cNvSpPr>
                    <a:spLocks/>
                  </p:cNvSpPr>
                  <p:nvPr/>
                </p:nvSpPr>
                <p:spPr bwMode="auto">
                  <a:xfrm>
                    <a:off x="7721" y="693"/>
                    <a:ext cx="492" cy="1210"/>
                  </a:xfrm>
                  <a:custGeom>
                    <a:avLst/>
                    <a:gdLst>
                      <a:gd name="T0" fmla="*/ 469 w 492"/>
                      <a:gd name="T1" fmla="*/ 1160 h 1210"/>
                      <a:gd name="T2" fmla="*/ 439 w 492"/>
                      <a:gd name="T3" fmla="*/ 1115 h 1210"/>
                      <a:gd name="T4" fmla="*/ 372 w 492"/>
                      <a:gd name="T5" fmla="*/ 1017 h 1210"/>
                      <a:gd name="T6" fmla="*/ 327 w 492"/>
                      <a:gd name="T7" fmla="*/ 950 h 1210"/>
                      <a:gd name="T8" fmla="*/ 319 w 492"/>
                      <a:gd name="T9" fmla="*/ 927 h 1210"/>
                      <a:gd name="T10" fmla="*/ 312 w 492"/>
                      <a:gd name="T11" fmla="*/ 867 h 1210"/>
                      <a:gd name="T12" fmla="*/ 297 w 492"/>
                      <a:gd name="T13" fmla="*/ 845 h 1210"/>
                      <a:gd name="T14" fmla="*/ 237 w 492"/>
                      <a:gd name="T15" fmla="*/ 740 h 1210"/>
                      <a:gd name="T16" fmla="*/ 207 w 492"/>
                      <a:gd name="T17" fmla="*/ 687 h 1210"/>
                      <a:gd name="T18" fmla="*/ 147 w 492"/>
                      <a:gd name="T19" fmla="*/ 627 h 1210"/>
                      <a:gd name="T20" fmla="*/ 19 w 492"/>
                      <a:gd name="T21" fmla="*/ 432 h 1210"/>
                      <a:gd name="T22" fmla="*/ 42 w 492"/>
                      <a:gd name="T23" fmla="*/ 95 h 1210"/>
                      <a:gd name="T24" fmla="*/ 49 w 492"/>
                      <a:gd name="T25" fmla="*/ 12 h 1210"/>
                      <a:gd name="T26" fmla="*/ 72 w 492"/>
                      <a:gd name="T27" fmla="*/ 5 h 1210"/>
                      <a:gd name="T28" fmla="*/ 102 w 492"/>
                      <a:gd name="T29" fmla="*/ 50 h 1210"/>
                      <a:gd name="T30" fmla="*/ 132 w 492"/>
                      <a:gd name="T31" fmla="*/ 117 h 1210"/>
                      <a:gd name="T32" fmla="*/ 222 w 492"/>
                      <a:gd name="T33" fmla="*/ 267 h 1210"/>
                      <a:gd name="T34" fmla="*/ 229 w 492"/>
                      <a:gd name="T35" fmla="*/ 290 h 1210"/>
                      <a:gd name="T36" fmla="*/ 244 w 492"/>
                      <a:gd name="T37" fmla="*/ 312 h 1210"/>
                      <a:gd name="T38" fmla="*/ 304 w 492"/>
                      <a:gd name="T39" fmla="*/ 440 h 1210"/>
                      <a:gd name="T40" fmla="*/ 357 w 492"/>
                      <a:gd name="T41" fmla="*/ 575 h 1210"/>
                      <a:gd name="T42" fmla="*/ 364 w 492"/>
                      <a:gd name="T43" fmla="*/ 635 h 1210"/>
                      <a:gd name="T44" fmla="*/ 394 w 492"/>
                      <a:gd name="T45" fmla="*/ 755 h 1210"/>
                      <a:gd name="T46" fmla="*/ 454 w 492"/>
                      <a:gd name="T47" fmla="*/ 920 h 1210"/>
                      <a:gd name="T48" fmla="*/ 484 w 492"/>
                      <a:gd name="T49" fmla="*/ 1197 h 1210"/>
                      <a:gd name="T50" fmla="*/ 469 w 492"/>
                      <a:gd name="T51" fmla="*/ 1160 h 1210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492"/>
                      <a:gd name="T79" fmla="*/ 0 h 1210"/>
                      <a:gd name="T80" fmla="*/ 492 w 492"/>
                      <a:gd name="T81" fmla="*/ 1210 h 1210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492" h="1210">
                        <a:moveTo>
                          <a:pt x="469" y="1160"/>
                        </a:moveTo>
                        <a:cubicBezTo>
                          <a:pt x="454" y="1111"/>
                          <a:pt x="474" y="1163"/>
                          <a:pt x="439" y="1115"/>
                        </a:cubicBezTo>
                        <a:cubicBezTo>
                          <a:pt x="415" y="1082"/>
                          <a:pt x="400" y="1047"/>
                          <a:pt x="372" y="1017"/>
                        </a:cubicBezTo>
                        <a:cubicBezTo>
                          <a:pt x="361" y="988"/>
                          <a:pt x="349" y="972"/>
                          <a:pt x="327" y="950"/>
                        </a:cubicBezTo>
                        <a:cubicBezTo>
                          <a:pt x="324" y="942"/>
                          <a:pt x="320" y="935"/>
                          <a:pt x="319" y="927"/>
                        </a:cubicBezTo>
                        <a:cubicBezTo>
                          <a:pt x="315" y="907"/>
                          <a:pt x="317" y="886"/>
                          <a:pt x="312" y="867"/>
                        </a:cubicBezTo>
                        <a:cubicBezTo>
                          <a:pt x="310" y="858"/>
                          <a:pt x="301" y="853"/>
                          <a:pt x="297" y="845"/>
                        </a:cubicBezTo>
                        <a:cubicBezTo>
                          <a:pt x="276" y="799"/>
                          <a:pt x="252" y="788"/>
                          <a:pt x="237" y="740"/>
                        </a:cubicBezTo>
                        <a:cubicBezTo>
                          <a:pt x="212" y="659"/>
                          <a:pt x="237" y="732"/>
                          <a:pt x="207" y="687"/>
                        </a:cubicBezTo>
                        <a:cubicBezTo>
                          <a:pt x="187" y="654"/>
                          <a:pt x="178" y="669"/>
                          <a:pt x="147" y="627"/>
                        </a:cubicBezTo>
                        <a:cubicBezTo>
                          <a:pt x="116" y="585"/>
                          <a:pt x="37" y="521"/>
                          <a:pt x="19" y="432"/>
                        </a:cubicBezTo>
                        <a:cubicBezTo>
                          <a:pt x="24" y="247"/>
                          <a:pt x="0" y="212"/>
                          <a:pt x="42" y="95"/>
                        </a:cubicBezTo>
                        <a:cubicBezTo>
                          <a:pt x="44" y="67"/>
                          <a:pt x="40" y="38"/>
                          <a:pt x="49" y="12"/>
                        </a:cubicBezTo>
                        <a:cubicBezTo>
                          <a:pt x="52" y="4"/>
                          <a:pt x="65" y="0"/>
                          <a:pt x="72" y="5"/>
                        </a:cubicBezTo>
                        <a:cubicBezTo>
                          <a:pt x="87" y="16"/>
                          <a:pt x="102" y="50"/>
                          <a:pt x="102" y="50"/>
                        </a:cubicBezTo>
                        <a:cubicBezTo>
                          <a:pt x="120" y="103"/>
                          <a:pt x="108" y="82"/>
                          <a:pt x="132" y="117"/>
                        </a:cubicBezTo>
                        <a:cubicBezTo>
                          <a:pt x="149" y="174"/>
                          <a:pt x="189" y="218"/>
                          <a:pt x="222" y="267"/>
                        </a:cubicBezTo>
                        <a:cubicBezTo>
                          <a:pt x="224" y="275"/>
                          <a:pt x="225" y="283"/>
                          <a:pt x="229" y="290"/>
                        </a:cubicBezTo>
                        <a:cubicBezTo>
                          <a:pt x="233" y="298"/>
                          <a:pt x="241" y="304"/>
                          <a:pt x="244" y="312"/>
                        </a:cubicBezTo>
                        <a:cubicBezTo>
                          <a:pt x="259" y="357"/>
                          <a:pt x="253" y="421"/>
                          <a:pt x="304" y="440"/>
                        </a:cubicBezTo>
                        <a:cubicBezTo>
                          <a:pt x="323" y="618"/>
                          <a:pt x="289" y="417"/>
                          <a:pt x="357" y="575"/>
                        </a:cubicBezTo>
                        <a:cubicBezTo>
                          <a:pt x="365" y="593"/>
                          <a:pt x="360" y="615"/>
                          <a:pt x="364" y="635"/>
                        </a:cubicBezTo>
                        <a:cubicBezTo>
                          <a:pt x="371" y="675"/>
                          <a:pt x="386" y="715"/>
                          <a:pt x="394" y="755"/>
                        </a:cubicBezTo>
                        <a:cubicBezTo>
                          <a:pt x="406" y="813"/>
                          <a:pt x="440" y="863"/>
                          <a:pt x="454" y="920"/>
                        </a:cubicBezTo>
                        <a:cubicBezTo>
                          <a:pt x="475" y="1005"/>
                          <a:pt x="492" y="1111"/>
                          <a:pt x="484" y="1197"/>
                        </a:cubicBezTo>
                        <a:cubicBezTo>
                          <a:pt x="483" y="1210"/>
                          <a:pt x="474" y="1172"/>
                          <a:pt x="469" y="1160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2" name="Freeform 64"/>
                  <p:cNvSpPr>
                    <a:spLocks/>
                  </p:cNvSpPr>
                  <p:nvPr/>
                </p:nvSpPr>
                <p:spPr bwMode="auto">
                  <a:xfrm>
                    <a:off x="7797" y="539"/>
                    <a:ext cx="521" cy="1445"/>
                  </a:xfrm>
                  <a:custGeom>
                    <a:avLst/>
                    <a:gdLst>
                      <a:gd name="T0" fmla="*/ 408 w 521"/>
                      <a:gd name="T1" fmla="*/ 1321 h 1445"/>
                      <a:gd name="T2" fmla="*/ 363 w 521"/>
                      <a:gd name="T3" fmla="*/ 1066 h 1445"/>
                      <a:gd name="T4" fmla="*/ 303 w 521"/>
                      <a:gd name="T5" fmla="*/ 916 h 1445"/>
                      <a:gd name="T6" fmla="*/ 258 w 521"/>
                      <a:gd name="T7" fmla="*/ 759 h 1445"/>
                      <a:gd name="T8" fmla="*/ 243 w 521"/>
                      <a:gd name="T9" fmla="*/ 676 h 1445"/>
                      <a:gd name="T10" fmla="*/ 228 w 521"/>
                      <a:gd name="T11" fmla="*/ 631 h 1445"/>
                      <a:gd name="T12" fmla="*/ 213 w 521"/>
                      <a:gd name="T13" fmla="*/ 601 h 1445"/>
                      <a:gd name="T14" fmla="*/ 168 w 521"/>
                      <a:gd name="T15" fmla="*/ 474 h 1445"/>
                      <a:gd name="T16" fmla="*/ 146 w 521"/>
                      <a:gd name="T17" fmla="*/ 429 h 1445"/>
                      <a:gd name="T18" fmla="*/ 86 w 521"/>
                      <a:gd name="T19" fmla="*/ 324 h 1445"/>
                      <a:gd name="T20" fmla="*/ 33 w 521"/>
                      <a:gd name="T21" fmla="*/ 256 h 1445"/>
                      <a:gd name="T22" fmla="*/ 3 w 521"/>
                      <a:gd name="T23" fmla="*/ 54 h 1445"/>
                      <a:gd name="T24" fmla="*/ 11 w 521"/>
                      <a:gd name="T25" fmla="*/ 9 h 1445"/>
                      <a:gd name="T26" fmla="*/ 48 w 521"/>
                      <a:gd name="T27" fmla="*/ 46 h 1445"/>
                      <a:gd name="T28" fmla="*/ 116 w 521"/>
                      <a:gd name="T29" fmla="*/ 91 h 1445"/>
                      <a:gd name="T30" fmla="*/ 161 w 521"/>
                      <a:gd name="T31" fmla="*/ 121 h 1445"/>
                      <a:gd name="T32" fmla="*/ 183 w 521"/>
                      <a:gd name="T33" fmla="*/ 136 h 1445"/>
                      <a:gd name="T34" fmla="*/ 281 w 521"/>
                      <a:gd name="T35" fmla="*/ 271 h 1445"/>
                      <a:gd name="T36" fmla="*/ 371 w 521"/>
                      <a:gd name="T37" fmla="*/ 406 h 1445"/>
                      <a:gd name="T38" fmla="*/ 446 w 521"/>
                      <a:gd name="T39" fmla="*/ 481 h 1445"/>
                      <a:gd name="T40" fmla="*/ 483 w 521"/>
                      <a:gd name="T41" fmla="*/ 519 h 1445"/>
                      <a:gd name="T42" fmla="*/ 521 w 521"/>
                      <a:gd name="T43" fmla="*/ 631 h 1445"/>
                      <a:gd name="T44" fmla="*/ 506 w 521"/>
                      <a:gd name="T45" fmla="*/ 1141 h 1445"/>
                      <a:gd name="T46" fmla="*/ 483 w 521"/>
                      <a:gd name="T47" fmla="*/ 1231 h 1445"/>
                      <a:gd name="T48" fmla="*/ 453 w 521"/>
                      <a:gd name="T49" fmla="*/ 1276 h 1445"/>
                      <a:gd name="T50" fmla="*/ 438 w 521"/>
                      <a:gd name="T51" fmla="*/ 1321 h 1445"/>
                      <a:gd name="T52" fmla="*/ 431 w 521"/>
                      <a:gd name="T53" fmla="*/ 1359 h 1445"/>
                      <a:gd name="T54" fmla="*/ 384 w 521"/>
                      <a:gd name="T55" fmla="*/ 1445 h 1445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w 521"/>
                      <a:gd name="T85" fmla="*/ 0 h 1445"/>
                      <a:gd name="T86" fmla="*/ 521 w 521"/>
                      <a:gd name="T87" fmla="*/ 1445 h 1445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T84" t="T85" r="T86" b="T87"/>
                    <a:pathLst>
                      <a:path w="521" h="1445">
                        <a:moveTo>
                          <a:pt x="408" y="1321"/>
                        </a:moveTo>
                        <a:cubicBezTo>
                          <a:pt x="406" y="1249"/>
                          <a:pt x="458" y="1091"/>
                          <a:pt x="363" y="1066"/>
                        </a:cubicBezTo>
                        <a:cubicBezTo>
                          <a:pt x="333" y="1022"/>
                          <a:pt x="319" y="967"/>
                          <a:pt x="303" y="916"/>
                        </a:cubicBezTo>
                        <a:cubicBezTo>
                          <a:pt x="287" y="864"/>
                          <a:pt x="269" y="812"/>
                          <a:pt x="258" y="759"/>
                        </a:cubicBezTo>
                        <a:cubicBezTo>
                          <a:pt x="250" y="721"/>
                          <a:pt x="253" y="712"/>
                          <a:pt x="243" y="676"/>
                        </a:cubicBezTo>
                        <a:cubicBezTo>
                          <a:pt x="239" y="661"/>
                          <a:pt x="235" y="645"/>
                          <a:pt x="228" y="631"/>
                        </a:cubicBezTo>
                        <a:cubicBezTo>
                          <a:pt x="223" y="621"/>
                          <a:pt x="217" y="612"/>
                          <a:pt x="213" y="601"/>
                        </a:cubicBezTo>
                        <a:cubicBezTo>
                          <a:pt x="198" y="556"/>
                          <a:pt x="195" y="514"/>
                          <a:pt x="168" y="474"/>
                        </a:cubicBezTo>
                        <a:cubicBezTo>
                          <a:pt x="146" y="400"/>
                          <a:pt x="180" y="504"/>
                          <a:pt x="146" y="429"/>
                        </a:cubicBezTo>
                        <a:cubicBezTo>
                          <a:pt x="128" y="389"/>
                          <a:pt x="124" y="350"/>
                          <a:pt x="86" y="324"/>
                        </a:cubicBezTo>
                        <a:cubicBezTo>
                          <a:pt x="75" y="293"/>
                          <a:pt x="51" y="284"/>
                          <a:pt x="33" y="256"/>
                        </a:cubicBezTo>
                        <a:cubicBezTo>
                          <a:pt x="23" y="189"/>
                          <a:pt x="15" y="121"/>
                          <a:pt x="3" y="54"/>
                        </a:cubicBezTo>
                        <a:cubicBezTo>
                          <a:pt x="6" y="39"/>
                          <a:pt x="0" y="20"/>
                          <a:pt x="11" y="9"/>
                        </a:cubicBezTo>
                        <a:cubicBezTo>
                          <a:pt x="20" y="0"/>
                          <a:pt x="48" y="46"/>
                          <a:pt x="48" y="46"/>
                        </a:cubicBezTo>
                        <a:cubicBezTo>
                          <a:pt x="53" y="51"/>
                          <a:pt x="102" y="82"/>
                          <a:pt x="116" y="91"/>
                        </a:cubicBezTo>
                        <a:cubicBezTo>
                          <a:pt x="131" y="101"/>
                          <a:pt x="146" y="111"/>
                          <a:pt x="161" y="121"/>
                        </a:cubicBezTo>
                        <a:cubicBezTo>
                          <a:pt x="168" y="126"/>
                          <a:pt x="183" y="136"/>
                          <a:pt x="183" y="136"/>
                        </a:cubicBezTo>
                        <a:cubicBezTo>
                          <a:pt x="213" y="182"/>
                          <a:pt x="250" y="224"/>
                          <a:pt x="281" y="271"/>
                        </a:cubicBezTo>
                        <a:cubicBezTo>
                          <a:pt x="311" y="316"/>
                          <a:pt x="341" y="361"/>
                          <a:pt x="371" y="406"/>
                        </a:cubicBezTo>
                        <a:cubicBezTo>
                          <a:pt x="391" y="435"/>
                          <a:pt x="427" y="451"/>
                          <a:pt x="446" y="481"/>
                        </a:cubicBezTo>
                        <a:cubicBezTo>
                          <a:pt x="466" y="511"/>
                          <a:pt x="453" y="499"/>
                          <a:pt x="483" y="519"/>
                        </a:cubicBezTo>
                        <a:cubicBezTo>
                          <a:pt x="496" y="556"/>
                          <a:pt x="508" y="594"/>
                          <a:pt x="521" y="631"/>
                        </a:cubicBezTo>
                        <a:cubicBezTo>
                          <a:pt x="520" y="656"/>
                          <a:pt x="513" y="1045"/>
                          <a:pt x="506" y="1141"/>
                        </a:cubicBezTo>
                        <a:cubicBezTo>
                          <a:pt x="504" y="1164"/>
                          <a:pt x="493" y="1210"/>
                          <a:pt x="483" y="1231"/>
                        </a:cubicBezTo>
                        <a:cubicBezTo>
                          <a:pt x="475" y="1247"/>
                          <a:pt x="453" y="1276"/>
                          <a:pt x="453" y="1276"/>
                        </a:cubicBezTo>
                        <a:cubicBezTo>
                          <a:pt x="448" y="1291"/>
                          <a:pt x="442" y="1306"/>
                          <a:pt x="438" y="1321"/>
                        </a:cubicBezTo>
                        <a:cubicBezTo>
                          <a:pt x="435" y="1333"/>
                          <a:pt x="431" y="1359"/>
                          <a:pt x="431" y="1359"/>
                        </a:cubicBezTo>
                        <a:lnTo>
                          <a:pt x="384" y="1445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3" name="Freeform 65"/>
                  <p:cNvSpPr>
                    <a:spLocks/>
                  </p:cNvSpPr>
                  <p:nvPr/>
                </p:nvSpPr>
                <p:spPr bwMode="auto">
                  <a:xfrm>
                    <a:off x="7821" y="782"/>
                    <a:ext cx="432" cy="1048"/>
                  </a:xfrm>
                  <a:custGeom>
                    <a:avLst/>
                    <a:gdLst>
                      <a:gd name="T0" fmla="*/ 377 w 432"/>
                      <a:gd name="T1" fmla="*/ 1048 h 1048"/>
                      <a:gd name="T2" fmla="*/ 332 w 432"/>
                      <a:gd name="T3" fmla="*/ 958 h 1048"/>
                      <a:gd name="T4" fmla="*/ 324 w 432"/>
                      <a:gd name="T5" fmla="*/ 936 h 1048"/>
                      <a:gd name="T6" fmla="*/ 324 w 432"/>
                      <a:gd name="T7" fmla="*/ 913 h 1048"/>
                      <a:gd name="T8" fmla="*/ 377 w 432"/>
                      <a:gd name="T9" fmla="*/ 966 h 1048"/>
                      <a:gd name="T10" fmla="*/ 362 w 432"/>
                      <a:gd name="T11" fmla="*/ 868 h 1048"/>
                      <a:gd name="T12" fmla="*/ 332 w 432"/>
                      <a:gd name="T13" fmla="*/ 793 h 1048"/>
                      <a:gd name="T14" fmla="*/ 407 w 432"/>
                      <a:gd name="T15" fmla="*/ 711 h 1048"/>
                      <a:gd name="T16" fmla="*/ 384 w 432"/>
                      <a:gd name="T17" fmla="*/ 718 h 1048"/>
                      <a:gd name="T18" fmla="*/ 339 w 432"/>
                      <a:gd name="T19" fmla="*/ 748 h 1048"/>
                      <a:gd name="T20" fmla="*/ 309 w 432"/>
                      <a:gd name="T21" fmla="*/ 793 h 1048"/>
                      <a:gd name="T22" fmla="*/ 279 w 432"/>
                      <a:gd name="T23" fmla="*/ 741 h 1048"/>
                      <a:gd name="T24" fmla="*/ 264 w 432"/>
                      <a:gd name="T25" fmla="*/ 696 h 1048"/>
                      <a:gd name="T26" fmla="*/ 219 w 432"/>
                      <a:gd name="T27" fmla="*/ 681 h 1048"/>
                      <a:gd name="T28" fmla="*/ 272 w 432"/>
                      <a:gd name="T29" fmla="*/ 673 h 1048"/>
                      <a:gd name="T30" fmla="*/ 279 w 432"/>
                      <a:gd name="T31" fmla="*/ 591 h 1048"/>
                      <a:gd name="T32" fmla="*/ 414 w 432"/>
                      <a:gd name="T33" fmla="*/ 478 h 1048"/>
                      <a:gd name="T34" fmla="*/ 369 w 432"/>
                      <a:gd name="T35" fmla="*/ 508 h 1048"/>
                      <a:gd name="T36" fmla="*/ 347 w 432"/>
                      <a:gd name="T37" fmla="*/ 516 h 1048"/>
                      <a:gd name="T38" fmla="*/ 279 w 432"/>
                      <a:gd name="T39" fmla="*/ 568 h 1048"/>
                      <a:gd name="T40" fmla="*/ 257 w 432"/>
                      <a:gd name="T41" fmla="*/ 583 h 1048"/>
                      <a:gd name="T42" fmla="*/ 227 w 432"/>
                      <a:gd name="T43" fmla="*/ 531 h 1048"/>
                      <a:gd name="T44" fmla="*/ 174 w 432"/>
                      <a:gd name="T45" fmla="*/ 448 h 1048"/>
                      <a:gd name="T46" fmla="*/ 189 w 432"/>
                      <a:gd name="T47" fmla="*/ 471 h 1048"/>
                      <a:gd name="T48" fmla="*/ 234 w 432"/>
                      <a:gd name="T49" fmla="*/ 396 h 1048"/>
                      <a:gd name="T50" fmla="*/ 302 w 432"/>
                      <a:gd name="T51" fmla="*/ 366 h 1048"/>
                      <a:gd name="T52" fmla="*/ 324 w 432"/>
                      <a:gd name="T53" fmla="*/ 358 h 1048"/>
                      <a:gd name="T54" fmla="*/ 234 w 432"/>
                      <a:gd name="T55" fmla="*/ 366 h 1048"/>
                      <a:gd name="T56" fmla="*/ 182 w 432"/>
                      <a:gd name="T57" fmla="*/ 336 h 1048"/>
                      <a:gd name="T58" fmla="*/ 174 w 432"/>
                      <a:gd name="T59" fmla="*/ 283 h 1048"/>
                      <a:gd name="T60" fmla="*/ 152 w 432"/>
                      <a:gd name="T61" fmla="*/ 268 h 1048"/>
                      <a:gd name="T62" fmla="*/ 62 w 432"/>
                      <a:gd name="T63" fmla="*/ 276 h 1048"/>
                      <a:gd name="T64" fmla="*/ 197 w 432"/>
                      <a:gd name="T65" fmla="*/ 268 h 1048"/>
                      <a:gd name="T66" fmla="*/ 234 w 432"/>
                      <a:gd name="T67" fmla="*/ 231 h 1048"/>
                      <a:gd name="T68" fmla="*/ 257 w 432"/>
                      <a:gd name="T69" fmla="*/ 216 h 1048"/>
                      <a:gd name="T70" fmla="*/ 204 w 432"/>
                      <a:gd name="T71" fmla="*/ 231 h 1048"/>
                      <a:gd name="T72" fmla="*/ 137 w 432"/>
                      <a:gd name="T73" fmla="*/ 261 h 1048"/>
                      <a:gd name="T74" fmla="*/ 107 w 432"/>
                      <a:gd name="T75" fmla="*/ 171 h 1048"/>
                      <a:gd name="T76" fmla="*/ 99 w 432"/>
                      <a:gd name="T77" fmla="*/ 148 h 1048"/>
                      <a:gd name="T78" fmla="*/ 77 w 432"/>
                      <a:gd name="T79" fmla="*/ 141 h 1048"/>
                      <a:gd name="T80" fmla="*/ 129 w 432"/>
                      <a:gd name="T81" fmla="*/ 133 h 1048"/>
                      <a:gd name="T82" fmla="*/ 167 w 432"/>
                      <a:gd name="T83" fmla="*/ 36 h 1048"/>
                      <a:gd name="T84" fmla="*/ 174 w 432"/>
                      <a:gd name="T85" fmla="*/ 6 h 1048"/>
                      <a:gd name="T86" fmla="*/ 152 w 432"/>
                      <a:gd name="T87" fmla="*/ 13 h 1048"/>
                      <a:gd name="T88" fmla="*/ 92 w 432"/>
                      <a:gd name="T89" fmla="*/ 141 h 1048"/>
                      <a:gd name="T90" fmla="*/ 54 w 432"/>
                      <a:gd name="T91" fmla="*/ 28 h 1048"/>
                      <a:gd name="T92" fmla="*/ 47 w 432"/>
                      <a:gd name="T93" fmla="*/ 58 h 1048"/>
                      <a:gd name="T94" fmla="*/ 39 w 432"/>
                      <a:gd name="T95" fmla="*/ 81 h 1048"/>
                      <a:gd name="T96" fmla="*/ 0 w 432"/>
                      <a:gd name="T97" fmla="*/ 122 h 104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432"/>
                      <a:gd name="T148" fmla="*/ 0 h 1048"/>
                      <a:gd name="T149" fmla="*/ 432 w 432"/>
                      <a:gd name="T150" fmla="*/ 1048 h 1048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432" h="1048">
                        <a:moveTo>
                          <a:pt x="377" y="1048"/>
                        </a:moveTo>
                        <a:cubicBezTo>
                          <a:pt x="369" y="1001"/>
                          <a:pt x="364" y="991"/>
                          <a:pt x="332" y="958"/>
                        </a:cubicBezTo>
                        <a:cubicBezTo>
                          <a:pt x="329" y="951"/>
                          <a:pt x="329" y="942"/>
                          <a:pt x="324" y="936"/>
                        </a:cubicBezTo>
                        <a:cubicBezTo>
                          <a:pt x="305" y="913"/>
                          <a:pt x="285" y="927"/>
                          <a:pt x="324" y="913"/>
                        </a:cubicBezTo>
                        <a:cubicBezTo>
                          <a:pt x="352" y="932"/>
                          <a:pt x="349" y="947"/>
                          <a:pt x="377" y="966"/>
                        </a:cubicBezTo>
                        <a:cubicBezTo>
                          <a:pt x="371" y="933"/>
                          <a:pt x="370" y="900"/>
                          <a:pt x="362" y="868"/>
                        </a:cubicBezTo>
                        <a:cubicBezTo>
                          <a:pt x="356" y="844"/>
                          <a:pt x="340" y="818"/>
                          <a:pt x="332" y="793"/>
                        </a:cubicBezTo>
                        <a:cubicBezTo>
                          <a:pt x="341" y="738"/>
                          <a:pt x="343" y="711"/>
                          <a:pt x="407" y="711"/>
                        </a:cubicBezTo>
                        <a:cubicBezTo>
                          <a:pt x="415" y="711"/>
                          <a:pt x="392" y="716"/>
                          <a:pt x="384" y="718"/>
                        </a:cubicBezTo>
                        <a:cubicBezTo>
                          <a:pt x="369" y="728"/>
                          <a:pt x="354" y="738"/>
                          <a:pt x="339" y="748"/>
                        </a:cubicBezTo>
                        <a:cubicBezTo>
                          <a:pt x="324" y="758"/>
                          <a:pt x="309" y="793"/>
                          <a:pt x="309" y="793"/>
                        </a:cubicBezTo>
                        <a:cubicBezTo>
                          <a:pt x="294" y="771"/>
                          <a:pt x="290" y="767"/>
                          <a:pt x="279" y="741"/>
                        </a:cubicBezTo>
                        <a:cubicBezTo>
                          <a:pt x="278" y="738"/>
                          <a:pt x="267" y="699"/>
                          <a:pt x="264" y="696"/>
                        </a:cubicBezTo>
                        <a:cubicBezTo>
                          <a:pt x="261" y="693"/>
                          <a:pt x="222" y="682"/>
                          <a:pt x="219" y="681"/>
                        </a:cubicBezTo>
                        <a:cubicBezTo>
                          <a:pt x="237" y="678"/>
                          <a:pt x="262" y="688"/>
                          <a:pt x="272" y="673"/>
                        </a:cubicBezTo>
                        <a:cubicBezTo>
                          <a:pt x="287" y="650"/>
                          <a:pt x="275" y="618"/>
                          <a:pt x="279" y="591"/>
                        </a:cubicBezTo>
                        <a:cubicBezTo>
                          <a:pt x="284" y="556"/>
                          <a:pt x="386" y="478"/>
                          <a:pt x="414" y="478"/>
                        </a:cubicBezTo>
                        <a:cubicBezTo>
                          <a:pt x="432" y="478"/>
                          <a:pt x="386" y="502"/>
                          <a:pt x="369" y="508"/>
                        </a:cubicBezTo>
                        <a:cubicBezTo>
                          <a:pt x="362" y="511"/>
                          <a:pt x="354" y="513"/>
                          <a:pt x="347" y="516"/>
                        </a:cubicBezTo>
                        <a:cubicBezTo>
                          <a:pt x="310" y="551"/>
                          <a:pt x="334" y="531"/>
                          <a:pt x="279" y="568"/>
                        </a:cubicBezTo>
                        <a:cubicBezTo>
                          <a:pt x="272" y="573"/>
                          <a:pt x="257" y="583"/>
                          <a:pt x="257" y="583"/>
                        </a:cubicBezTo>
                        <a:cubicBezTo>
                          <a:pt x="223" y="561"/>
                          <a:pt x="240" y="548"/>
                          <a:pt x="227" y="531"/>
                        </a:cubicBezTo>
                        <a:cubicBezTo>
                          <a:pt x="217" y="518"/>
                          <a:pt x="105" y="426"/>
                          <a:pt x="174" y="448"/>
                        </a:cubicBezTo>
                        <a:cubicBezTo>
                          <a:pt x="179" y="456"/>
                          <a:pt x="183" y="465"/>
                          <a:pt x="189" y="471"/>
                        </a:cubicBezTo>
                        <a:cubicBezTo>
                          <a:pt x="238" y="520"/>
                          <a:pt x="205" y="424"/>
                          <a:pt x="234" y="396"/>
                        </a:cubicBezTo>
                        <a:cubicBezTo>
                          <a:pt x="252" y="378"/>
                          <a:pt x="279" y="374"/>
                          <a:pt x="302" y="366"/>
                        </a:cubicBezTo>
                        <a:cubicBezTo>
                          <a:pt x="309" y="364"/>
                          <a:pt x="332" y="358"/>
                          <a:pt x="324" y="358"/>
                        </a:cubicBezTo>
                        <a:cubicBezTo>
                          <a:pt x="294" y="358"/>
                          <a:pt x="264" y="363"/>
                          <a:pt x="234" y="366"/>
                        </a:cubicBezTo>
                        <a:cubicBezTo>
                          <a:pt x="195" y="392"/>
                          <a:pt x="194" y="373"/>
                          <a:pt x="182" y="336"/>
                        </a:cubicBezTo>
                        <a:cubicBezTo>
                          <a:pt x="179" y="318"/>
                          <a:pt x="181" y="299"/>
                          <a:pt x="174" y="283"/>
                        </a:cubicBezTo>
                        <a:cubicBezTo>
                          <a:pt x="170" y="275"/>
                          <a:pt x="161" y="269"/>
                          <a:pt x="152" y="268"/>
                        </a:cubicBezTo>
                        <a:cubicBezTo>
                          <a:pt x="122" y="266"/>
                          <a:pt x="32" y="276"/>
                          <a:pt x="62" y="276"/>
                        </a:cubicBezTo>
                        <a:cubicBezTo>
                          <a:pt x="107" y="276"/>
                          <a:pt x="152" y="271"/>
                          <a:pt x="197" y="268"/>
                        </a:cubicBezTo>
                        <a:cubicBezTo>
                          <a:pt x="260" y="225"/>
                          <a:pt x="180" y="283"/>
                          <a:pt x="234" y="231"/>
                        </a:cubicBezTo>
                        <a:cubicBezTo>
                          <a:pt x="241" y="225"/>
                          <a:pt x="263" y="223"/>
                          <a:pt x="257" y="216"/>
                        </a:cubicBezTo>
                        <a:cubicBezTo>
                          <a:pt x="254" y="213"/>
                          <a:pt x="209" y="229"/>
                          <a:pt x="204" y="231"/>
                        </a:cubicBezTo>
                        <a:cubicBezTo>
                          <a:pt x="180" y="255"/>
                          <a:pt x="171" y="272"/>
                          <a:pt x="137" y="261"/>
                        </a:cubicBezTo>
                        <a:cubicBezTo>
                          <a:pt x="127" y="231"/>
                          <a:pt x="117" y="201"/>
                          <a:pt x="107" y="171"/>
                        </a:cubicBezTo>
                        <a:cubicBezTo>
                          <a:pt x="104" y="163"/>
                          <a:pt x="107" y="150"/>
                          <a:pt x="99" y="148"/>
                        </a:cubicBezTo>
                        <a:cubicBezTo>
                          <a:pt x="92" y="146"/>
                          <a:pt x="84" y="143"/>
                          <a:pt x="77" y="141"/>
                        </a:cubicBezTo>
                        <a:cubicBezTo>
                          <a:pt x="94" y="138"/>
                          <a:pt x="113" y="140"/>
                          <a:pt x="129" y="133"/>
                        </a:cubicBezTo>
                        <a:cubicBezTo>
                          <a:pt x="153" y="122"/>
                          <a:pt x="161" y="57"/>
                          <a:pt x="167" y="36"/>
                        </a:cubicBezTo>
                        <a:cubicBezTo>
                          <a:pt x="170" y="26"/>
                          <a:pt x="180" y="15"/>
                          <a:pt x="174" y="6"/>
                        </a:cubicBezTo>
                        <a:cubicBezTo>
                          <a:pt x="170" y="0"/>
                          <a:pt x="159" y="11"/>
                          <a:pt x="152" y="13"/>
                        </a:cubicBezTo>
                        <a:cubicBezTo>
                          <a:pt x="137" y="57"/>
                          <a:pt x="132" y="114"/>
                          <a:pt x="92" y="141"/>
                        </a:cubicBezTo>
                        <a:cubicBezTo>
                          <a:pt x="69" y="106"/>
                          <a:pt x="65" y="68"/>
                          <a:pt x="54" y="28"/>
                        </a:cubicBezTo>
                        <a:cubicBezTo>
                          <a:pt x="52" y="38"/>
                          <a:pt x="50" y="48"/>
                          <a:pt x="47" y="58"/>
                        </a:cubicBezTo>
                        <a:cubicBezTo>
                          <a:pt x="45" y="66"/>
                          <a:pt x="39" y="81"/>
                          <a:pt x="39" y="81"/>
                        </a:cubicBezTo>
                        <a:lnTo>
                          <a:pt x="0" y="122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5" name="Group 66"/>
                <p:cNvGrpSpPr>
                  <a:grpSpLocks/>
                </p:cNvGrpSpPr>
                <p:nvPr/>
              </p:nvGrpSpPr>
              <p:grpSpPr bwMode="auto">
                <a:xfrm>
                  <a:off x="9943" y="1550"/>
                  <a:ext cx="875" cy="1409"/>
                  <a:chOff x="8110" y="1365"/>
                  <a:chExt cx="875" cy="1409"/>
                </a:xfrm>
              </p:grpSpPr>
              <p:sp>
                <p:nvSpPr>
                  <p:cNvPr id="248" name="Freeform 67"/>
                  <p:cNvSpPr>
                    <a:spLocks/>
                  </p:cNvSpPr>
                  <p:nvPr/>
                </p:nvSpPr>
                <p:spPr bwMode="auto">
                  <a:xfrm>
                    <a:off x="8110" y="1371"/>
                    <a:ext cx="867" cy="1403"/>
                  </a:xfrm>
                  <a:custGeom>
                    <a:avLst/>
                    <a:gdLst>
                      <a:gd name="T0" fmla="*/ 28 w 867"/>
                      <a:gd name="T1" fmla="*/ 1374 h 1403"/>
                      <a:gd name="T2" fmla="*/ 65 w 867"/>
                      <a:gd name="T3" fmla="*/ 1037 h 1403"/>
                      <a:gd name="T4" fmla="*/ 118 w 867"/>
                      <a:gd name="T5" fmla="*/ 767 h 1403"/>
                      <a:gd name="T6" fmla="*/ 125 w 867"/>
                      <a:gd name="T7" fmla="*/ 722 h 1403"/>
                      <a:gd name="T8" fmla="*/ 215 w 867"/>
                      <a:gd name="T9" fmla="*/ 617 h 1403"/>
                      <a:gd name="T10" fmla="*/ 283 w 867"/>
                      <a:gd name="T11" fmla="*/ 534 h 1403"/>
                      <a:gd name="T12" fmla="*/ 410 w 867"/>
                      <a:gd name="T13" fmla="*/ 317 h 1403"/>
                      <a:gd name="T14" fmla="*/ 470 w 867"/>
                      <a:gd name="T15" fmla="*/ 257 h 1403"/>
                      <a:gd name="T16" fmla="*/ 530 w 867"/>
                      <a:gd name="T17" fmla="*/ 152 h 1403"/>
                      <a:gd name="T18" fmla="*/ 553 w 867"/>
                      <a:gd name="T19" fmla="*/ 99 h 1403"/>
                      <a:gd name="T20" fmla="*/ 643 w 867"/>
                      <a:gd name="T21" fmla="*/ 54 h 1403"/>
                      <a:gd name="T22" fmla="*/ 860 w 867"/>
                      <a:gd name="T23" fmla="*/ 2 h 1403"/>
                      <a:gd name="T24" fmla="*/ 838 w 867"/>
                      <a:gd name="T25" fmla="*/ 9 h 1403"/>
                      <a:gd name="T26" fmla="*/ 778 w 867"/>
                      <a:gd name="T27" fmla="*/ 62 h 1403"/>
                      <a:gd name="T28" fmla="*/ 748 w 867"/>
                      <a:gd name="T29" fmla="*/ 107 h 1403"/>
                      <a:gd name="T30" fmla="*/ 740 w 867"/>
                      <a:gd name="T31" fmla="*/ 129 h 1403"/>
                      <a:gd name="T32" fmla="*/ 695 w 867"/>
                      <a:gd name="T33" fmla="*/ 174 h 1403"/>
                      <a:gd name="T34" fmla="*/ 635 w 867"/>
                      <a:gd name="T35" fmla="*/ 279 h 1403"/>
                      <a:gd name="T36" fmla="*/ 605 w 867"/>
                      <a:gd name="T37" fmla="*/ 369 h 1403"/>
                      <a:gd name="T38" fmla="*/ 590 w 867"/>
                      <a:gd name="T39" fmla="*/ 414 h 1403"/>
                      <a:gd name="T40" fmla="*/ 560 w 867"/>
                      <a:gd name="T41" fmla="*/ 459 h 1403"/>
                      <a:gd name="T42" fmla="*/ 515 w 867"/>
                      <a:gd name="T43" fmla="*/ 557 h 1403"/>
                      <a:gd name="T44" fmla="*/ 403 w 867"/>
                      <a:gd name="T45" fmla="*/ 797 h 1403"/>
                      <a:gd name="T46" fmla="*/ 358 w 867"/>
                      <a:gd name="T47" fmla="*/ 887 h 1403"/>
                      <a:gd name="T48" fmla="*/ 320 w 867"/>
                      <a:gd name="T49" fmla="*/ 954 h 1403"/>
                      <a:gd name="T50" fmla="*/ 200 w 867"/>
                      <a:gd name="T51" fmla="*/ 1142 h 1403"/>
                      <a:gd name="T52" fmla="*/ 185 w 867"/>
                      <a:gd name="T53" fmla="*/ 1164 h 1403"/>
                      <a:gd name="T54" fmla="*/ 170 w 867"/>
                      <a:gd name="T55" fmla="*/ 1187 h 1403"/>
                      <a:gd name="T56" fmla="*/ 155 w 867"/>
                      <a:gd name="T57" fmla="*/ 1209 h 1403"/>
                      <a:gd name="T58" fmla="*/ 88 w 867"/>
                      <a:gd name="T59" fmla="*/ 1299 h 1403"/>
                      <a:gd name="T60" fmla="*/ 50 w 867"/>
                      <a:gd name="T61" fmla="*/ 1367 h 1403"/>
                      <a:gd name="T62" fmla="*/ 28 w 867"/>
                      <a:gd name="T63" fmla="*/ 1374 h 1403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867"/>
                      <a:gd name="T97" fmla="*/ 0 h 1403"/>
                      <a:gd name="T98" fmla="*/ 867 w 867"/>
                      <a:gd name="T99" fmla="*/ 1403 h 1403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867" h="1403">
                        <a:moveTo>
                          <a:pt x="28" y="1374"/>
                        </a:moveTo>
                        <a:cubicBezTo>
                          <a:pt x="49" y="1263"/>
                          <a:pt x="0" y="1133"/>
                          <a:pt x="65" y="1037"/>
                        </a:cubicBezTo>
                        <a:cubicBezTo>
                          <a:pt x="74" y="944"/>
                          <a:pt x="99" y="858"/>
                          <a:pt x="118" y="767"/>
                        </a:cubicBezTo>
                        <a:cubicBezTo>
                          <a:pt x="121" y="752"/>
                          <a:pt x="119" y="736"/>
                          <a:pt x="125" y="722"/>
                        </a:cubicBezTo>
                        <a:cubicBezTo>
                          <a:pt x="143" y="679"/>
                          <a:pt x="186" y="650"/>
                          <a:pt x="215" y="617"/>
                        </a:cubicBezTo>
                        <a:cubicBezTo>
                          <a:pt x="335" y="480"/>
                          <a:pt x="213" y="604"/>
                          <a:pt x="283" y="534"/>
                        </a:cubicBezTo>
                        <a:cubicBezTo>
                          <a:pt x="308" y="431"/>
                          <a:pt x="302" y="353"/>
                          <a:pt x="410" y="317"/>
                        </a:cubicBezTo>
                        <a:cubicBezTo>
                          <a:pt x="431" y="296"/>
                          <a:pt x="453" y="282"/>
                          <a:pt x="470" y="257"/>
                        </a:cubicBezTo>
                        <a:cubicBezTo>
                          <a:pt x="481" y="217"/>
                          <a:pt x="501" y="181"/>
                          <a:pt x="530" y="152"/>
                        </a:cubicBezTo>
                        <a:cubicBezTo>
                          <a:pt x="538" y="134"/>
                          <a:pt x="542" y="115"/>
                          <a:pt x="553" y="99"/>
                        </a:cubicBezTo>
                        <a:cubicBezTo>
                          <a:pt x="573" y="69"/>
                          <a:pt x="612" y="60"/>
                          <a:pt x="643" y="54"/>
                        </a:cubicBezTo>
                        <a:cubicBezTo>
                          <a:pt x="801" y="23"/>
                          <a:pt x="752" y="38"/>
                          <a:pt x="860" y="2"/>
                        </a:cubicBezTo>
                        <a:cubicBezTo>
                          <a:pt x="867" y="0"/>
                          <a:pt x="838" y="9"/>
                          <a:pt x="838" y="9"/>
                        </a:cubicBezTo>
                        <a:cubicBezTo>
                          <a:pt x="813" y="25"/>
                          <a:pt x="803" y="45"/>
                          <a:pt x="778" y="62"/>
                        </a:cubicBezTo>
                        <a:cubicBezTo>
                          <a:pt x="760" y="130"/>
                          <a:pt x="785" y="61"/>
                          <a:pt x="748" y="107"/>
                        </a:cubicBezTo>
                        <a:cubicBezTo>
                          <a:pt x="743" y="113"/>
                          <a:pt x="745" y="123"/>
                          <a:pt x="740" y="129"/>
                        </a:cubicBezTo>
                        <a:cubicBezTo>
                          <a:pt x="727" y="146"/>
                          <a:pt x="710" y="159"/>
                          <a:pt x="695" y="174"/>
                        </a:cubicBezTo>
                        <a:cubicBezTo>
                          <a:pt x="666" y="203"/>
                          <a:pt x="653" y="243"/>
                          <a:pt x="635" y="279"/>
                        </a:cubicBezTo>
                        <a:cubicBezTo>
                          <a:pt x="629" y="318"/>
                          <a:pt x="627" y="337"/>
                          <a:pt x="605" y="369"/>
                        </a:cubicBezTo>
                        <a:cubicBezTo>
                          <a:pt x="603" y="376"/>
                          <a:pt x="594" y="407"/>
                          <a:pt x="590" y="414"/>
                        </a:cubicBezTo>
                        <a:cubicBezTo>
                          <a:pt x="581" y="430"/>
                          <a:pt x="560" y="459"/>
                          <a:pt x="560" y="459"/>
                        </a:cubicBezTo>
                        <a:cubicBezTo>
                          <a:pt x="551" y="490"/>
                          <a:pt x="533" y="530"/>
                          <a:pt x="515" y="557"/>
                        </a:cubicBezTo>
                        <a:cubicBezTo>
                          <a:pt x="487" y="642"/>
                          <a:pt x="456" y="725"/>
                          <a:pt x="403" y="797"/>
                        </a:cubicBezTo>
                        <a:cubicBezTo>
                          <a:pt x="391" y="829"/>
                          <a:pt x="373" y="857"/>
                          <a:pt x="358" y="887"/>
                        </a:cubicBezTo>
                        <a:cubicBezTo>
                          <a:pt x="343" y="917"/>
                          <a:pt x="346" y="929"/>
                          <a:pt x="320" y="954"/>
                        </a:cubicBezTo>
                        <a:cubicBezTo>
                          <a:pt x="284" y="1027"/>
                          <a:pt x="245" y="1076"/>
                          <a:pt x="200" y="1142"/>
                        </a:cubicBezTo>
                        <a:cubicBezTo>
                          <a:pt x="195" y="1149"/>
                          <a:pt x="190" y="1157"/>
                          <a:pt x="185" y="1164"/>
                        </a:cubicBezTo>
                        <a:cubicBezTo>
                          <a:pt x="180" y="1172"/>
                          <a:pt x="175" y="1179"/>
                          <a:pt x="170" y="1187"/>
                        </a:cubicBezTo>
                        <a:cubicBezTo>
                          <a:pt x="165" y="1194"/>
                          <a:pt x="155" y="1209"/>
                          <a:pt x="155" y="1209"/>
                        </a:cubicBezTo>
                        <a:cubicBezTo>
                          <a:pt x="144" y="1246"/>
                          <a:pt x="119" y="1278"/>
                          <a:pt x="88" y="1299"/>
                        </a:cubicBezTo>
                        <a:cubicBezTo>
                          <a:pt x="74" y="1339"/>
                          <a:pt x="85" y="1315"/>
                          <a:pt x="50" y="1367"/>
                        </a:cubicBezTo>
                        <a:cubicBezTo>
                          <a:pt x="26" y="1403"/>
                          <a:pt x="28" y="1385"/>
                          <a:pt x="28" y="1374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9" name="Freeform 68"/>
                  <p:cNvSpPr>
                    <a:spLocks/>
                  </p:cNvSpPr>
                  <p:nvPr/>
                </p:nvSpPr>
                <p:spPr bwMode="auto">
                  <a:xfrm>
                    <a:off x="8139" y="1365"/>
                    <a:ext cx="846" cy="1406"/>
                  </a:xfrm>
                  <a:custGeom>
                    <a:avLst/>
                    <a:gdLst>
                      <a:gd name="T0" fmla="*/ 6 w 846"/>
                      <a:gd name="T1" fmla="*/ 1373 h 1406"/>
                      <a:gd name="T2" fmla="*/ 89 w 846"/>
                      <a:gd name="T3" fmla="*/ 1260 h 1406"/>
                      <a:gd name="T4" fmla="*/ 216 w 846"/>
                      <a:gd name="T5" fmla="*/ 1035 h 1406"/>
                      <a:gd name="T6" fmla="*/ 246 w 846"/>
                      <a:gd name="T7" fmla="*/ 983 h 1406"/>
                      <a:gd name="T8" fmla="*/ 344 w 846"/>
                      <a:gd name="T9" fmla="*/ 803 h 1406"/>
                      <a:gd name="T10" fmla="*/ 419 w 846"/>
                      <a:gd name="T11" fmla="*/ 600 h 1406"/>
                      <a:gd name="T12" fmla="*/ 494 w 846"/>
                      <a:gd name="T13" fmla="*/ 480 h 1406"/>
                      <a:gd name="T14" fmla="*/ 531 w 846"/>
                      <a:gd name="T15" fmla="*/ 428 h 1406"/>
                      <a:gd name="T16" fmla="*/ 561 w 846"/>
                      <a:gd name="T17" fmla="*/ 360 h 1406"/>
                      <a:gd name="T18" fmla="*/ 576 w 846"/>
                      <a:gd name="T19" fmla="*/ 308 h 1406"/>
                      <a:gd name="T20" fmla="*/ 629 w 846"/>
                      <a:gd name="T21" fmla="*/ 233 h 1406"/>
                      <a:gd name="T22" fmla="*/ 704 w 846"/>
                      <a:gd name="T23" fmla="*/ 128 h 1406"/>
                      <a:gd name="T24" fmla="*/ 786 w 846"/>
                      <a:gd name="T25" fmla="*/ 30 h 1406"/>
                      <a:gd name="T26" fmla="*/ 831 w 846"/>
                      <a:gd name="T27" fmla="*/ 0 h 1406"/>
                      <a:gd name="T28" fmla="*/ 786 w 846"/>
                      <a:gd name="T29" fmla="*/ 120 h 1406"/>
                      <a:gd name="T30" fmla="*/ 696 w 846"/>
                      <a:gd name="T31" fmla="*/ 585 h 1406"/>
                      <a:gd name="T32" fmla="*/ 674 w 846"/>
                      <a:gd name="T33" fmla="*/ 758 h 1406"/>
                      <a:gd name="T34" fmla="*/ 614 w 846"/>
                      <a:gd name="T35" fmla="*/ 915 h 1406"/>
                      <a:gd name="T36" fmla="*/ 479 w 846"/>
                      <a:gd name="T37" fmla="*/ 1080 h 1406"/>
                      <a:gd name="T38" fmla="*/ 456 w 846"/>
                      <a:gd name="T39" fmla="*/ 1110 h 1406"/>
                      <a:gd name="T40" fmla="*/ 434 w 846"/>
                      <a:gd name="T41" fmla="*/ 1125 h 1406"/>
                      <a:gd name="T42" fmla="*/ 329 w 846"/>
                      <a:gd name="T43" fmla="*/ 1208 h 1406"/>
                      <a:gd name="T44" fmla="*/ 194 w 846"/>
                      <a:gd name="T45" fmla="*/ 1305 h 1406"/>
                      <a:gd name="T46" fmla="*/ 111 w 846"/>
                      <a:gd name="T47" fmla="*/ 1343 h 1406"/>
                      <a:gd name="T48" fmla="*/ 66 w 846"/>
                      <a:gd name="T49" fmla="*/ 1358 h 1406"/>
                      <a:gd name="T50" fmla="*/ 6 w 846"/>
                      <a:gd name="T51" fmla="*/ 1395 h 1406"/>
                      <a:gd name="T52" fmla="*/ 6 w 846"/>
                      <a:gd name="T53" fmla="*/ 1373 h 140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846"/>
                      <a:gd name="T82" fmla="*/ 0 h 1406"/>
                      <a:gd name="T83" fmla="*/ 846 w 846"/>
                      <a:gd name="T84" fmla="*/ 1406 h 140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846" h="1406">
                        <a:moveTo>
                          <a:pt x="6" y="1373"/>
                        </a:moveTo>
                        <a:cubicBezTo>
                          <a:pt x="21" y="1330"/>
                          <a:pt x="51" y="1285"/>
                          <a:pt x="89" y="1260"/>
                        </a:cubicBezTo>
                        <a:cubicBezTo>
                          <a:pt x="115" y="1179"/>
                          <a:pt x="166" y="1103"/>
                          <a:pt x="216" y="1035"/>
                        </a:cubicBezTo>
                        <a:cubicBezTo>
                          <a:pt x="234" y="985"/>
                          <a:pt x="210" y="1046"/>
                          <a:pt x="246" y="983"/>
                        </a:cubicBezTo>
                        <a:cubicBezTo>
                          <a:pt x="280" y="924"/>
                          <a:pt x="306" y="859"/>
                          <a:pt x="344" y="803"/>
                        </a:cubicBezTo>
                        <a:cubicBezTo>
                          <a:pt x="361" y="734"/>
                          <a:pt x="380" y="660"/>
                          <a:pt x="419" y="600"/>
                        </a:cubicBezTo>
                        <a:cubicBezTo>
                          <a:pt x="433" y="555"/>
                          <a:pt x="468" y="519"/>
                          <a:pt x="494" y="480"/>
                        </a:cubicBezTo>
                        <a:cubicBezTo>
                          <a:pt x="506" y="462"/>
                          <a:pt x="531" y="428"/>
                          <a:pt x="531" y="428"/>
                        </a:cubicBezTo>
                        <a:cubicBezTo>
                          <a:pt x="565" y="325"/>
                          <a:pt x="528" y="425"/>
                          <a:pt x="561" y="360"/>
                        </a:cubicBezTo>
                        <a:cubicBezTo>
                          <a:pt x="580" y="323"/>
                          <a:pt x="557" y="353"/>
                          <a:pt x="576" y="308"/>
                        </a:cubicBezTo>
                        <a:cubicBezTo>
                          <a:pt x="588" y="278"/>
                          <a:pt x="606" y="256"/>
                          <a:pt x="629" y="233"/>
                        </a:cubicBezTo>
                        <a:cubicBezTo>
                          <a:pt x="638" y="173"/>
                          <a:pt x="652" y="162"/>
                          <a:pt x="704" y="128"/>
                        </a:cubicBezTo>
                        <a:cubicBezTo>
                          <a:pt x="725" y="96"/>
                          <a:pt x="759" y="55"/>
                          <a:pt x="786" y="30"/>
                        </a:cubicBezTo>
                        <a:cubicBezTo>
                          <a:pt x="799" y="18"/>
                          <a:pt x="831" y="0"/>
                          <a:pt x="831" y="0"/>
                        </a:cubicBezTo>
                        <a:cubicBezTo>
                          <a:pt x="846" y="42"/>
                          <a:pt x="810" y="85"/>
                          <a:pt x="786" y="120"/>
                        </a:cubicBezTo>
                        <a:cubicBezTo>
                          <a:pt x="741" y="268"/>
                          <a:pt x="788" y="450"/>
                          <a:pt x="696" y="585"/>
                        </a:cubicBezTo>
                        <a:cubicBezTo>
                          <a:pt x="678" y="643"/>
                          <a:pt x="681" y="698"/>
                          <a:pt x="674" y="758"/>
                        </a:cubicBezTo>
                        <a:cubicBezTo>
                          <a:pt x="669" y="798"/>
                          <a:pt x="636" y="882"/>
                          <a:pt x="614" y="915"/>
                        </a:cubicBezTo>
                        <a:cubicBezTo>
                          <a:pt x="594" y="990"/>
                          <a:pt x="541" y="1036"/>
                          <a:pt x="479" y="1080"/>
                        </a:cubicBezTo>
                        <a:cubicBezTo>
                          <a:pt x="469" y="1087"/>
                          <a:pt x="465" y="1101"/>
                          <a:pt x="456" y="1110"/>
                        </a:cubicBezTo>
                        <a:cubicBezTo>
                          <a:pt x="450" y="1116"/>
                          <a:pt x="441" y="1120"/>
                          <a:pt x="434" y="1125"/>
                        </a:cubicBezTo>
                        <a:cubicBezTo>
                          <a:pt x="407" y="1167"/>
                          <a:pt x="371" y="1184"/>
                          <a:pt x="329" y="1208"/>
                        </a:cubicBezTo>
                        <a:cubicBezTo>
                          <a:pt x="281" y="1235"/>
                          <a:pt x="240" y="1274"/>
                          <a:pt x="194" y="1305"/>
                        </a:cubicBezTo>
                        <a:cubicBezTo>
                          <a:pt x="160" y="1328"/>
                          <a:pt x="150" y="1332"/>
                          <a:pt x="111" y="1343"/>
                        </a:cubicBezTo>
                        <a:cubicBezTo>
                          <a:pt x="96" y="1347"/>
                          <a:pt x="66" y="1358"/>
                          <a:pt x="66" y="1358"/>
                        </a:cubicBezTo>
                        <a:cubicBezTo>
                          <a:pt x="59" y="1368"/>
                          <a:pt x="22" y="1406"/>
                          <a:pt x="6" y="1395"/>
                        </a:cubicBezTo>
                        <a:cubicBezTo>
                          <a:pt x="0" y="1391"/>
                          <a:pt x="6" y="1380"/>
                          <a:pt x="6" y="1373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0" name="Freeform 69"/>
                  <p:cNvSpPr>
                    <a:spLocks/>
                  </p:cNvSpPr>
                  <p:nvPr/>
                </p:nvSpPr>
                <p:spPr bwMode="auto">
                  <a:xfrm>
                    <a:off x="8153" y="1423"/>
                    <a:ext cx="703" cy="1277"/>
                  </a:xfrm>
                  <a:custGeom>
                    <a:avLst/>
                    <a:gdLst>
                      <a:gd name="T0" fmla="*/ 60 w 703"/>
                      <a:gd name="T1" fmla="*/ 1217 h 1277"/>
                      <a:gd name="T2" fmla="*/ 30 w 703"/>
                      <a:gd name="T3" fmla="*/ 1127 h 1277"/>
                      <a:gd name="T4" fmla="*/ 142 w 703"/>
                      <a:gd name="T5" fmla="*/ 1097 h 1277"/>
                      <a:gd name="T6" fmla="*/ 217 w 703"/>
                      <a:gd name="T7" fmla="*/ 1120 h 1277"/>
                      <a:gd name="T8" fmla="*/ 172 w 703"/>
                      <a:gd name="T9" fmla="*/ 1022 h 1277"/>
                      <a:gd name="T10" fmla="*/ 150 w 703"/>
                      <a:gd name="T11" fmla="*/ 895 h 1277"/>
                      <a:gd name="T12" fmla="*/ 255 w 703"/>
                      <a:gd name="T13" fmla="*/ 880 h 1277"/>
                      <a:gd name="T14" fmla="*/ 397 w 703"/>
                      <a:gd name="T15" fmla="*/ 932 h 1277"/>
                      <a:gd name="T16" fmla="*/ 382 w 703"/>
                      <a:gd name="T17" fmla="*/ 947 h 1277"/>
                      <a:gd name="T18" fmla="*/ 262 w 703"/>
                      <a:gd name="T19" fmla="*/ 850 h 1277"/>
                      <a:gd name="T20" fmla="*/ 210 w 703"/>
                      <a:gd name="T21" fmla="*/ 692 h 1277"/>
                      <a:gd name="T22" fmla="*/ 240 w 703"/>
                      <a:gd name="T23" fmla="*/ 745 h 1277"/>
                      <a:gd name="T24" fmla="*/ 322 w 703"/>
                      <a:gd name="T25" fmla="*/ 707 h 1277"/>
                      <a:gd name="T26" fmla="*/ 435 w 703"/>
                      <a:gd name="T27" fmla="*/ 700 h 1277"/>
                      <a:gd name="T28" fmla="*/ 487 w 703"/>
                      <a:gd name="T29" fmla="*/ 775 h 1277"/>
                      <a:gd name="T30" fmla="*/ 442 w 703"/>
                      <a:gd name="T31" fmla="*/ 715 h 1277"/>
                      <a:gd name="T32" fmla="*/ 375 w 703"/>
                      <a:gd name="T33" fmla="*/ 602 h 1277"/>
                      <a:gd name="T34" fmla="*/ 337 w 703"/>
                      <a:gd name="T35" fmla="*/ 557 h 1277"/>
                      <a:gd name="T36" fmla="*/ 397 w 703"/>
                      <a:gd name="T37" fmla="*/ 565 h 1277"/>
                      <a:gd name="T38" fmla="*/ 547 w 703"/>
                      <a:gd name="T39" fmla="*/ 565 h 1277"/>
                      <a:gd name="T40" fmla="*/ 570 w 703"/>
                      <a:gd name="T41" fmla="*/ 610 h 1277"/>
                      <a:gd name="T42" fmla="*/ 525 w 703"/>
                      <a:gd name="T43" fmla="*/ 572 h 1277"/>
                      <a:gd name="T44" fmla="*/ 457 w 703"/>
                      <a:gd name="T45" fmla="*/ 452 h 1277"/>
                      <a:gd name="T46" fmla="*/ 442 w 703"/>
                      <a:gd name="T47" fmla="*/ 377 h 1277"/>
                      <a:gd name="T48" fmla="*/ 420 w 703"/>
                      <a:gd name="T49" fmla="*/ 362 h 1277"/>
                      <a:gd name="T50" fmla="*/ 547 w 703"/>
                      <a:gd name="T51" fmla="*/ 310 h 1277"/>
                      <a:gd name="T52" fmla="*/ 637 w 703"/>
                      <a:gd name="T53" fmla="*/ 325 h 1277"/>
                      <a:gd name="T54" fmla="*/ 547 w 703"/>
                      <a:gd name="T55" fmla="*/ 205 h 1277"/>
                      <a:gd name="T56" fmla="*/ 577 w 703"/>
                      <a:gd name="T57" fmla="*/ 235 h 1277"/>
                      <a:gd name="T58" fmla="*/ 622 w 703"/>
                      <a:gd name="T59" fmla="*/ 130 h 1277"/>
                      <a:gd name="T60" fmla="*/ 622 w 703"/>
                      <a:gd name="T61" fmla="*/ 115 h 1277"/>
                      <a:gd name="T62" fmla="*/ 637 w 703"/>
                      <a:gd name="T63" fmla="*/ 100 h 1277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703"/>
                      <a:gd name="T97" fmla="*/ 0 h 1277"/>
                      <a:gd name="T98" fmla="*/ 703 w 703"/>
                      <a:gd name="T99" fmla="*/ 1277 h 1277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703" h="1277">
                        <a:moveTo>
                          <a:pt x="0" y="1277"/>
                        </a:moveTo>
                        <a:cubicBezTo>
                          <a:pt x="25" y="1260"/>
                          <a:pt x="39" y="1238"/>
                          <a:pt x="60" y="1217"/>
                        </a:cubicBezTo>
                        <a:cubicBezTo>
                          <a:pt x="67" y="1195"/>
                          <a:pt x="72" y="1194"/>
                          <a:pt x="60" y="1172"/>
                        </a:cubicBezTo>
                        <a:cubicBezTo>
                          <a:pt x="51" y="1156"/>
                          <a:pt x="30" y="1127"/>
                          <a:pt x="30" y="1127"/>
                        </a:cubicBezTo>
                        <a:cubicBezTo>
                          <a:pt x="71" y="1114"/>
                          <a:pt x="66" y="1137"/>
                          <a:pt x="75" y="1172"/>
                        </a:cubicBezTo>
                        <a:cubicBezTo>
                          <a:pt x="98" y="1137"/>
                          <a:pt x="105" y="1110"/>
                          <a:pt x="142" y="1097"/>
                        </a:cubicBezTo>
                        <a:cubicBezTo>
                          <a:pt x="197" y="1103"/>
                          <a:pt x="237" y="1111"/>
                          <a:pt x="285" y="1135"/>
                        </a:cubicBezTo>
                        <a:cubicBezTo>
                          <a:pt x="249" y="1146"/>
                          <a:pt x="251" y="1130"/>
                          <a:pt x="217" y="1120"/>
                        </a:cubicBezTo>
                        <a:cubicBezTo>
                          <a:pt x="157" y="1080"/>
                          <a:pt x="190" y="1093"/>
                          <a:pt x="120" y="1082"/>
                        </a:cubicBezTo>
                        <a:cubicBezTo>
                          <a:pt x="130" y="1052"/>
                          <a:pt x="146" y="1040"/>
                          <a:pt x="172" y="1022"/>
                        </a:cubicBezTo>
                        <a:cubicBezTo>
                          <a:pt x="187" y="980"/>
                          <a:pt x="194" y="966"/>
                          <a:pt x="172" y="917"/>
                        </a:cubicBezTo>
                        <a:cubicBezTo>
                          <a:pt x="168" y="908"/>
                          <a:pt x="150" y="895"/>
                          <a:pt x="150" y="895"/>
                        </a:cubicBezTo>
                        <a:cubicBezTo>
                          <a:pt x="159" y="924"/>
                          <a:pt x="178" y="930"/>
                          <a:pt x="195" y="955"/>
                        </a:cubicBezTo>
                        <a:cubicBezTo>
                          <a:pt x="227" y="943"/>
                          <a:pt x="235" y="910"/>
                          <a:pt x="255" y="880"/>
                        </a:cubicBezTo>
                        <a:cubicBezTo>
                          <a:pt x="265" y="865"/>
                          <a:pt x="292" y="861"/>
                          <a:pt x="307" y="857"/>
                        </a:cubicBezTo>
                        <a:cubicBezTo>
                          <a:pt x="379" y="872"/>
                          <a:pt x="356" y="883"/>
                          <a:pt x="397" y="932"/>
                        </a:cubicBezTo>
                        <a:cubicBezTo>
                          <a:pt x="404" y="940"/>
                          <a:pt x="428" y="947"/>
                          <a:pt x="420" y="955"/>
                        </a:cubicBezTo>
                        <a:cubicBezTo>
                          <a:pt x="411" y="964"/>
                          <a:pt x="395" y="950"/>
                          <a:pt x="382" y="947"/>
                        </a:cubicBezTo>
                        <a:cubicBezTo>
                          <a:pt x="368" y="919"/>
                          <a:pt x="358" y="867"/>
                          <a:pt x="322" y="857"/>
                        </a:cubicBezTo>
                        <a:cubicBezTo>
                          <a:pt x="303" y="852"/>
                          <a:pt x="282" y="852"/>
                          <a:pt x="262" y="850"/>
                        </a:cubicBezTo>
                        <a:cubicBezTo>
                          <a:pt x="310" y="777"/>
                          <a:pt x="256" y="748"/>
                          <a:pt x="217" y="700"/>
                        </a:cubicBezTo>
                        <a:cubicBezTo>
                          <a:pt x="204" y="757"/>
                          <a:pt x="207" y="755"/>
                          <a:pt x="210" y="692"/>
                        </a:cubicBezTo>
                        <a:cubicBezTo>
                          <a:pt x="210" y="683"/>
                          <a:pt x="221" y="707"/>
                          <a:pt x="225" y="715"/>
                        </a:cubicBezTo>
                        <a:cubicBezTo>
                          <a:pt x="230" y="725"/>
                          <a:pt x="234" y="735"/>
                          <a:pt x="240" y="745"/>
                        </a:cubicBezTo>
                        <a:cubicBezTo>
                          <a:pt x="256" y="773"/>
                          <a:pt x="271" y="773"/>
                          <a:pt x="300" y="782"/>
                        </a:cubicBezTo>
                        <a:cubicBezTo>
                          <a:pt x="304" y="768"/>
                          <a:pt x="314" y="715"/>
                          <a:pt x="322" y="707"/>
                        </a:cubicBezTo>
                        <a:cubicBezTo>
                          <a:pt x="333" y="696"/>
                          <a:pt x="352" y="697"/>
                          <a:pt x="367" y="692"/>
                        </a:cubicBezTo>
                        <a:cubicBezTo>
                          <a:pt x="390" y="695"/>
                          <a:pt x="414" y="692"/>
                          <a:pt x="435" y="700"/>
                        </a:cubicBezTo>
                        <a:cubicBezTo>
                          <a:pt x="443" y="703"/>
                          <a:pt x="444" y="716"/>
                          <a:pt x="450" y="722"/>
                        </a:cubicBezTo>
                        <a:cubicBezTo>
                          <a:pt x="459" y="731"/>
                          <a:pt x="557" y="821"/>
                          <a:pt x="487" y="775"/>
                        </a:cubicBezTo>
                        <a:cubicBezTo>
                          <a:pt x="478" y="761"/>
                          <a:pt x="476" y="743"/>
                          <a:pt x="465" y="730"/>
                        </a:cubicBezTo>
                        <a:cubicBezTo>
                          <a:pt x="459" y="723"/>
                          <a:pt x="449" y="721"/>
                          <a:pt x="442" y="715"/>
                        </a:cubicBezTo>
                        <a:cubicBezTo>
                          <a:pt x="402" y="681"/>
                          <a:pt x="391" y="680"/>
                          <a:pt x="337" y="670"/>
                        </a:cubicBezTo>
                        <a:cubicBezTo>
                          <a:pt x="346" y="645"/>
                          <a:pt x="375" y="602"/>
                          <a:pt x="375" y="602"/>
                        </a:cubicBezTo>
                        <a:cubicBezTo>
                          <a:pt x="372" y="590"/>
                          <a:pt x="375" y="575"/>
                          <a:pt x="367" y="565"/>
                        </a:cubicBezTo>
                        <a:cubicBezTo>
                          <a:pt x="360" y="557"/>
                          <a:pt x="347" y="560"/>
                          <a:pt x="337" y="557"/>
                        </a:cubicBezTo>
                        <a:cubicBezTo>
                          <a:pt x="264" y="535"/>
                          <a:pt x="290" y="541"/>
                          <a:pt x="330" y="550"/>
                        </a:cubicBezTo>
                        <a:cubicBezTo>
                          <a:pt x="356" y="568"/>
                          <a:pt x="366" y="575"/>
                          <a:pt x="397" y="565"/>
                        </a:cubicBezTo>
                        <a:cubicBezTo>
                          <a:pt x="415" y="538"/>
                          <a:pt x="425" y="515"/>
                          <a:pt x="457" y="505"/>
                        </a:cubicBezTo>
                        <a:cubicBezTo>
                          <a:pt x="495" y="517"/>
                          <a:pt x="515" y="543"/>
                          <a:pt x="547" y="565"/>
                        </a:cubicBezTo>
                        <a:cubicBezTo>
                          <a:pt x="550" y="572"/>
                          <a:pt x="551" y="580"/>
                          <a:pt x="555" y="587"/>
                        </a:cubicBezTo>
                        <a:cubicBezTo>
                          <a:pt x="559" y="595"/>
                          <a:pt x="576" y="604"/>
                          <a:pt x="570" y="610"/>
                        </a:cubicBezTo>
                        <a:cubicBezTo>
                          <a:pt x="564" y="616"/>
                          <a:pt x="554" y="601"/>
                          <a:pt x="547" y="595"/>
                        </a:cubicBezTo>
                        <a:cubicBezTo>
                          <a:pt x="539" y="588"/>
                          <a:pt x="532" y="580"/>
                          <a:pt x="525" y="572"/>
                        </a:cubicBezTo>
                        <a:cubicBezTo>
                          <a:pt x="509" y="528"/>
                          <a:pt x="481" y="524"/>
                          <a:pt x="442" y="505"/>
                        </a:cubicBezTo>
                        <a:cubicBezTo>
                          <a:pt x="423" y="475"/>
                          <a:pt x="423" y="464"/>
                          <a:pt x="457" y="452"/>
                        </a:cubicBezTo>
                        <a:cubicBezTo>
                          <a:pt x="486" y="424"/>
                          <a:pt x="494" y="414"/>
                          <a:pt x="450" y="400"/>
                        </a:cubicBezTo>
                        <a:cubicBezTo>
                          <a:pt x="447" y="392"/>
                          <a:pt x="448" y="383"/>
                          <a:pt x="442" y="377"/>
                        </a:cubicBezTo>
                        <a:cubicBezTo>
                          <a:pt x="437" y="372"/>
                          <a:pt x="427" y="373"/>
                          <a:pt x="420" y="370"/>
                        </a:cubicBezTo>
                        <a:cubicBezTo>
                          <a:pt x="364" y="343"/>
                          <a:pt x="411" y="359"/>
                          <a:pt x="420" y="362"/>
                        </a:cubicBezTo>
                        <a:cubicBezTo>
                          <a:pt x="454" y="413"/>
                          <a:pt x="433" y="401"/>
                          <a:pt x="472" y="415"/>
                        </a:cubicBezTo>
                        <a:cubicBezTo>
                          <a:pt x="539" y="392"/>
                          <a:pt x="484" y="330"/>
                          <a:pt x="547" y="310"/>
                        </a:cubicBezTo>
                        <a:cubicBezTo>
                          <a:pt x="567" y="312"/>
                          <a:pt x="587" y="314"/>
                          <a:pt x="607" y="317"/>
                        </a:cubicBezTo>
                        <a:cubicBezTo>
                          <a:pt x="617" y="319"/>
                          <a:pt x="647" y="325"/>
                          <a:pt x="637" y="325"/>
                        </a:cubicBezTo>
                        <a:cubicBezTo>
                          <a:pt x="604" y="325"/>
                          <a:pt x="564" y="310"/>
                          <a:pt x="532" y="302"/>
                        </a:cubicBezTo>
                        <a:cubicBezTo>
                          <a:pt x="551" y="248"/>
                          <a:pt x="560" y="274"/>
                          <a:pt x="547" y="205"/>
                        </a:cubicBezTo>
                        <a:cubicBezTo>
                          <a:pt x="545" y="195"/>
                          <a:pt x="535" y="166"/>
                          <a:pt x="540" y="175"/>
                        </a:cubicBezTo>
                        <a:cubicBezTo>
                          <a:pt x="575" y="240"/>
                          <a:pt x="533" y="205"/>
                          <a:pt x="577" y="235"/>
                        </a:cubicBezTo>
                        <a:cubicBezTo>
                          <a:pt x="587" y="220"/>
                          <a:pt x="603" y="207"/>
                          <a:pt x="607" y="190"/>
                        </a:cubicBezTo>
                        <a:cubicBezTo>
                          <a:pt x="612" y="170"/>
                          <a:pt x="612" y="148"/>
                          <a:pt x="622" y="130"/>
                        </a:cubicBezTo>
                        <a:cubicBezTo>
                          <a:pt x="626" y="123"/>
                          <a:pt x="637" y="125"/>
                          <a:pt x="645" y="122"/>
                        </a:cubicBezTo>
                        <a:cubicBezTo>
                          <a:pt x="637" y="120"/>
                          <a:pt x="620" y="123"/>
                          <a:pt x="622" y="115"/>
                        </a:cubicBezTo>
                        <a:cubicBezTo>
                          <a:pt x="639" y="39"/>
                          <a:pt x="703" y="0"/>
                          <a:pt x="645" y="40"/>
                        </a:cubicBezTo>
                        <a:cubicBezTo>
                          <a:pt x="637" y="63"/>
                          <a:pt x="626" y="77"/>
                          <a:pt x="637" y="100"/>
                        </a:cubicBezTo>
                        <a:lnTo>
                          <a:pt x="568" y="21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6" name="Group 70"/>
                <p:cNvGrpSpPr>
                  <a:grpSpLocks/>
                </p:cNvGrpSpPr>
                <p:nvPr/>
              </p:nvGrpSpPr>
              <p:grpSpPr bwMode="auto">
                <a:xfrm>
                  <a:off x="9446" y="1794"/>
                  <a:ext cx="710" cy="1376"/>
                  <a:chOff x="7613" y="1609"/>
                  <a:chExt cx="710" cy="1376"/>
                </a:xfrm>
              </p:grpSpPr>
              <p:sp>
                <p:nvSpPr>
                  <p:cNvPr id="245" name="Freeform 71"/>
                  <p:cNvSpPr>
                    <a:spLocks/>
                  </p:cNvSpPr>
                  <p:nvPr/>
                </p:nvSpPr>
                <p:spPr bwMode="auto">
                  <a:xfrm>
                    <a:off x="7613" y="1614"/>
                    <a:ext cx="618" cy="1351"/>
                  </a:xfrm>
                  <a:custGeom>
                    <a:avLst/>
                    <a:gdLst>
                      <a:gd name="T0" fmla="*/ 300 w 618"/>
                      <a:gd name="T1" fmla="*/ 1349 h 1351"/>
                      <a:gd name="T2" fmla="*/ 262 w 618"/>
                      <a:gd name="T3" fmla="*/ 1281 h 1351"/>
                      <a:gd name="T4" fmla="*/ 262 w 618"/>
                      <a:gd name="T5" fmla="*/ 794 h 1351"/>
                      <a:gd name="T6" fmla="*/ 240 w 618"/>
                      <a:gd name="T7" fmla="*/ 471 h 1351"/>
                      <a:gd name="T8" fmla="*/ 217 w 618"/>
                      <a:gd name="T9" fmla="*/ 456 h 1351"/>
                      <a:gd name="T10" fmla="*/ 187 w 618"/>
                      <a:gd name="T11" fmla="*/ 374 h 1351"/>
                      <a:gd name="T12" fmla="*/ 157 w 618"/>
                      <a:gd name="T13" fmla="*/ 231 h 1351"/>
                      <a:gd name="T14" fmla="*/ 28 w 618"/>
                      <a:gd name="T15" fmla="*/ 10 h 1351"/>
                      <a:gd name="T16" fmla="*/ 7 w 618"/>
                      <a:gd name="T17" fmla="*/ 44 h 1351"/>
                      <a:gd name="T18" fmla="*/ 120 w 618"/>
                      <a:gd name="T19" fmla="*/ 14 h 1351"/>
                      <a:gd name="T20" fmla="*/ 397 w 618"/>
                      <a:gd name="T21" fmla="*/ 44 h 1351"/>
                      <a:gd name="T22" fmla="*/ 442 w 618"/>
                      <a:gd name="T23" fmla="*/ 81 h 1351"/>
                      <a:gd name="T24" fmla="*/ 532 w 618"/>
                      <a:gd name="T25" fmla="*/ 126 h 1351"/>
                      <a:gd name="T26" fmla="*/ 562 w 618"/>
                      <a:gd name="T27" fmla="*/ 171 h 1351"/>
                      <a:gd name="T28" fmla="*/ 577 w 618"/>
                      <a:gd name="T29" fmla="*/ 216 h 1351"/>
                      <a:gd name="T30" fmla="*/ 547 w 618"/>
                      <a:gd name="T31" fmla="*/ 876 h 1351"/>
                      <a:gd name="T32" fmla="*/ 517 w 618"/>
                      <a:gd name="T33" fmla="*/ 989 h 1351"/>
                      <a:gd name="T34" fmla="*/ 450 w 618"/>
                      <a:gd name="T35" fmla="*/ 1109 h 1351"/>
                      <a:gd name="T36" fmla="*/ 435 w 618"/>
                      <a:gd name="T37" fmla="*/ 1131 h 1351"/>
                      <a:gd name="T38" fmla="*/ 412 w 618"/>
                      <a:gd name="T39" fmla="*/ 1154 h 1351"/>
                      <a:gd name="T40" fmla="*/ 382 w 618"/>
                      <a:gd name="T41" fmla="*/ 1206 h 1351"/>
                      <a:gd name="T42" fmla="*/ 360 w 618"/>
                      <a:gd name="T43" fmla="*/ 1281 h 1351"/>
                      <a:gd name="T44" fmla="*/ 315 w 618"/>
                      <a:gd name="T45" fmla="*/ 1326 h 1351"/>
                      <a:gd name="T46" fmla="*/ 300 w 618"/>
                      <a:gd name="T47" fmla="*/ 1349 h 1351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618"/>
                      <a:gd name="T73" fmla="*/ 0 h 1351"/>
                      <a:gd name="T74" fmla="*/ 618 w 618"/>
                      <a:gd name="T75" fmla="*/ 1351 h 1351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618" h="1351">
                        <a:moveTo>
                          <a:pt x="300" y="1349"/>
                        </a:moveTo>
                        <a:cubicBezTo>
                          <a:pt x="285" y="1326"/>
                          <a:pt x="277" y="1304"/>
                          <a:pt x="262" y="1281"/>
                        </a:cubicBezTo>
                        <a:cubicBezTo>
                          <a:pt x="221" y="1153"/>
                          <a:pt x="238" y="919"/>
                          <a:pt x="262" y="794"/>
                        </a:cubicBezTo>
                        <a:cubicBezTo>
                          <a:pt x="262" y="789"/>
                          <a:pt x="262" y="537"/>
                          <a:pt x="240" y="471"/>
                        </a:cubicBezTo>
                        <a:cubicBezTo>
                          <a:pt x="237" y="462"/>
                          <a:pt x="225" y="461"/>
                          <a:pt x="217" y="456"/>
                        </a:cubicBezTo>
                        <a:cubicBezTo>
                          <a:pt x="202" y="426"/>
                          <a:pt x="192" y="411"/>
                          <a:pt x="187" y="374"/>
                        </a:cubicBezTo>
                        <a:cubicBezTo>
                          <a:pt x="183" y="346"/>
                          <a:pt x="198" y="253"/>
                          <a:pt x="157" y="231"/>
                        </a:cubicBezTo>
                        <a:cubicBezTo>
                          <a:pt x="114" y="157"/>
                          <a:pt x="81" y="77"/>
                          <a:pt x="28" y="10"/>
                        </a:cubicBezTo>
                        <a:cubicBezTo>
                          <a:pt x="20" y="0"/>
                          <a:pt x="0" y="33"/>
                          <a:pt x="7" y="44"/>
                        </a:cubicBezTo>
                        <a:cubicBezTo>
                          <a:pt x="9" y="47"/>
                          <a:pt x="112" y="17"/>
                          <a:pt x="120" y="14"/>
                        </a:cubicBezTo>
                        <a:cubicBezTo>
                          <a:pt x="264" y="19"/>
                          <a:pt x="296" y="7"/>
                          <a:pt x="397" y="44"/>
                        </a:cubicBezTo>
                        <a:cubicBezTo>
                          <a:pt x="414" y="60"/>
                          <a:pt x="422" y="70"/>
                          <a:pt x="442" y="81"/>
                        </a:cubicBezTo>
                        <a:cubicBezTo>
                          <a:pt x="472" y="97"/>
                          <a:pt x="532" y="126"/>
                          <a:pt x="532" y="126"/>
                        </a:cubicBezTo>
                        <a:cubicBezTo>
                          <a:pt x="542" y="141"/>
                          <a:pt x="556" y="154"/>
                          <a:pt x="562" y="171"/>
                        </a:cubicBezTo>
                        <a:cubicBezTo>
                          <a:pt x="567" y="186"/>
                          <a:pt x="577" y="216"/>
                          <a:pt x="577" y="216"/>
                        </a:cubicBezTo>
                        <a:cubicBezTo>
                          <a:pt x="576" y="315"/>
                          <a:pt x="618" y="682"/>
                          <a:pt x="547" y="876"/>
                        </a:cubicBezTo>
                        <a:cubicBezTo>
                          <a:pt x="542" y="922"/>
                          <a:pt x="542" y="951"/>
                          <a:pt x="517" y="989"/>
                        </a:cubicBezTo>
                        <a:cubicBezTo>
                          <a:pt x="506" y="1035"/>
                          <a:pt x="490" y="1082"/>
                          <a:pt x="450" y="1109"/>
                        </a:cubicBezTo>
                        <a:cubicBezTo>
                          <a:pt x="445" y="1116"/>
                          <a:pt x="441" y="1124"/>
                          <a:pt x="435" y="1131"/>
                        </a:cubicBezTo>
                        <a:cubicBezTo>
                          <a:pt x="428" y="1139"/>
                          <a:pt x="418" y="1145"/>
                          <a:pt x="412" y="1154"/>
                        </a:cubicBezTo>
                        <a:cubicBezTo>
                          <a:pt x="400" y="1170"/>
                          <a:pt x="393" y="1189"/>
                          <a:pt x="382" y="1206"/>
                        </a:cubicBezTo>
                        <a:cubicBezTo>
                          <a:pt x="375" y="1231"/>
                          <a:pt x="376" y="1260"/>
                          <a:pt x="360" y="1281"/>
                        </a:cubicBezTo>
                        <a:cubicBezTo>
                          <a:pt x="347" y="1298"/>
                          <a:pt x="330" y="1311"/>
                          <a:pt x="315" y="1326"/>
                        </a:cubicBezTo>
                        <a:cubicBezTo>
                          <a:pt x="290" y="1351"/>
                          <a:pt x="281" y="1349"/>
                          <a:pt x="300" y="1349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6" name="Freeform 72"/>
                  <p:cNvSpPr>
                    <a:spLocks/>
                  </p:cNvSpPr>
                  <p:nvPr/>
                </p:nvSpPr>
                <p:spPr bwMode="auto">
                  <a:xfrm>
                    <a:off x="7680" y="1609"/>
                    <a:ext cx="643" cy="1376"/>
                  </a:xfrm>
                  <a:custGeom>
                    <a:avLst/>
                    <a:gdLst>
                      <a:gd name="T0" fmla="*/ 233 w 643"/>
                      <a:gd name="T1" fmla="*/ 1331 h 1376"/>
                      <a:gd name="T2" fmla="*/ 263 w 643"/>
                      <a:gd name="T3" fmla="*/ 1129 h 1376"/>
                      <a:gd name="T4" fmla="*/ 285 w 643"/>
                      <a:gd name="T5" fmla="*/ 1024 h 1376"/>
                      <a:gd name="T6" fmla="*/ 323 w 643"/>
                      <a:gd name="T7" fmla="*/ 814 h 1376"/>
                      <a:gd name="T8" fmla="*/ 300 w 643"/>
                      <a:gd name="T9" fmla="*/ 214 h 1376"/>
                      <a:gd name="T10" fmla="*/ 233 w 643"/>
                      <a:gd name="T11" fmla="*/ 139 h 1376"/>
                      <a:gd name="T12" fmla="*/ 165 w 643"/>
                      <a:gd name="T13" fmla="*/ 86 h 1376"/>
                      <a:gd name="T14" fmla="*/ 0 w 643"/>
                      <a:gd name="T15" fmla="*/ 56 h 1376"/>
                      <a:gd name="T16" fmla="*/ 150 w 643"/>
                      <a:gd name="T17" fmla="*/ 11 h 1376"/>
                      <a:gd name="T18" fmla="*/ 360 w 643"/>
                      <a:gd name="T19" fmla="*/ 26 h 1376"/>
                      <a:gd name="T20" fmla="*/ 420 w 643"/>
                      <a:gd name="T21" fmla="*/ 101 h 1376"/>
                      <a:gd name="T22" fmla="*/ 540 w 643"/>
                      <a:gd name="T23" fmla="*/ 289 h 1376"/>
                      <a:gd name="T24" fmla="*/ 600 w 643"/>
                      <a:gd name="T25" fmla="*/ 431 h 1376"/>
                      <a:gd name="T26" fmla="*/ 630 w 643"/>
                      <a:gd name="T27" fmla="*/ 574 h 1376"/>
                      <a:gd name="T28" fmla="*/ 593 w 643"/>
                      <a:gd name="T29" fmla="*/ 821 h 1376"/>
                      <a:gd name="T30" fmla="*/ 578 w 643"/>
                      <a:gd name="T31" fmla="*/ 896 h 1376"/>
                      <a:gd name="T32" fmla="*/ 555 w 643"/>
                      <a:gd name="T33" fmla="*/ 941 h 1376"/>
                      <a:gd name="T34" fmla="*/ 540 w 643"/>
                      <a:gd name="T35" fmla="*/ 1031 h 1376"/>
                      <a:gd name="T36" fmla="*/ 488 w 643"/>
                      <a:gd name="T37" fmla="*/ 1099 h 1376"/>
                      <a:gd name="T38" fmla="*/ 428 w 643"/>
                      <a:gd name="T39" fmla="*/ 1181 h 1376"/>
                      <a:gd name="T40" fmla="*/ 413 w 643"/>
                      <a:gd name="T41" fmla="*/ 1226 h 1376"/>
                      <a:gd name="T42" fmla="*/ 308 w 643"/>
                      <a:gd name="T43" fmla="*/ 1316 h 1376"/>
                      <a:gd name="T44" fmla="*/ 263 w 643"/>
                      <a:gd name="T45" fmla="*/ 1354 h 1376"/>
                      <a:gd name="T46" fmla="*/ 218 w 643"/>
                      <a:gd name="T47" fmla="*/ 1376 h 1376"/>
                      <a:gd name="T48" fmla="*/ 321 w 643"/>
                      <a:gd name="T49" fmla="*/ 1275 h 137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643"/>
                      <a:gd name="T76" fmla="*/ 0 h 1376"/>
                      <a:gd name="T77" fmla="*/ 643 w 643"/>
                      <a:gd name="T78" fmla="*/ 1376 h 137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643" h="1376">
                        <a:moveTo>
                          <a:pt x="233" y="1331"/>
                        </a:moveTo>
                        <a:cubicBezTo>
                          <a:pt x="238" y="1262"/>
                          <a:pt x="245" y="1196"/>
                          <a:pt x="263" y="1129"/>
                        </a:cubicBezTo>
                        <a:cubicBezTo>
                          <a:pt x="268" y="1090"/>
                          <a:pt x="276" y="1061"/>
                          <a:pt x="285" y="1024"/>
                        </a:cubicBezTo>
                        <a:cubicBezTo>
                          <a:pt x="291" y="950"/>
                          <a:pt x="290" y="881"/>
                          <a:pt x="323" y="814"/>
                        </a:cubicBezTo>
                        <a:cubicBezTo>
                          <a:pt x="331" y="642"/>
                          <a:pt x="412" y="322"/>
                          <a:pt x="300" y="214"/>
                        </a:cubicBezTo>
                        <a:cubicBezTo>
                          <a:pt x="292" y="151"/>
                          <a:pt x="292" y="150"/>
                          <a:pt x="233" y="139"/>
                        </a:cubicBezTo>
                        <a:cubicBezTo>
                          <a:pt x="209" y="123"/>
                          <a:pt x="192" y="98"/>
                          <a:pt x="165" y="86"/>
                        </a:cubicBezTo>
                        <a:cubicBezTo>
                          <a:pt x="106" y="60"/>
                          <a:pt x="67" y="62"/>
                          <a:pt x="0" y="56"/>
                        </a:cubicBezTo>
                        <a:cubicBezTo>
                          <a:pt x="50" y="41"/>
                          <a:pt x="99" y="24"/>
                          <a:pt x="150" y="11"/>
                        </a:cubicBezTo>
                        <a:cubicBezTo>
                          <a:pt x="220" y="15"/>
                          <a:pt x="295" y="0"/>
                          <a:pt x="360" y="26"/>
                        </a:cubicBezTo>
                        <a:cubicBezTo>
                          <a:pt x="390" y="38"/>
                          <a:pt x="402" y="75"/>
                          <a:pt x="420" y="101"/>
                        </a:cubicBezTo>
                        <a:cubicBezTo>
                          <a:pt x="463" y="163"/>
                          <a:pt x="479" y="242"/>
                          <a:pt x="540" y="289"/>
                        </a:cubicBezTo>
                        <a:cubicBezTo>
                          <a:pt x="551" y="339"/>
                          <a:pt x="582" y="382"/>
                          <a:pt x="600" y="431"/>
                        </a:cubicBezTo>
                        <a:cubicBezTo>
                          <a:pt x="609" y="479"/>
                          <a:pt x="619" y="527"/>
                          <a:pt x="630" y="574"/>
                        </a:cubicBezTo>
                        <a:cubicBezTo>
                          <a:pt x="626" y="665"/>
                          <a:pt x="643" y="747"/>
                          <a:pt x="593" y="821"/>
                        </a:cubicBezTo>
                        <a:cubicBezTo>
                          <a:pt x="591" y="836"/>
                          <a:pt x="587" y="877"/>
                          <a:pt x="578" y="896"/>
                        </a:cubicBezTo>
                        <a:cubicBezTo>
                          <a:pt x="562" y="929"/>
                          <a:pt x="563" y="908"/>
                          <a:pt x="555" y="941"/>
                        </a:cubicBezTo>
                        <a:cubicBezTo>
                          <a:pt x="548" y="971"/>
                          <a:pt x="551" y="1003"/>
                          <a:pt x="540" y="1031"/>
                        </a:cubicBezTo>
                        <a:cubicBezTo>
                          <a:pt x="529" y="1059"/>
                          <a:pt x="508" y="1078"/>
                          <a:pt x="488" y="1099"/>
                        </a:cubicBezTo>
                        <a:cubicBezTo>
                          <a:pt x="465" y="1162"/>
                          <a:pt x="505" y="1060"/>
                          <a:pt x="428" y="1181"/>
                        </a:cubicBezTo>
                        <a:cubicBezTo>
                          <a:pt x="419" y="1194"/>
                          <a:pt x="419" y="1212"/>
                          <a:pt x="413" y="1226"/>
                        </a:cubicBezTo>
                        <a:cubicBezTo>
                          <a:pt x="397" y="1263"/>
                          <a:pt x="339" y="1295"/>
                          <a:pt x="308" y="1316"/>
                        </a:cubicBezTo>
                        <a:cubicBezTo>
                          <a:pt x="248" y="1356"/>
                          <a:pt x="324" y="1302"/>
                          <a:pt x="263" y="1354"/>
                        </a:cubicBezTo>
                        <a:cubicBezTo>
                          <a:pt x="250" y="1365"/>
                          <a:pt x="218" y="1376"/>
                          <a:pt x="218" y="1376"/>
                        </a:cubicBezTo>
                        <a:lnTo>
                          <a:pt x="321" y="1275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7" name="Freeform 73"/>
                  <p:cNvSpPr>
                    <a:spLocks/>
                  </p:cNvSpPr>
                  <p:nvPr/>
                </p:nvSpPr>
                <p:spPr bwMode="auto">
                  <a:xfrm>
                    <a:off x="7718" y="1615"/>
                    <a:ext cx="538" cy="1325"/>
                  </a:xfrm>
                  <a:custGeom>
                    <a:avLst/>
                    <a:gdLst>
                      <a:gd name="T0" fmla="*/ 210 w 538"/>
                      <a:gd name="T1" fmla="*/ 1168 h 1325"/>
                      <a:gd name="T2" fmla="*/ 337 w 538"/>
                      <a:gd name="T3" fmla="*/ 1108 h 1325"/>
                      <a:gd name="T4" fmla="*/ 337 w 538"/>
                      <a:gd name="T5" fmla="*/ 1130 h 1325"/>
                      <a:gd name="T6" fmla="*/ 217 w 538"/>
                      <a:gd name="T7" fmla="*/ 1018 h 1325"/>
                      <a:gd name="T8" fmla="*/ 142 w 538"/>
                      <a:gd name="T9" fmla="*/ 1018 h 1325"/>
                      <a:gd name="T10" fmla="*/ 240 w 538"/>
                      <a:gd name="T11" fmla="*/ 965 h 1325"/>
                      <a:gd name="T12" fmla="*/ 277 w 538"/>
                      <a:gd name="T13" fmla="*/ 898 h 1325"/>
                      <a:gd name="T14" fmla="*/ 442 w 538"/>
                      <a:gd name="T15" fmla="*/ 958 h 1325"/>
                      <a:gd name="T16" fmla="*/ 375 w 538"/>
                      <a:gd name="T17" fmla="*/ 905 h 1325"/>
                      <a:gd name="T18" fmla="*/ 202 w 538"/>
                      <a:gd name="T19" fmla="*/ 748 h 1325"/>
                      <a:gd name="T20" fmla="*/ 285 w 538"/>
                      <a:gd name="T21" fmla="*/ 778 h 1325"/>
                      <a:gd name="T22" fmla="*/ 525 w 538"/>
                      <a:gd name="T23" fmla="*/ 613 h 1325"/>
                      <a:gd name="T24" fmla="*/ 465 w 538"/>
                      <a:gd name="T25" fmla="*/ 628 h 1325"/>
                      <a:gd name="T26" fmla="*/ 367 w 538"/>
                      <a:gd name="T27" fmla="*/ 673 h 1325"/>
                      <a:gd name="T28" fmla="*/ 292 w 538"/>
                      <a:gd name="T29" fmla="*/ 620 h 1325"/>
                      <a:gd name="T30" fmla="*/ 195 w 538"/>
                      <a:gd name="T31" fmla="*/ 598 h 1325"/>
                      <a:gd name="T32" fmla="*/ 307 w 538"/>
                      <a:gd name="T33" fmla="*/ 605 h 1325"/>
                      <a:gd name="T34" fmla="*/ 337 w 538"/>
                      <a:gd name="T35" fmla="*/ 485 h 1325"/>
                      <a:gd name="T36" fmla="*/ 405 w 538"/>
                      <a:gd name="T37" fmla="*/ 403 h 1325"/>
                      <a:gd name="T38" fmla="*/ 382 w 538"/>
                      <a:gd name="T39" fmla="*/ 418 h 1325"/>
                      <a:gd name="T40" fmla="*/ 330 w 538"/>
                      <a:gd name="T41" fmla="*/ 485 h 1325"/>
                      <a:gd name="T42" fmla="*/ 172 w 538"/>
                      <a:gd name="T43" fmla="*/ 410 h 1325"/>
                      <a:gd name="T44" fmla="*/ 277 w 538"/>
                      <a:gd name="T45" fmla="*/ 425 h 1325"/>
                      <a:gd name="T46" fmla="*/ 315 w 538"/>
                      <a:gd name="T47" fmla="*/ 290 h 1325"/>
                      <a:gd name="T48" fmla="*/ 337 w 538"/>
                      <a:gd name="T49" fmla="*/ 215 h 1325"/>
                      <a:gd name="T50" fmla="*/ 270 w 538"/>
                      <a:gd name="T51" fmla="*/ 260 h 1325"/>
                      <a:gd name="T52" fmla="*/ 157 w 538"/>
                      <a:gd name="T53" fmla="*/ 238 h 1325"/>
                      <a:gd name="T54" fmla="*/ 292 w 538"/>
                      <a:gd name="T55" fmla="*/ 118 h 1325"/>
                      <a:gd name="T56" fmla="*/ 240 w 538"/>
                      <a:gd name="T57" fmla="*/ 148 h 1325"/>
                      <a:gd name="T58" fmla="*/ 157 w 538"/>
                      <a:gd name="T59" fmla="*/ 110 h 1325"/>
                      <a:gd name="T60" fmla="*/ 120 w 538"/>
                      <a:gd name="T61" fmla="*/ 80 h 1325"/>
                      <a:gd name="T62" fmla="*/ 135 w 538"/>
                      <a:gd name="T63" fmla="*/ 58 h 132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538"/>
                      <a:gd name="T97" fmla="*/ 0 h 1325"/>
                      <a:gd name="T98" fmla="*/ 538 w 538"/>
                      <a:gd name="T99" fmla="*/ 1325 h 132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538" h="1325">
                        <a:moveTo>
                          <a:pt x="195" y="1325"/>
                        </a:moveTo>
                        <a:cubicBezTo>
                          <a:pt x="212" y="1271"/>
                          <a:pt x="177" y="1217"/>
                          <a:pt x="210" y="1168"/>
                        </a:cubicBezTo>
                        <a:cubicBezTo>
                          <a:pt x="218" y="1127"/>
                          <a:pt x="223" y="1114"/>
                          <a:pt x="262" y="1100"/>
                        </a:cubicBezTo>
                        <a:cubicBezTo>
                          <a:pt x="287" y="1103"/>
                          <a:pt x="313" y="1102"/>
                          <a:pt x="337" y="1108"/>
                        </a:cubicBezTo>
                        <a:cubicBezTo>
                          <a:pt x="346" y="1110"/>
                          <a:pt x="360" y="1114"/>
                          <a:pt x="360" y="1123"/>
                        </a:cubicBezTo>
                        <a:cubicBezTo>
                          <a:pt x="360" y="1131"/>
                          <a:pt x="345" y="1128"/>
                          <a:pt x="337" y="1130"/>
                        </a:cubicBezTo>
                        <a:cubicBezTo>
                          <a:pt x="308" y="1087"/>
                          <a:pt x="281" y="1098"/>
                          <a:pt x="225" y="1093"/>
                        </a:cubicBezTo>
                        <a:cubicBezTo>
                          <a:pt x="222" y="1068"/>
                          <a:pt x="226" y="1042"/>
                          <a:pt x="217" y="1018"/>
                        </a:cubicBezTo>
                        <a:cubicBezTo>
                          <a:pt x="214" y="1011"/>
                          <a:pt x="203" y="1010"/>
                          <a:pt x="195" y="1010"/>
                        </a:cubicBezTo>
                        <a:cubicBezTo>
                          <a:pt x="177" y="1010"/>
                          <a:pt x="124" y="1018"/>
                          <a:pt x="142" y="1018"/>
                        </a:cubicBezTo>
                        <a:cubicBezTo>
                          <a:pt x="167" y="1018"/>
                          <a:pt x="192" y="1013"/>
                          <a:pt x="217" y="1010"/>
                        </a:cubicBezTo>
                        <a:cubicBezTo>
                          <a:pt x="231" y="989"/>
                          <a:pt x="234" y="989"/>
                          <a:pt x="240" y="965"/>
                        </a:cubicBezTo>
                        <a:cubicBezTo>
                          <a:pt x="240" y="963"/>
                          <a:pt x="248" y="912"/>
                          <a:pt x="255" y="905"/>
                        </a:cubicBezTo>
                        <a:cubicBezTo>
                          <a:pt x="260" y="900"/>
                          <a:pt x="270" y="900"/>
                          <a:pt x="277" y="898"/>
                        </a:cubicBezTo>
                        <a:cubicBezTo>
                          <a:pt x="312" y="903"/>
                          <a:pt x="348" y="905"/>
                          <a:pt x="382" y="913"/>
                        </a:cubicBezTo>
                        <a:cubicBezTo>
                          <a:pt x="410" y="920"/>
                          <a:pt x="415" y="948"/>
                          <a:pt x="442" y="958"/>
                        </a:cubicBezTo>
                        <a:cubicBezTo>
                          <a:pt x="387" y="976"/>
                          <a:pt x="420" y="936"/>
                          <a:pt x="397" y="913"/>
                        </a:cubicBezTo>
                        <a:cubicBezTo>
                          <a:pt x="391" y="907"/>
                          <a:pt x="382" y="909"/>
                          <a:pt x="375" y="905"/>
                        </a:cubicBezTo>
                        <a:cubicBezTo>
                          <a:pt x="339" y="887"/>
                          <a:pt x="309" y="875"/>
                          <a:pt x="270" y="868"/>
                        </a:cubicBezTo>
                        <a:cubicBezTo>
                          <a:pt x="262" y="756"/>
                          <a:pt x="299" y="748"/>
                          <a:pt x="202" y="748"/>
                        </a:cubicBezTo>
                        <a:cubicBezTo>
                          <a:pt x="189" y="748"/>
                          <a:pt x="227" y="753"/>
                          <a:pt x="240" y="755"/>
                        </a:cubicBezTo>
                        <a:cubicBezTo>
                          <a:pt x="244" y="758"/>
                          <a:pt x="276" y="783"/>
                          <a:pt x="285" y="778"/>
                        </a:cubicBezTo>
                        <a:cubicBezTo>
                          <a:pt x="304" y="768"/>
                          <a:pt x="330" y="733"/>
                          <a:pt x="330" y="733"/>
                        </a:cubicBezTo>
                        <a:cubicBezTo>
                          <a:pt x="366" y="661"/>
                          <a:pt x="443" y="613"/>
                          <a:pt x="525" y="613"/>
                        </a:cubicBezTo>
                        <a:cubicBezTo>
                          <a:pt x="538" y="613"/>
                          <a:pt x="499" y="617"/>
                          <a:pt x="487" y="620"/>
                        </a:cubicBezTo>
                        <a:cubicBezTo>
                          <a:pt x="479" y="622"/>
                          <a:pt x="472" y="626"/>
                          <a:pt x="465" y="628"/>
                        </a:cubicBezTo>
                        <a:cubicBezTo>
                          <a:pt x="455" y="631"/>
                          <a:pt x="445" y="633"/>
                          <a:pt x="435" y="635"/>
                        </a:cubicBezTo>
                        <a:cubicBezTo>
                          <a:pt x="412" y="650"/>
                          <a:pt x="390" y="658"/>
                          <a:pt x="367" y="673"/>
                        </a:cubicBezTo>
                        <a:cubicBezTo>
                          <a:pt x="346" y="701"/>
                          <a:pt x="333" y="721"/>
                          <a:pt x="300" y="733"/>
                        </a:cubicBezTo>
                        <a:cubicBezTo>
                          <a:pt x="297" y="695"/>
                          <a:pt x="303" y="656"/>
                          <a:pt x="292" y="620"/>
                        </a:cubicBezTo>
                        <a:cubicBezTo>
                          <a:pt x="287" y="603"/>
                          <a:pt x="258" y="609"/>
                          <a:pt x="240" y="605"/>
                        </a:cubicBezTo>
                        <a:cubicBezTo>
                          <a:pt x="225" y="602"/>
                          <a:pt x="180" y="598"/>
                          <a:pt x="195" y="598"/>
                        </a:cubicBezTo>
                        <a:cubicBezTo>
                          <a:pt x="212" y="598"/>
                          <a:pt x="230" y="603"/>
                          <a:pt x="247" y="605"/>
                        </a:cubicBezTo>
                        <a:cubicBezTo>
                          <a:pt x="287" y="619"/>
                          <a:pt x="281" y="645"/>
                          <a:pt x="307" y="605"/>
                        </a:cubicBezTo>
                        <a:cubicBezTo>
                          <a:pt x="310" y="570"/>
                          <a:pt x="306" y="534"/>
                          <a:pt x="315" y="500"/>
                        </a:cubicBezTo>
                        <a:cubicBezTo>
                          <a:pt x="317" y="491"/>
                          <a:pt x="330" y="491"/>
                          <a:pt x="337" y="485"/>
                        </a:cubicBezTo>
                        <a:cubicBezTo>
                          <a:pt x="361" y="465"/>
                          <a:pt x="371" y="443"/>
                          <a:pt x="397" y="425"/>
                        </a:cubicBezTo>
                        <a:cubicBezTo>
                          <a:pt x="400" y="418"/>
                          <a:pt x="399" y="409"/>
                          <a:pt x="405" y="403"/>
                        </a:cubicBezTo>
                        <a:cubicBezTo>
                          <a:pt x="411" y="397"/>
                          <a:pt x="427" y="387"/>
                          <a:pt x="427" y="395"/>
                        </a:cubicBezTo>
                        <a:cubicBezTo>
                          <a:pt x="427" y="405"/>
                          <a:pt x="387" y="416"/>
                          <a:pt x="382" y="418"/>
                        </a:cubicBezTo>
                        <a:cubicBezTo>
                          <a:pt x="375" y="425"/>
                          <a:pt x="366" y="432"/>
                          <a:pt x="360" y="440"/>
                        </a:cubicBezTo>
                        <a:cubicBezTo>
                          <a:pt x="349" y="454"/>
                          <a:pt x="330" y="485"/>
                          <a:pt x="330" y="485"/>
                        </a:cubicBezTo>
                        <a:cubicBezTo>
                          <a:pt x="319" y="469"/>
                          <a:pt x="320" y="446"/>
                          <a:pt x="307" y="433"/>
                        </a:cubicBezTo>
                        <a:cubicBezTo>
                          <a:pt x="298" y="424"/>
                          <a:pt x="181" y="410"/>
                          <a:pt x="172" y="410"/>
                        </a:cubicBezTo>
                        <a:cubicBezTo>
                          <a:pt x="157" y="410"/>
                          <a:pt x="202" y="416"/>
                          <a:pt x="217" y="418"/>
                        </a:cubicBezTo>
                        <a:cubicBezTo>
                          <a:pt x="237" y="421"/>
                          <a:pt x="257" y="423"/>
                          <a:pt x="277" y="425"/>
                        </a:cubicBezTo>
                        <a:cubicBezTo>
                          <a:pt x="355" y="452"/>
                          <a:pt x="325" y="378"/>
                          <a:pt x="307" y="328"/>
                        </a:cubicBezTo>
                        <a:cubicBezTo>
                          <a:pt x="310" y="315"/>
                          <a:pt x="311" y="302"/>
                          <a:pt x="315" y="290"/>
                        </a:cubicBezTo>
                        <a:cubicBezTo>
                          <a:pt x="319" y="279"/>
                          <a:pt x="327" y="271"/>
                          <a:pt x="330" y="260"/>
                        </a:cubicBezTo>
                        <a:cubicBezTo>
                          <a:pt x="334" y="245"/>
                          <a:pt x="337" y="215"/>
                          <a:pt x="337" y="215"/>
                        </a:cubicBezTo>
                        <a:cubicBezTo>
                          <a:pt x="329" y="265"/>
                          <a:pt x="329" y="267"/>
                          <a:pt x="285" y="283"/>
                        </a:cubicBezTo>
                        <a:cubicBezTo>
                          <a:pt x="280" y="275"/>
                          <a:pt x="274" y="268"/>
                          <a:pt x="270" y="260"/>
                        </a:cubicBezTo>
                        <a:cubicBezTo>
                          <a:pt x="264" y="248"/>
                          <a:pt x="267" y="228"/>
                          <a:pt x="255" y="223"/>
                        </a:cubicBezTo>
                        <a:cubicBezTo>
                          <a:pt x="244" y="219"/>
                          <a:pt x="175" y="234"/>
                          <a:pt x="157" y="238"/>
                        </a:cubicBezTo>
                        <a:cubicBezTo>
                          <a:pt x="92" y="282"/>
                          <a:pt x="234" y="232"/>
                          <a:pt x="247" y="230"/>
                        </a:cubicBezTo>
                        <a:cubicBezTo>
                          <a:pt x="235" y="167"/>
                          <a:pt x="197" y="143"/>
                          <a:pt x="292" y="118"/>
                        </a:cubicBezTo>
                        <a:cubicBezTo>
                          <a:pt x="304" y="115"/>
                          <a:pt x="273" y="134"/>
                          <a:pt x="262" y="140"/>
                        </a:cubicBezTo>
                        <a:cubicBezTo>
                          <a:pt x="255" y="144"/>
                          <a:pt x="247" y="145"/>
                          <a:pt x="240" y="148"/>
                        </a:cubicBezTo>
                        <a:cubicBezTo>
                          <a:pt x="215" y="145"/>
                          <a:pt x="188" y="150"/>
                          <a:pt x="165" y="140"/>
                        </a:cubicBezTo>
                        <a:cubicBezTo>
                          <a:pt x="156" y="136"/>
                          <a:pt x="167" y="112"/>
                          <a:pt x="157" y="110"/>
                        </a:cubicBezTo>
                        <a:cubicBezTo>
                          <a:pt x="106" y="99"/>
                          <a:pt x="52" y="105"/>
                          <a:pt x="0" y="103"/>
                        </a:cubicBezTo>
                        <a:cubicBezTo>
                          <a:pt x="44" y="98"/>
                          <a:pt x="79" y="94"/>
                          <a:pt x="120" y="80"/>
                        </a:cubicBezTo>
                        <a:cubicBezTo>
                          <a:pt x="129" y="52"/>
                          <a:pt x="130" y="43"/>
                          <a:pt x="150" y="13"/>
                        </a:cubicBezTo>
                        <a:cubicBezTo>
                          <a:pt x="159" y="0"/>
                          <a:pt x="135" y="58"/>
                          <a:pt x="135" y="58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7" name="Group 74"/>
                <p:cNvGrpSpPr>
                  <a:grpSpLocks/>
                </p:cNvGrpSpPr>
                <p:nvPr/>
              </p:nvGrpSpPr>
              <p:grpSpPr bwMode="auto">
                <a:xfrm>
                  <a:off x="9690" y="2768"/>
                  <a:ext cx="1253" cy="477"/>
                  <a:chOff x="7857" y="2583"/>
                  <a:chExt cx="1253" cy="477"/>
                </a:xfrm>
              </p:grpSpPr>
              <p:sp>
                <p:nvSpPr>
                  <p:cNvPr id="242" name="Freeform 75"/>
                  <p:cNvSpPr>
                    <a:spLocks/>
                  </p:cNvSpPr>
                  <p:nvPr/>
                </p:nvSpPr>
                <p:spPr bwMode="auto">
                  <a:xfrm>
                    <a:off x="7857" y="2583"/>
                    <a:ext cx="1253" cy="440"/>
                  </a:xfrm>
                  <a:custGeom>
                    <a:avLst/>
                    <a:gdLst>
                      <a:gd name="T0" fmla="*/ 18 w 1253"/>
                      <a:gd name="T1" fmla="*/ 395 h 440"/>
                      <a:gd name="T2" fmla="*/ 56 w 1253"/>
                      <a:gd name="T3" fmla="*/ 387 h 440"/>
                      <a:gd name="T4" fmla="*/ 116 w 1253"/>
                      <a:gd name="T5" fmla="*/ 320 h 440"/>
                      <a:gd name="T6" fmla="*/ 221 w 1253"/>
                      <a:gd name="T7" fmla="*/ 215 h 440"/>
                      <a:gd name="T8" fmla="*/ 288 w 1253"/>
                      <a:gd name="T9" fmla="*/ 155 h 440"/>
                      <a:gd name="T10" fmla="*/ 311 w 1253"/>
                      <a:gd name="T11" fmla="*/ 132 h 440"/>
                      <a:gd name="T12" fmla="*/ 453 w 1253"/>
                      <a:gd name="T13" fmla="*/ 57 h 440"/>
                      <a:gd name="T14" fmla="*/ 761 w 1253"/>
                      <a:gd name="T15" fmla="*/ 20 h 440"/>
                      <a:gd name="T16" fmla="*/ 993 w 1253"/>
                      <a:gd name="T17" fmla="*/ 27 h 440"/>
                      <a:gd name="T18" fmla="*/ 1038 w 1253"/>
                      <a:gd name="T19" fmla="*/ 35 h 440"/>
                      <a:gd name="T20" fmla="*/ 1053 w 1253"/>
                      <a:gd name="T21" fmla="*/ 57 h 440"/>
                      <a:gd name="T22" fmla="*/ 1076 w 1253"/>
                      <a:gd name="T23" fmla="*/ 72 h 440"/>
                      <a:gd name="T24" fmla="*/ 1188 w 1253"/>
                      <a:gd name="T25" fmla="*/ 200 h 440"/>
                      <a:gd name="T26" fmla="*/ 1196 w 1253"/>
                      <a:gd name="T27" fmla="*/ 252 h 440"/>
                      <a:gd name="T28" fmla="*/ 1173 w 1253"/>
                      <a:gd name="T29" fmla="*/ 207 h 440"/>
                      <a:gd name="T30" fmla="*/ 978 w 1253"/>
                      <a:gd name="T31" fmla="*/ 162 h 440"/>
                      <a:gd name="T32" fmla="*/ 678 w 1253"/>
                      <a:gd name="T33" fmla="*/ 192 h 440"/>
                      <a:gd name="T34" fmla="*/ 461 w 1253"/>
                      <a:gd name="T35" fmla="*/ 237 h 440"/>
                      <a:gd name="T36" fmla="*/ 228 w 1253"/>
                      <a:gd name="T37" fmla="*/ 320 h 440"/>
                      <a:gd name="T38" fmla="*/ 153 w 1253"/>
                      <a:gd name="T39" fmla="*/ 380 h 440"/>
                      <a:gd name="T40" fmla="*/ 138 w 1253"/>
                      <a:gd name="T41" fmla="*/ 402 h 440"/>
                      <a:gd name="T42" fmla="*/ 71 w 1253"/>
                      <a:gd name="T43" fmla="*/ 410 h 440"/>
                      <a:gd name="T44" fmla="*/ 26 w 1253"/>
                      <a:gd name="T45" fmla="*/ 425 h 440"/>
                      <a:gd name="T46" fmla="*/ 3 w 1253"/>
                      <a:gd name="T47" fmla="*/ 432 h 440"/>
                      <a:gd name="T48" fmla="*/ 18 w 1253"/>
                      <a:gd name="T49" fmla="*/ 395 h 440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253"/>
                      <a:gd name="T76" fmla="*/ 0 h 440"/>
                      <a:gd name="T77" fmla="*/ 1253 w 1253"/>
                      <a:gd name="T78" fmla="*/ 440 h 440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253" h="440">
                        <a:moveTo>
                          <a:pt x="18" y="395"/>
                        </a:moveTo>
                        <a:cubicBezTo>
                          <a:pt x="31" y="392"/>
                          <a:pt x="45" y="394"/>
                          <a:pt x="56" y="387"/>
                        </a:cubicBezTo>
                        <a:cubicBezTo>
                          <a:pt x="116" y="349"/>
                          <a:pt x="86" y="354"/>
                          <a:pt x="116" y="320"/>
                        </a:cubicBezTo>
                        <a:cubicBezTo>
                          <a:pt x="147" y="285"/>
                          <a:pt x="182" y="240"/>
                          <a:pt x="221" y="215"/>
                        </a:cubicBezTo>
                        <a:cubicBezTo>
                          <a:pt x="254" y="170"/>
                          <a:pt x="233" y="192"/>
                          <a:pt x="288" y="155"/>
                        </a:cubicBezTo>
                        <a:cubicBezTo>
                          <a:pt x="297" y="149"/>
                          <a:pt x="302" y="139"/>
                          <a:pt x="311" y="132"/>
                        </a:cubicBezTo>
                        <a:cubicBezTo>
                          <a:pt x="358" y="95"/>
                          <a:pt x="397" y="73"/>
                          <a:pt x="453" y="57"/>
                        </a:cubicBezTo>
                        <a:cubicBezTo>
                          <a:pt x="530" y="0"/>
                          <a:pt x="688" y="22"/>
                          <a:pt x="761" y="20"/>
                        </a:cubicBezTo>
                        <a:cubicBezTo>
                          <a:pt x="838" y="22"/>
                          <a:pt x="916" y="23"/>
                          <a:pt x="993" y="27"/>
                        </a:cubicBezTo>
                        <a:cubicBezTo>
                          <a:pt x="1008" y="28"/>
                          <a:pt x="1024" y="28"/>
                          <a:pt x="1038" y="35"/>
                        </a:cubicBezTo>
                        <a:cubicBezTo>
                          <a:pt x="1046" y="39"/>
                          <a:pt x="1047" y="51"/>
                          <a:pt x="1053" y="57"/>
                        </a:cubicBezTo>
                        <a:cubicBezTo>
                          <a:pt x="1060" y="63"/>
                          <a:pt x="1069" y="66"/>
                          <a:pt x="1076" y="72"/>
                        </a:cubicBezTo>
                        <a:cubicBezTo>
                          <a:pt x="1137" y="128"/>
                          <a:pt x="1143" y="138"/>
                          <a:pt x="1188" y="200"/>
                        </a:cubicBezTo>
                        <a:cubicBezTo>
                          <a:pt x="1201" y="218"/>
                          <a:pt x="1253" y="291"/>
                          <a:pt x="1196" y="252"/>
                        </a:cubicBezTo>
                        <a:cubicBezTo>
                          <a:pt x="1191" y="238"/>
                          <a:pt x="1185" y="217"/>
                          <a:pt x="1173" y="207"/>
                        </a:cubicBezTo>
                        <a:cubicBezTo>
                          <a:pt x="1132" y="174"/>
                          <a:pt x="1027" y="169"/>
                          <a:pt x="978" y="162"/>
                        </a:cubicBezTo>
                        <a:cubicBezTo>
                          <a:pt x="803" y="169"/>
                          <a:pt x="800" y="173"/>
                          <a:pt x="678" y="192"/>
                        </a:cubicBezTo>
                        <a:cubicBezTo>
                          <a:pt x="609" y="217"/>
                          <a:pt x="533" y="229"/>
                          <a:pt x="461" y="237"/>
                        </a:cubicBezTo>
                        <a:cubicBezTo>
                          <a:pt x="385" y="264"/>
                          <a:pt x="298" y="280"/>
                          <a:pt x="228" y="320"/>
                        </a:cubicBezTo>
                        <a:cubicBezTo>
                          <a:pt x="203" y="334"/>
                          <a:pt x="173" y="360"/>
                          <a:pt x="153" y="380"/>
                        </a:cubicBezTo>
                        <a:cubicBezTo>
                          <a:pt x="147" y="386"/>
                          <a:pt x="146" y="399"/>
                          <a:pt x="138" y="402"/>
                        </a:cubicBezTo>
                        <a:cubicBezTo>
                          <a:pt x="117" y="410"/>
                          <a:pt x="93" y="407"/>
                          <a:pt x="71" y="410"/>
                        </a:cubicBezTo>
                        <a:cubicBezTo>
                          <a:pt x="9" y="429"/>
                          <a:pt x="86" y="405"/>
                          <a:pt x="26" y="425"/>
                        </a:cubicBezTo>
                        <a:cubicBezTo>
                          <a:pt x="18" y="428"/>
                          <a:pt x="5" y="440"/>
                          <a:pt x="3" y="432"/>
                        </a:cubicBezTo>
                        <a:cubicBezTo>
                          <a:pt x="0" y="419"/>
                          <a:pt x="13" y="407"/>
                          <a:pt x="18" y="395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3" name="Freeform 76"/>
                  <p:cNvSpPr>
                    <a:spLocks/>
                  </p:cNvSpPr>
                  <p:nvPr/>
                </p:nvSpPr>
                <p:spPr bwMode="auto">
                  <a:xfrm>
                    <a:off x="7903" y="2743"/>
                    <a:ext cx="1191" cy="317"/>
                  </a:xfrm>
                  <a:custGeom>
                    <a:avLst/>
                    <a:gdLst>
                      <a:gd name="T0" fmla="*/ 2 w 1191"/>
                      <a:gd name="T1" fmla="*/ 257 h 317"/>
                      <a:gd name="T2" fmla="*/ 85 w 1191"/>
                      <a:gd name="T3" fmla="*/ 242 h 317"/>
                      <a:gd name="T4" fmla="*/ 130 w 1191"/>
                      <a:gd name="T5" fmla="*/ 205 h 317"/>
                      <a:gd name="T6" fmla="*/ 220 w 1191"/>
                      <a:gd name="T7" fmla="*/ 145 h 317"/>
                      <a:gd name="T8" fmla="*/ 242 w 1191"/>
                      <a:gd name="T9" fmla="*/ 122 h 317"/>
                      <a:gd name="T10" fmla="*/ 445 w 1191"/>
                      <a:gd name="T11" fmla="*/ 85 h 317"/>
                      <a:gd name="T12" fmla="*/ 722 w 1191"/>
                      <a:gd name="T13" fmla="*/ 32 h 317"/>
                      <a:gd name="T14" fmla="*/ 1090 w 1191"/>
                      <a:gd name="T15" fmla="*/ 25 h 317"/>
                      <a:gd name="T16" fmla="*/ 1135 w 1191"/>
                      <a:gd name="T17" fmla="*/ 70 h 317"/>
                      <a:gd name="T18" fmla="*/ 1157 w 1191"/>
                      <a:gd name="T19" fmla="*/ 92 h 317"/>
                      <a:gd name="T20" fmla="*/ 1142 w 1191"/>
                      <a:gd name="T21" fmla="*/ 205 h 317"/>
                      <a:gd name="T22" fmla="*/ 1090 w 1191"/>
                      <a:gd name="T23" fmla="*/ 137 h 317"/>
                      <a:gd name="T24" fmla="*/ 940 w 1191"/>
                      <a:gd name="T25" fmla="*/ 167 h 317"/>
                      <a:gd name="T26" fmla="*/ 587 w 1191"/>
                      <a:gd name="T27" fmla="*/ 265 h 317"/>
                      <a:gd name="T28" fmla="*/ 520 w 1191"/>
                      <a:gd name="T29" fmla="*/ 302 h 317"/>
                      <a:gd name="T30" fmla="*/ 475 w 1191"/>
                      <a:gd name="T31" fmla="*/ 317 h 317"/>
                      <a:gd name="T32" fmla="*/ 325 w 1191"/>
                      <a:gd name="T33" fmla="*/ 310 h 317"/>
                      <a:gd name="T34" fmla="*/ 280 w 1191"/>
                      <a:gd name="T35" fmla="*/ 295 h 317"/>
                      <a:gd name="T36" fmla="*/ 47 w 1191"/>
                      <a:gd name="T37" fmla="*/ 295 h 317"/>
                      <a:gd name="T38" fmla="*/ 2 w 1191"/>
                      <a:gd name="T39" fmla="*/ 257 h 31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1191"/>
                      <a:gd name="T61" fmla="*/ 0 h 317"/>
                      <a:gd name="T62" fmla="*/ 1191 w 1191"/>
                      <a:gd name="T63" fmla="*/ 317 h 31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1191" h="317">
                        <a:moveTo>
                          <a:pt x="2" y="257"/>
                        </a:moveTo>
                        <a:cubicBezTo>
                          <a:pt x="27" y="254"/>
                          <a:pt x="60" y="255"/>
                          <a:pt x="85" y="242"/>
                        </a:cubicBezTo>
                        <a:cubicBezTo>
                          <a:pt x="114" y="227"/>
                          <a:pt x="103" y="226"/>
                          <a:pt x="130" y="205"/>
                        </a:cubicBezTo>
                        <a:cubicBezTo>
                          <a:pt x="158" y="184"/>
                          <a:pt x="190" y="164"/>
                          <a:pt x="220" y="145"/>
                        </a:cubicBezTo>
                        <a:cubicBezTo>
                          <a:pt x="229" y="139"/>
                          <a:pt x="233" y="127"/>
                          <a:pt x="242" y="122"/>
                        </a:cubicBezTo>
                        <a:cubicBezTo>
                          <a:pt x="289" y="95"/>
                          <a:pt x="387" y="93"/>
                          <a:pt x="445" y="85"/>
                        </a:cubicBezTo>
                        <a:cubicBezTo>
                          <a:pt x="531" y="42"/>
                          <a:pt x="628" y="38"/>
                          <a:pt x="722" y="32"/>
                        </a:cubicBezTo>
                        <a:cubicBezTo>
                          <a:pt x="828" y="0"/>
                          <a:pt x="994" y="22"/>
                          <a:pt x="1090" y="25"/>
                        </a:cubicBezTo>
                        <a:cubicBezTo>
                          <a:pt x="1105" y="40"/>
                          <a:pt x="1120" y="55"/>
                          <a:pt x="1135" y="70"/>
                        </a:cubicBezTo>
                        <a:cubicBezTo>
                          <a:pt x="1142" y="77"/>
                          <a:pt x="1157" y="92"/>
                          <a:pt x="1157" y="92"/>
                        </a:cubicBezTo>
                        <a:cubicBezTo>
                          <a:pt x="1171" y="132"/>
                          <a:pt x="1191" y="277"/>
                          <a:pt x="1142" y="205"/>
                        </a:cubicBezTo>
                        <a:cubicBezTo>
                          <a:pt x="1133" y="168"/>
                          <a:pt x="1120" y="158"/>
                          <a:pt x="1090" y="137"/>
                        </a:cubicBezTo>
                        <a:cubicBezTo>
                          <a:pt x="953" y="147"/>
                          <a:pt x="1021" y="141"/>
                          <a:pt x="940" y="167"/>
                        </a:cubicBezTo>
                        <a:cubicBezTo>
                          <a:pt x="839" y="268"/>
                          <a:pt x="727" y="259"/>
                          <a:pt x="587" y="265"/>
                        </a:cubicBezTo>
                        <a:cubicBezTo>
                          <a:pt x="566" y="296"/>
                          <a:pt x="555" y="292"/>
                          <a:pt x="520" y="302"/>
                        </a:cubicBezTo>
                        <a:cubicBezTo>
                          <a:pt x="505" y="306"/>
                          <a:pt x="475" y="317"/>
                          <a:pt x="475" y="317"/>
                        </a:cubicBezTo>
                        <a:cubicBezTo>
                          <a:pt x="425" y="315"/>
                          <a:pt x="375" y="316"/>
                          <a:pt x="325" y="310"/>
                        </a:cubicBezTo>
                        <a:cubicBezTo>
                          <a:pt x="309" y="308"/>
                          <a:pt x="280" y="295"/>
                          <a:pt x="280" y="295"/>
                        </a:cubicBezTo>
                        <a:cubicBezTo>
                          <a:pt x="201" y="301"/>
                          <a:pt x="127" y="311"/>
                          <a:pt x="47" y="295"/>
                        </a:cubicBezTo>
                        <a:cubicBezTo>
                          <a:pt x="0" y="286"/>
                          <a:pt x="2" y="280"/>
                          <a:pt x="2" y="257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4" name="Freeform 77"/>
                  <p:cNvSpPr>
                    <a:spLocks/>
                  </p:cNvSpPr>
                  <p:nvPr/>
                </p:nvSpPr>
                <p:spPr bwMode="auto">
                  <a:xfrm>
                    <a:off x="7935" y="2628"/>
                    <a:ext cx="966" cy="376"/>
                  </a:xfrm>
                  <a:custGeom>
                    <a:avLst/>
                    <a:gdLst>
                      <a:gd name="T0" fmla="*/ 0 w 966"/>
                      <a:gd name="T1" fmla="*/ 372 h 376"/>
                      <a:gd name="T2" fmla="*/ 68 w 966"/>
                      <a:gd name="T3" fmla="*/ 320 h 376"/>
                      <a:gd name="T4" fmla="*/ 83 w 966"/>
                      <a:gd name="T5" fmla="*/ 290 h 376"/>
                      <a:gd name="T6" fmla="*/ 90 w 966"/>
                      <a:gd name="T7" fmla="*/ 267 h 376"/>
                      <a:gd name="T8" fmla="*/ 83 w 966"/>
                      <a:gd name="T9" fmla="*/ 297 h 376"/>
                      <a:gd name="T10" fmla="*/ 75 w 966"/>
                      <a:gd name="T11" fmla="*/ 320 h 376"/>
                      <a:gd name="T12" fmla="*/ 143 w 966"/>
                      <a:gd name="T13" fmla="*/ 305 h 376"/>
                      <a:gd name="T14" fmla="*/ 218 w 966"/>
                      <a:gd name="T15" fmla="*/ 237 h 376"/>
                      <a:gd name="T16" fmla="*/ 263 w 966"/>
                      <a:gd name="T17" fmla="*/ 207 h 376"/>
                      <a:gd name="T18" fmla="*/ 278 w 966"/>
                      <a:gd name="T19" fmla="*/ 140 h 376"/>
                      <a:gd name="T20" fmla="*/ 345 w 966"/>
                      <a:gd name="T21" fmla="*/ 222 h 376"/>
                      <a:gd name="T22" fmla="*/ 360 w 966"/>
                      <a:gd name="T23" fmla="*/ 267 h 376"/>
                      <a:gd name="T24" fmla="*/ 368 w 966"/>
                      <a:gd name="T25" fmla="*/ 290 h 376"/>
                      <a:gd name="T26" fmla="*/ 360 w 966"/>
                      <a:gd name="T27" fmla="*/ 350 h 376"/>
                      <a:gd name="T28" fmla="*/ 360 w 966"/>
                      <a:gd name="T29" fmla="*/ 222 h 376"/>
                      <a:gd name="T30" fmla="*/ 435 w 966"/>
                      <a:gd name="T31" fmla="*/ 215 h 376"/>
                      <a:gd name="T32" fmla="*/ 450 w 966"/>
                      <a:gd name="T33" fmla="*/ 170 h 376"/>
                      <a:gd name="T34" fmla="*/ 450 w 966"/>
                      <a:gd name="T35" fmla="*/ 110 h 376"/>
                      <a:gd name="T36" fmla="*/ 458 w 966"/>
                      <a:gd name="T37" fmla="*/ 185 h 376"/>
                      <a:gd name="T38" fmla="*/ 533 w 966"/>
                      <a:gd name="T39" fmla="*/ 192 h 376"/>
                      <a:gd name="T40" fmla="*/ 540 w 966"/>
                      <a:gd name="T41" fmla="*/ 245 h 376"/>
                      <a:gd name="T42" fmla="*/ 555 w 966"/>
                      <a:gd name="T43" fmla="*/ 305 h 376"/>
                      <a:gd name="T44" fmla="*/ 540 w 966"/>
                      <a:gd name="T45" fmla="*/ 282 h 376"/>
                      <a:gd name="T46" fmla="*/ 570 w 966"/>
                      <a:gd name="T47" fmla="*/ 140 h 376"/>
                      <a:gd name="T48" fmla="*/ 645 w 966"/>
                      <a:gd name="T49" fmla="*/ 132 h 376"/>
                      <a:gd name="T50" fmla="*/ 653 w 966"/>
                      <a:gd name="T51" fmla="*/ 110 h 376"/>
                      <a:gd name="T52" fmla="*/ 660 w 966"/>
                      <a:gd name="T53" fmla="*/ 72 h 376"/>
                      <a:gd name="T54" fmla="*/ 683 w 966"/>
                      <a:gd name="T55" fmla="*/ 177 h 376"/>
                      <a:gd name="T56" fmla="*/ 728 w 966"/>
                      <a:gd name="T57" fmla="*/ 207 h 376"/>
                      <a:gd name="T58" fmla="*/ 743 w 966"/>
                      <a:gd name="T59" fmla="*/ 230 h 376"/>
                      <a:gd name="T60" fmla="*/ 758 w 966"/>
                      <a:gd name="T61" fmla="*/ 275 h 376"/>
                      <a:gd name="T62" fmla="*/ 750 w 966"/>
                      <a:gd name="T63" fmla="*/ 297 h 376"/>
                      <a:gd name="T64" fmla="*/ 743 w 966"/>
                      <a:gd name="T65" fmla="*/ 252 h 376"/>
                      <a:gd name="T66" fmla="*/ 698 w 966"/>
                      <a:gd name="T67" fmla="*/ 185 h 376"/>
                      <a:gd name="T68" fmla="*/ 750 w 966"/>
                      <a:gd name="T69" fmla="*/ 132 h 376"/>
                      <a:gd name="T70" fmla="*/ 818 w 966"/>
                      <a:gd name="T71" fmla="*/ 57 h 376"/>
                      <a:gd name="T72" fmla="*/ 810 w 966"/>
                      <a:gd name="T73" fmla="*/ 80 h 376"/>
                      <a:gd name="T74" fmla="*/ 780 w 966"/>
                      <a:gd name="T75" fmla="*/ 125 h 376"/>
                      <a:gd name="T76" fmla="*/ 908 w 966"/>
                      <a:gd name="T77" fmla="*/ 200 h 376"/>
                      <a:gd name="T78" fmla="*/ 915 w 966"/>
                      <a:gd name="T79" fmla="*/ 222 h 376"/>
                      <a:gd name="T80" fmla="*/ 900 w 966"/>
                      <a:gd name="T81" fmla="*/ 200 h 376"/>
                      <a:gd name="T82" fmla="*/ 885 w 966"/>
                      <a:gd name="T83" fmla="*/ 140 h 376"/>
                      <a:gd name="T84" fmla="*/ 915 w 966"/>
                      <a:gd name="T85" fmla="*/ 95 h 376"/>
                      <a:gd name="T86" fmla="*/ 923 w 966"/>
                      <a:gd name="T87" fmla="*/ 72 h 376"/>
                      <a:gd name="T88" fmla="*/ 908 w 966"/>
                      <a:gd name="T89" fmla="*/ 125 h 376"/>
                      <a:gd name="T90" fmla="*/ 960 w 966"/>
                      <a:gd name="T91" fmla="*/ 155 h 376"/>
                      <a:gd name="T92" fmla="*/ 966 w 966"/>
                      <a:gd name="T93" fmla="*/ 76 h 37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966"/>
                      <a:gd name="T142" fmla="*/ 0 h 376"/>
                      <a:gd name="T143" fmla="*/ 966 w 966"/>
                      <a:gd name="T144" fmla="*/ 376 h 37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966" h="376">
                        <a:moveTo>
                          <a:pt x="0" y="372"/>
                        </a:moveTo>
                        <a:cubicBezTo>
                          <a:pt x="56" y="362"/>
                          <a:pt x="31" y="376"/>
                          <a:pt x="68" y="320"/>
                        </a:cubicBezTo>
                        <a:cubicBezTo>
                          <a:pt x="74" y="311"/>
                          <a:pt x="79" y="300"/>
                          <a:pt x="83" y="290"/>
                        </a:cubicBezTo>
                        <a:cubicBezTo>
                          <a:pt x="86" y="283"/>
                          <a:pt x="88" y="275"/>
                          <a:pt x="90" y="267"/>
                        </a:cubicBezTo>
                        <a:cubicBezTo>
                          <a:pt x="93" y="257"/>
                          <a:pt x="86" y="287"/>
                          <a:pt x="83" y="297"/>
                        </a:cubicBezTo>
                        <a:cubicBezTo>
                          <a:pt x="81" y="305"/>
                          <a:pt x="78" y="312"/>
                          <a:pt x="75" y="320"/>
                        </a:cubicBezTo>
                        <a:cubicBezTo>
                          <a:pt x="118" y="348"/>
                          <a:pt x="98" y="319"/>
                          <a:pt x="143" y="305"/>
                        </a:cubicBezTo>
                        <a:cubicBezTo>
                          <a:pt x="154" y="246"/>
                          <a:pt x="161" y="256"/>
                          <a:pt x="218" y="237"/>
                        </a:cubicBezTo>
                        <a:cubicBezTo>
                          <a:pt x="235" y="231"/>
                          <a:pt x="263" y="207"/>
                          <a:pt x="263" y="207"/>
                        </a:cubicBezTo>
                        <a:cubicBezTo>
                          <a:pt x="281" y="181"/>
                          <a:pt x="288" y="171"/>
                          <a:pt x="278" y="140"/>
                        </a:cubicBezTo>
                        <a:cubicBezTo>
                          <a:pt x="256" y="223"/>
                          <a:pt x="264" y="214"/>
                          <a:pt x="345" y="222"/>
                        </a:cubicBezTo>
                        <a:cubicBezTo>
                          <a:pt x="350" y="237"/>
                          <a:pt x="355" y="252"/>
                          <a:pt x="360" y="267"/>
                        </a:cubicBezTo>
                        <a:cubicBezTo>
                          <a:pt x="363" y="275"/>
                          <a:pt x="368" y="290"/>
                          <a:pt x="368" y="290"/>
                        </a:cubicBezTo>
                        <a:cubicBezTo>
                          <a:pt x="365" y="310"/>
                          <a:pt x="378" y="359"/>
                          <a:pt x="360" y="350"/>
                        </a:cubicBezTo>
                        <a:cubicBezTo>
                          <a:pt x="352" y="346"/>
                          <a:pt x="349" y="231"/>
                          <a:pt x="360" y="222"/>
                        </a:cubicBezTo>
                        <a:cubicBezTo>
                          <a:pt x="379" y="206"/>
                          <a:pt x="410" y="217"/>
                          <a:pt x="435" y="215"/>
                        </a:cubicBezTo>
                        <a:cubicBezTo>
                          <a:pt x="440" y="200"/>
                          <a:pt x="449" y="186"/>
                          <a:pt x="450" y="170"/>
                        </a:cubicBezTo>
                        <a:cubicBezTo>
                          <a:pt x="459" y="19"/>
                          <a:pt x="463" y="0"/>
                          <a:pt x="450" y="110"/>
                        </a:cubicBezTo>
                        <a:cubicBezTo>
                          <a:pt x="453" y="135"/>
                          <a:pt x="440" y="167"/>
                          <a:pt x="458" y="185"/>
                        </a:cubicBezTo>
                        <a:cubicBezTo>
                          <a:pt x="476" y="203"/>
                          <a:pt x="513" y="177"/>
                          <a:pt x="533" y="192"/>
                        </a:cubicBezTo>
                        <a:cubicBezTo>
                          <a:pt x="547" y="203"/>
                          <a:pt x="537" y="228"/>
                          <a:pt x="540" y="245"/>
                        </a:cubicBezTo>
                        <a:cubicBezTo>
                          <a:pt x="543" y="260"/>
                          <a:pt x="562" y="291"/>
                          <a:pt x="555" y="305"/>
                        </a:cubicBezTo>
                        <a:cubicBezTo>
                          <a:pt x="551" y="313"/>
                          <a:pt x="545" y="290"/>
                          <a:pt x="540" y="282"/>
                        </a:cubicBezTo>
                        <a:cubicBezTo>
                          <a:pt x="537" y="245"/>
                          <a:pt x="511" y="157"/>
                          <a:pt x="570" y="140"/>
                        </a:cubicBezTo>
                        <a:cubicBezTo>
                          <a:pt x="594" y="133"/>
                          <a:pt x="620" y="135"/>
                          <a:pt x="645" y="132"/>
                        </a:cubicBezTo>
                        <a:cubicBezTo>
                          <a:pt x="648" y="125"/>
                          <a:pt x="651" y="118"/>
                          <a:pt x="653" y="110"/>
                        </a:cubicBezTo>
                        <a:cubicBezTo>
                          <a:pt x="656" y="98"/>
                          <a:pt x="660" y="72"/>
                          <a:pt x="660" y="72"/>
                        </a:cubicBezTo>
                        <a:cubicBezTo>
                          <a:pt x="663" y="101"/>
                          <a:pt x="654" y="152"/>
                          <a:pt x="683" y="177"/>
                        </a:cubicBezTo>
                        <a:cubicBezTo>
                          <a:pt x="697" y="189"/>
                          <a:pt x="728" y="207"/>
                          <a:pt x="728" y="207"/>
                        </a:cubicBezTo>
                        <a:cubicBezTo>
                          <a:pt x="733" y="215"/>
                          <a:pt x="739" y="222"/>
                          <a:pt x="743" y="230"/>
                        </a:cubicBezTo>
                        <a:cubicBezTo>
                          <a:pt x="749" y="244"/>
                          <a:pt x="758" y="275"/>
                          <a:pt x="758" y="275"/>
                        </a:cubicBezTo>
                        <a:cubicBezTo>
                          <a:pt x="755" y="282"/>
                          <a:pt x="754" y="304"/>
                          <a:pt x="750" y="297"/>
                        </a:cubicBezTo>
                        <a:cubicBezTo>
                          <a:pt x="742" y="284"/>
                          <a:pt x="746" y="267"/>
                          <a:pt x="743" y="252"/>
                        </a:cubicBezTo>
                        <a:cubicBezTo>
                          <a:pt x="737" y="223"/>
                          <a:pt x="718" y="205"/>
                          <a:pt x="698" y="185"/>
                        </a:cubicBezTo>
                        <a:cubicBezTo>
                          <a:pt x="676" y="119"/>
                          <a:pt x="667" y="142"/>
                          <a:pt x="750" y="132"/>
                        </a:cubicBezTo>
                        <a:cubicBezTo>
                          <a:pt x="787" y="121"/>
                          <a:pt x="798" y="88"/>
                          <a:pt x="818" y="57"/>
                        </a:cubicBezTo>
                        <a:cubicBezTo>
                          <a:pt x="822" y="50"/>
                          <a:pt x="814" y="73"/>
                          <a:pt x="810" y="80"/>
                        </a:cubicBezTo>
                        <a:cubicBezTo>
                          <a:pt x="801" y="96"/>
                          <a:pt x="780" y="125"/>
                          <a:pt x="780" y="125"/>
                        </a:cubicBezTo>
                        <a:cubicBezTo>
                          <a:pt x="930" y="136"/>
                          <a:pt x="849" y="109"/>
                          <a:pt x="908" y="200"/>
                        </a:cubicBezTo>
                        <a:cubicBezTo>
                          <a:pt x="910" y="207"/>
                          <a:pt x="923" y="222"/>
                          <a:pt x="915" y="222"/>
                        </a:cubicBezTo>
                        <a:cubicBezTo>
                          <a:pt x="906" y="222"/>
                          <a:pt x="903" y="208"/>
                          <a:pt x="900" y="200"/>
                        </a:cubicBezTo>
                        <a:cubicBezTo>
                          <a:pt x="893" y="181"/>
                          <a:pt x="892" y="159"/>
                          <a:pt x="885" y="140"/>
                        </a:cubicBezTo>
                        <a:cubicBezTo>
                          <a:pt x="904" y="85"/>
                          <a:pt x="877" y="152"/>
                          <a:pt x="915" y="95"/>
                        </a:cubicBezTo>
                        <a:cubicBezTo>
                          <a:pt x="920" y="88"/>
                          <a:pt x="923" y="64"/>
                          <a:pt x="923" y="72"/>
                        </a:cubicBezTo>
                        <a:cubicBezTo>
                          <a:pt x="923" y="77"/>
                          <a:pt x="910" y="118"/>
                          <a:pt x="908" y="125"/>
                        </a:cubicBezTo>
                        <a:cubicBezTo>
                          <a:pt x="924" y="136"/>
                          <a:pt x="948" y="141"/>
                          <a:pt x="960" y="155"/>
                        </a:cubicBezTo>
                        <a:lnTo>
                          <a:pt x="966" y="76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8" name="Group 78"/>
                <p:cNvGrpSpPr>
                  <a:grpSpLocks/>
                </p:cNvGrpSpPr>
                <p:nvPr/>
              </p:nvGrpSpPr>
              <p:grpSpPr bwMode="auto">
                <a:xfrm>
                  <a:off x="9114" y="2413"/>
                  <a:ext cx="666" cy="1036"/>
                  <a:chOff x="7281" y="2228"/>
                  <a:chExt cx="666" cy="1036"/>
                </a:xfrm>
              </p:grpSpPr>
              <p:sp>
                <p:nvSpPr>
                  <p:cNvPr id="239" name="Freeform 79"/>
                  <p:cNvSpPr>
                    <a:spLocks/>
                  </p:cNvSpPr>
                  <p:nvPr/>
                </p:nvSpPr>
                <p:spPr bwMode="auto">
                  <a:xfrm>
                    <a:off x="7281" y="2323"/>
                    <a:ext cx="605" cy="941"/>
                  </a:xfrm>
                  <a:custGeom>
                    <a:avLst/>
                    <a:gdLst>
                      <a:gd name="T0" fmla="*/ 122 w 605"/>
                      <a:gd name="T1" fmla="*/ 895 h 941"/>
                      <a:gd name="T2" fmla="*/ 212 w 605"/>
                      <a:gd name="T3" fmla="*/ 782 h 941"/>
                      <a:gd name="T4" fmla="*/ 287 w 605"/>
                      <a:gd name="T5" fmla="*/ 640 h 941"/>
                      <a:gd name="T6" fmla="*/ 317 w 605"/>
                      <a:gd name="T7" fmla="*/ 580 h 941"/>
                      <a:gd name="T8" fmla="*/ 324 w 605"/>
                      <a:gd name="T9" fmla="*/ 550 h 941"/>
                      <a:gd name="T10" fmla="*/ 339 w 605"/>
                      <a:gd name="T11" fmla="*/ 505 h 941"/>
                      <a:gd name="T12" fmla="*/ 362 w 605"/>
                      <a:gd name="T13" fmla="*/ 265 h 941"/>
                      <a:gd name="T14" fmla="*/ 474 w 605"/>
                      <a:gd name="T15" fmla="*/ 25 h 941"/>
                      <a:gd name="T16" fmla="*/ 482 w 605"/>
                      <a:gd name="T17" fmla="*/ 2 h 941"/>
                      <a:gd name="T18" fmla="*/ 497 w 605"/>
                      <a:gd name="T19" fmla="*/ 32 h 941"/>
                      <a:gd name="T20" fmla="*/ 549 w 605"/>
                      <a:gd name="T21" fmla="*/ 160 h 941"/>
                      <a:gd name="T22" fmla="*/ 429 w 605"/>
                      <a:gd name="T23" fmla="*/ 752 h 941"/>
                      <a:gd name="T24" fmla="*/ 399 w 605"/>
                      <a:gd name="T25" fmla="*/ 790 h 941"/>
                      <a:gd name="T26" fmla="*/ 384 w 605"/>
                      <a:gd name="T27" fmla="*/ 812 h 941"/>
                      <a:gd name="T28" fmla="*/ 242 w 605"/>
                      <a:gd name="T29" fmla="*/ 902 h 941"/>
                      <a:gd name="T30" fmla="*/ 99 w 605"/>
                      <a:gd name="T31" fmla="*/ 932 h 941"/>
                      <a:gd name="T32" fmla="*/ 69 w 605"/>
                      <a:gd name="T33" fmla="*/ 940 h 941"/>
                      <a:gd name="T34" fmla="*/ 0 w 605"/>
                      <a:gd name="T35" fmla="*/ 921 h 94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5"/>
                      <a:gd name="T55" fmla="*/ 0 h 941"/>
                      <a:gd name="T56" fmla="*/ 605 w 605"/>
                      <a:gd name="T57" fmla="*/ 941 h 94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5" h="941">
                        <a:moveTo>
                          <a:pt x="122" y="895"/>
                        </a:moveTo>
                        <a:cubicBezTo>
                          <a:pt x="156" y="859"/>
                          <a:pt x="169" y="810"/>
                          <a:pt x="212" y="782"/>
                        </a:cubicBezTo>
                        <a:cubicBezTo>
                          <a:pt x="228" y="732"/>
                          <a:pt x="262" y="686"/>
                          <a:pt x="287" y="640"/>
                        </a:cubicBezTo>
                        <a:cubicBezTo>
                          <a:pt x="298" y="620"/>
                          <a:pt x="317" y="580"/>
                          <a:pt x="317" y="580"/>
                        </a:cubicBezTo>
                        <a:cubicBezTo>
                          <a:pt x="319" y="570"/>
                          <a:pt x="321" y="560"/>
                          <a:pt x="324" y="550"/>
                        </a:cubicBezTo>
                        <a:cubicBezTo>
                          <a:pt x="328" y="535"/>
                          <a:pt x="339" y="505"/>
                          <a:pt x="339" y="505"/>
                        </a:cubicBezTo>
                        <a:cubicBezTo>
                          <a:pt x="344" y="424"/>
                          <a:pt x="354" y="346"/>
                          <a:pt x="362" y="265"/>
                        </a:cubicBezTo>
                        <a:cubicBezTo>
                          <a:pt x="372" y="162"/>
                          <a:pt x="362" y="62"/>
                          <a:pt x="474" y="25"/>
                        </a:cubicBezTo>
                        <a:cubicBezTo>
                          <a:pt x="477" y="17"/>
                          <a:pt x="474" y="0"/>
                          <a:pt x="482" y="2"/>
                        </a:cubicBezTo>
                        <a:cubicBezTo>
                          <a:pt x="493" y="5"/>
                          <a:pt x="493" y="22"/>
                          <a:pt x="497" y="32"/>
                        </a:cubicBezTo>
                        <a:cubicBezTo>
                          <a:pt x="516" y="77"/>
                          <a:pt x="522" y="118"/>
                          <a:pt x="549" y="160"/>
                        </a:cubicBezTo>
                        <a:cubicBezTo>
                          <a:pt x="599" y="347"/>
                          <a:pt x="605" y="623"/>
                          <a:pt x="429" y="752"/>
                        </a:cubicBezTo>
                        <a:cubicBezTo>
                          <a:pt x="416" y="796"/>
                          <a:pt x="433" y="757"/>
                          <a:pt x="399" y="790"/>
                        </a:cubicBezTo>
                        <a:cubicBezTo>
                          <a:pt x="393" y="796"/>
                          <a:pt x="391" y="806"/>
                          <a:pt x="384" y="812"/>
                        </a:cubicBezTo>
                        <a:cubicBezTo>
                          <a:pt x="346" y="845"/>
                          <a:pt x="290" y="887"/>
                          <a:pt x="242" y="902"/>
                        </a:cubicBezTo>
                        <a:cubicBezTo>
                          <a:pt x="200" y="929"/>
                          <a:pt x="148" y="926"/>
                          <a:pt x="99" y="932"/>
                        </a:cubicBezTo>
                        <a:cubicBezTo>
                          <a:pt x="74" y="941"/>
                          <a:pt x="85" y="940"/>
                          <a:pt x="69" y="940"/>
                        </a:cubicBezTo>
                        <a:lnTo>
                          <a:pt x="0" y="921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0" name="Freeform 80"/>
                  <p:cNvSpPr>
                    <a:spLocks/>
                  </p:cNvSpPr>
                  <p:nvPr/>
                </p:nvSpPr>
                <p:spPr bwMode="auto">
                  <a:xfrm>
                    <a:off x="7365" y="2228"/>
                    <a:ext cx="582" cy="1027"/>
                  </a:xfrm>
                  <a:custGeom>
                    <a:avLst/>
                    <a:gdLst>
                      <a:gd name="T0" fmla="*/ 0 w 582"/>
                      <a:gd name="T1" fmla="*/ 1027 h 1027"/>
                      <a:gd name="T2" fmla="*/ 105 w 582"/>
                      <a:gd name="T3" fmla="*/ 997 h 1027"/>
                      <a:gd name="T4" fmla="*/ 173 w 582"/>
                      <a:gd name="T5" fmla="*/ 952 h 1027"/>
                      <a:gd name="T6" fmla="*/ 240 w 582"/>
                      <a:gd name="T7" fmla="*/ 930 h 1027"/>
                      <a:gd name="T8" fmla="*/ 308 w 582"/>
                      <a:gd name="T9" fmla="*/ 870 h 1027"/>
                      <a:gd name="T10" fmla="*/ 345 w 582"/>
                      <a:gd name="T11" fmla="*/ 832 h 1027"/>
                      <a:gd name="T12" fmla="*/ 390 w 582"/>
                      <a:gd name="T13" fmla="*/ 765 h 1027"/>
                      <a:gd name="T14" fmla="*/ 465 w 582"/>
                      <a:gd name="T15" fmla="*/ 487 h 1027"/>
                      <a:gd name="T16" fmla="*/ 405 w 582"/>
                      <a:gd name="T17" fmla="*/ 112 h 1027"/>
                      <a:gd name="T18" fmla="*/ 398 w 582"/>
                      <a:gd name="T19" fmla="*/ 45 h 1027"/>
                      <a:gd name="T20" fmla="*/ 390 w 582"/>
                      <a:gd name="T21" fmla="*/ 15 h 1027"/>
                      <a:gd name="T22" fmla="*/ 413 w 582"/>
                      <a:gd name="T23" fmla="*/ 0 h 1027"/>
                      <a:gd name="T24" fmla="*/ 488 w 582"/>
                      <a:gd name="T25" fmla="*/ 112 h 1027"/>
                      <a:gd name="T26" fmla="*/ 495 w 582"/>
                      <a:gd name="T27" fmla="*/ 142 h 1027"/>
                      <a:gd name="T28" fmla="*/ 518 w 582"/>
                      <a:gd name="T29" fmla="*/ 157 h 1027"/>
                      <a:gd name="T30" fmla="*/ 578 w 582"/>
                      <a:gd name="T31" fmla="*/ 232 h 1027"/>
                      <a:gd name="T32" fmla="*/ 555 w 582"/>
                      <a:gd name="T33" fmla="*/ 442 h 1027"/>
                      <a:gd name="T34" fmla="*/ 540 w 582"/>
                      <a:gd name="T35" fmla="*/ 495 h 1027"/>
                      <a:gd name="T36" fmla="*/ 510 w 582"/>
                      <a:gd name="T37" fmla="*/ 540 h 1027"/>
                      <a:gd name="T38" fmla="*/ 450 w 582"/>
                      <a:gd name="T39" fmla="*/ 817 h 1027"/>
                      <a:gd name="T40" fmla="*/ 405 w 582"/>
                      <a:gd name="T41" fmla="*/ 885 h 1027"/>
                      <a:gd name="T42" fmla="*/ 360 w 582"/>
                      <a:gd name="T43" fmla="*/ 915 h 1027"/>
                      <a:gd name="T44" fmla="*/ 338 w 582"/>
                      <a:gd name="T45" fmla="*/ 937 h 1027"/>
                      <a:gd name="T46" fmla="*/ 68 w 582"/>
                      <a:gd name="T47" fmla="*/ 1012 h 1027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582"/>
                      <a:gd name="T73" fmla="*/ 0 h 1027"/>
                      <a:gd name="T74" fmla="*/ 582 w 582"/>
                      <a:gd name="T75" fmla="*/ 1027 h 1027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582" h="1027">
                        <a:moveTo>
                          <a:pt x="0" y="1027"/>
                        </a:moveTo>
                        <a:cubicBezTo>
                          <a:pt x="32" y="1021"/>
                          <a:pt x="76" y="1014"/>
                          <a:pt x="105" y="997"/>
                        </a:cubicBezTo>
                        <a:cubicBezTo>
                          <a:pt x="129" y="984"/>
                          <a:pt x="147" y="960"/>
                          <a:pt x="173" y="952"/>
                        </a:cubicBezTo>
                        <a:cubicBezTo>
                          <a:pt x="195" y="945"/>
                          <a:pt x="240" y="930"/>
                          <a:pt x="240" y="930"/>
                        </a:cubicBezTo>
                        <a:cubicBezTo>
                          <a:pt x="261" y="909"/>
                          <a:pt x="288" y="893"/>
                          <a:pt x="308" y="870"/>
                        </a:cubicBezTo>
                        <a:cubicBezTo>
                          <a:pt x="342" y="830"/>
                          <a:pt x="302" y="861"/>
                          <a:pt x="345" y="832"/>
                        </a:cubicBezTo>
                        <a:cubicBezTo>
                          <a:pt x="356" y="803"/>
                          <a:pt x="368" y="787"/>
                          <a:pt x="390" y="765"/>
                        </a:cubicBezTo>
                        <a:cubicBezTo>
                          <a:pt x="431" y="670"/>
                          <a:pt x="455" y="592"/>
                          <a:pt x="465" y="487"/>
                        </a:cubicBezTo>
                        <a:cubicBezTo>
                          <a:pt x="461" y="320"/>
                          <a:pt x="484" y="233"/>
                          <a:pt x="405" y="112"/>
                        </a:cubicBezTo>
                        <a:cubicBezTo>
                          <a:pt x="403" y="90"/>
                          <a:pt x="401" y="67"/>
                          <a:pt x="398" y="45"/>
                        </a:cubicBezTo>
                        <a:cubicBezTo>
                          <a:pt x="396" y="35"/>
                          <a:pt x="387" y="25"/>
                          <a:pt x="390" y="15"/>
                        </a:cubicBezTo>
                        <a:cubicBezTo>
                          <a:pt x="393" y="6"/>
                          <a:pt x="405" y="5"/>
                          <a:pt x="413" y="0"/>
                        </a:cubicBezTo>
                        <a:cubicBezTo>
                          <a:pt x="448" y="35"/>
                          <a:pt x="462" y="73"/>
                          <a:pt x="488" y="112"/>
                        </a:cubicBezTo>
                        <a:cubicBezTo>
                          <a:pt x="490" y="122"/>
                          <a:pt x="489" y="133"/>
                          <a:pt x="495" y="142"/>
                        </a:cubicBezTo>
                        <a:cubicBezTo>
                          <a:pt x="500" y="150"/>
                          <a:pt x="512" y="151"/>
                          <a:pt x="518" y="157"/>
                        </a:cubicBezTo>
                        <a:cubicBezTo>
                          <a:pt x="541" y="180"/>
                          <a:pt x="554" y="209"/>
                          <a:pt x="578" y="232"/>
                        </a:cubicBezTo>
                        <a:cubicBezTo>
                          <a:pt x="570" y="383"/>
                          <a:pt x="582" y="341"/>
                          <a:pt x="555" y="442"/>
                        </a:cubicBezTo>
                        <a:cubicBezTo>
                          <a:pt x="550" y="460"/>
                          <a:pt x="548" y="478"/>
                          <a:pt x="540" y="495"/>
                        </a:cubicBezTo>
                        <a:cubicBezTo>
                          <a:pt x="532" y="511"/>
                          <a:pt x="510" y="540"/>
                          <a:pt x="510" y="540"/>
                        </a:cubicBezTo>
                        <a:cubicBezTo>
                          <a:pt x="504" y="678"/>
                          <a:pt x="510" y="713"/>
                          <a:pt x="450" y="817"/>
                        </a:cubicBezTo>
                        <a:cubicBezTo>
                          <a:pt x="432" y="849"/>
                          <a:pt x="436" y="865"/>
                          <a:pt x="405" y="885"/>
                        </a:cubicBezTo>
                        <a:cubicBezTo>
                          <a:pt x="373" y="932"/>
                          <a:pt x="412" y="885"/>
                          <a:pt x="360" y="915"/>
                        </a:cubicBezTo>
                        <a:cubicBezTo>
                          <a:pt x="351" y="920"/>
                          <a:pt x="347" y="931"/>
                          <a:pt x="338" y="937"/>
                        </a:cubicBezTo>
                        <a:cubicBezTo>
                          <a:pt x="268" y="984"/>
                          <a:pt x="154" y="1012"/>
                          <a:pt x="68" y="1012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1" name="Freeform 81"/>
                  <p:cNvSpPr>
                    <a:spLocks/>
                  </p:cNvSpPr>
                  <p:nvPr/>
                </p:nvSpPr>
                <p:spPr bwMode="auto">
                  <a:xfrm>
                    <a:off x="7508" y="2423"/>
                    <a:ext cx="382" cy="787"/>
                  </a:xfrm>
                  <a:custGeom>
                    <a:avLst/>
                    <a:gdLst>
                      <a:gd name="T0" fmla="*/ 0 w 382"/>
                      <a:gd name="T1" fmla="*/ 787 h 787"/>
                      <a:gd name="T2" fmla="*/ 60 w 382"/>
                      <a:gd name="T3" fmla="*/ 735 h 787"/>
                      <a:gd name="T4" fmla="*/ 75 w 382"/>
                      <a:gd name="T5" fmla="*/ 690 h 787"/>
                      <a:gd name="T6" fmla="*/ 82 w 382"/>
                      <a:gd name="T7" fmla="*/ 712 h 787"/>
                      <a:gd name="T8" fmla="*/ 105 w 382"/>
                      <a:gd name="T9" fmla="*/ 720 h 787"/>
                      <a:gd name="T10" fmla="*/ 150 w 382"/>
                      <a:gd name="T11" fmla="*/ 697 h 787"/>
                      <a:gd name="T12" fmla="*/ 195 w 382"/>
                      <a:gd name="T13" fmla="*/ 637 h 787"/>
                      <a:gd name="T14" fmla="*/ 217 w 382"/>
                      <a:gd name="T15" fmla="*/ 592 h 787"/>
                      <a:gd name="T16" fmla="*/ 172 w 382"/>
                      <a:gd name="T17" fmla="*/ 457 h 787"/>
                      <a:gd name="T18" fmla="*/ 195 w 382"/>
                      <a:gd name="T19" fmla="*/ 450 h 787"/>
                      <a:gd name="T20" fmla="*/ 210 w 382"/>
                      <a:gd name="T21" fmla="*/ 495 h 787"/>
                      <a:gd name="T22" fmla="*/ 225 w 382"/>
                      <a:gd name="T23" fmla="*/ 517 h 787"/>
                      <a:gd name="T24" fmla="*/ 232 w 382"/>
                      <a:gd name="T25" fmla="*/ 540 h 787"/>
                      <a:gd name="T26" fmla="*/ 292 w 382"/>
                      <a:gd name="T27" fmla="*/ 510 h 787"/>
                      <a:gd name="T28" fmla="*/ 315 w 382"/>
                      <a:gd name="T29" fmla="*/ 502 h 787"/>
                      <a:gd name="T30" fmla="*/ 262 w 382"/>
                      <a:gd name="T31" fmla="*/ 532 h 787"/>
                      <a:gd name="T32" fmla="*/ 270 w 382"/>
                      <a:gd name="T33" fmla="*/ 457 h 787"/>
                      <a:gd name="T34" fmla="*/ 285 w 382"/>
                      <a:gd name="T35" fmla="*/ 352 h 787"/>
                      <a:gd name="T36" fmla="*/ 255 w 382"/>
                      <a:gd name="T37" fmla="*/ 300 h 787"/>
                      <a:gd name="T38" fmla="*/ 232 w 382"/>
                      <a:gd name="T39" fmla="*/ 292 h 787"/>
                      <a:gd name="T40" fmla="*/ 202 w 382"/>
                      <a:gd name="T41" fmla="*/ 285 h 787"/>
                      <a:gd name="T42" fmla="*/ 270 w 382"/>
                      <a:gd name="T43" fmla="*/ 292 h 787"/>
                      <a:gd name="T44" fmla="*/ 307 w 382"/>
                      <a:gd name="T45" fmla="*/ 330 h 787"/>
                      <a:gd name="T46" fmla="*/ 322 w 382"/>
                      <a:gd name="T47" fmla="*/ 307 h 787"/>
                      <a:gd name="T48" fmla="*/ 345 w 382"/>
                      <a:gd name="T49" fmla="*/ 240 h 787"/>
                      <a:gd name="T50" fmla="*/ 352 w 382"/>
                      <a:gd name="T51" fmla="*/ 217 h 787"/>
                      <a:gd name="T52" fmla="*/ 367 w 382"/>
                      <a:gd name="T53" fmla="*/ 195 h 787"/>
                      <a:gd name="T54" fmla="*/ 345 w 382"/>
                      <a:gd name="T55" fmla="*/ 202 h 787"/>
                      <a:gd name="T56" fmla="*/ 330 w 382"/>
                      <a:gd name="T57" fmla="*/ 225 h 787"/>
                      <a:gd name="T58" fmla="*/ 322 w 382"/>
                      <a:gd name="T59" fmla="*/ 247 h 787"/>
                      <a:gd name="T60" fmla="*/ 292 w 382"/>
                      <a:gd name="T61" fmla="*/ 150 h 787"/>
                      <a:gd name="T62" fmla="*/ 270 w 382"/>
                      <a:gd name="T63" fmla="*/ 142 h 787"/>
                      <a:gd name="T64" fmla="*/ 225 w 382"/>
                      <a:gd name="T65" fmla="*/ 112 h 787"/>
                      <a:gd name="T66" fmla="*/ 247 w 382"/>
                      <a:gd name="T67" fmla="*/ 105 h 787"/>
                      <a:gd name="T68" fmla="*/ 292 w 382"/>
                      <a:gd name="T69" fmla="*/ 135 h 787"/>
                      <a:gd name="T70" fmla="*/ 337 w 382"/>
                      <a:gd name="T71" fmla="*/ 150 h 787"/>
                      <a:gd name="T72" fmla="*/ 352 w 382"/>
                      <a:gd name="T73" fmla="*/ 105 h 787"/>
                      <a:gd name="T74" fmla="*/ 382 w 382"/>
                      <a:gd name="T75" fmla="*/ 60 h 787"/>
                      <a:gd name="T76" fmla="*/ 330 w 382"/>
                      <a:gd name="T77" fmla="*/ 82 h 787"/>
                      <a:gd name="T78" fmla="*/ 322 w 382"/>
                      <a:gd name="T79" fmla="*/ 142 h 787"/>
                      <a:gd name="T80" fmla="*/ 315 w 382"/>
                      <a:gd name="T81" fmla="*/ 120 h 787"/>
                      <a:gd name="T82" fmla="*/ 300 w 382"/>
                      <a:gd name="T83" fmla="*/ 52 h 787"/>
                      <a:gd name="T84" fmla="*/ 270 w 382"/>
                      <a:gd name="T85" fmla="*/ 0 h 787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82"/>
                      <a:gd name="T130" fmla="*/ 0 h 787"/>
                      <a:gd name="T131" fmla="*/ 382 w 382"/>
                      <a:gd name="T132" fmla="*/ 787 h 787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82" h="787">
                        <a:moveTo>
                          <a:pt x="0" y="787"/>
                        </a:moveTo>
                        <a:cubicBezTo>
                          <a:pt x="52" y="752"/>
                          <a:pt x="35" y="772"/>
                          <a:pt x="60" y="735"/>
                        </a:cubicBezTo>
                        <a:cubicBezTo>
                          <a:pt x="60" y="735"/>
                          <a:pt x="73" y="690"/>
                          <a:pt x="75" y="690"/>
                        </a:cubicBezTo>
                        <a:cubicBezTo>
                          <a:pt x="83" y="690"/>
                          <a:pt x="77" y="707"/>
                          <a:pt x="82" y="712"/>
                        </a:cubicBezTo>
                        <a:cubicBezTo>
                          <a:pt x="88" y="718"/>
                          <a:pt x="97" y="717"/>
                          <a:pt x="105" y="720"/>
                        </a:cubicBezTo>
                        <a:cubicBezTo>
                          <a:pt x="117" y="716"/>
                          <a:pt x="143" y="708"/>
                          <a:pt x="150" y="697"/>
                        </a:cubicBezTo>
                        <a:cubicBezTo>
                          <a:pt x="172" y="664"/>
                          <a:pt x="144" y="655"/>
                          <a:pt x="195" y="637"/>
                        </a:cubicBezTo>
                        <a:cubicBezTo>
                          <a:pt x="200" y="621"/>
                          <a:pt x="216" y="609"/>
                          <a:pt x="217" y="592"/>
                        </a:cubicBezTo>
                        <a:cubicBezTo>
                          <a:pt x="222" y="521"/>
                          <a:pt x="223" y="490"/>
                          <a:pt x="172" y="457"/>
                        </a:cubicBezTo>
                        <a:cubicBezTo>
                          <a:pt x="180" y="455"/>
                          <a:pt x="189" y="444"/>
                          <a:pt x="195" y="450"/>
                        </a:cubicBezTo>
                        <a:cubicBezTo>
                          <a:pt x="206" y="461"/>
                          <a:pt x="201" y="482"/>
                          <a:pt x="210" y="495"/>
                        </a:cubicBezTo>
                        <a:cubicBezTo>
                          <a:pt x="215" y="502"/>
                          <a:pt x="220" y="510"/>
                          <a:pt x="225" y="517"/>
                        </a:cubicBezTo>
                        <a:cubicBezTo>
                          <a:pt x="227" y="525"/>
                          <a:pt x="227" y="534"/>
                          <a:pt x="232" y="540"/>
                        </a:cubicBezTo>
                        <a:cubicBezTo>
                          <a:pt x="264" y="581"/>
                          <a:pt x="272" y="526"/>
                          <a:pt x="292" y="510"/>
                        </a:cubicBezTo>
                        <a:cubicBezTo>
                          <a:pt x="298" y="505"/>
                          <a:pt x="307" y="505"/>
                          <a:pt x="315" y="502"/>
                        </a:cubicBezTo>
                        <a:cubicBezTo>
                          <a:pt x="282" y="492"/>
                          <a:pt x="273" y="501"/>
                          <a:pt x="262" y="532"/>
                        </a:cubicBezTo>
                        <a:cubicBezTo>
                          <a:pt x="252" y="501"/>
                          <a:pt x="264" y="489"/>
                          <a:pt x="270" y="457"/>
                        </a:cubicBezTo>
                        <a:cubicBezTo>
                          <a:pt x="276" y="422"/>
                          <a:pt x="280" y="387"/>
                          <a:pt x="285" y="352"/>
                        </a:cubicBezTo>
                        <a:cubicBezTo>
                          <a:pt x="277" y="315"/>
                          <a:pt x="286" y="316"/>
                          <a:pt x="255" y="300"/>
                        </a:cubicBezTo>
                        <a:cubicBezTo>
                          <a:pt x="248" y="296"/>
                          <a:pt x="240" y="294"/>
                          <a:pt x="232" y="292"/>
                        </a:cubicBezTo>
                        <a:cubicBezTo>
                          <a:pt x="222" y="289"/>
                          <a:pt x="192" y="285"/>
                          <a:pt x="202" y="285"/>
                        </a:cubicBezTo>
                        <a:cubicBezTo>
                          <a:pt x="225" y="285"/>
                          <a:pt x="247" y="290"/>
                          <a:pt x="270" y="292"/>
                        </a:cubicBezTo>
                        <a:cubicBezTo>
                          <a:pt x="274" y="298"/>
                          <a:pt x="293" y="333"/>
                          <a:pt x="307" y="330"/>
                        </a:cubicBezTo>
                        <a:cubicBezTo>
                          <a:pt x="316" y="328"/>
                          <a:pt x="318" y="315"/>
                          <a:pt x="322" y="307"/>
                        </a:cubicBezTo>
                        <a:cubicBezTo>
                          <a:pt x="332" y="287"/>
                          <a:pt x="338" y="261"/>
                          <a:pt x="345" y="240"/>
                        </a:cubicBezTo>
                        <a:cubicBezTo>
                          <a:pt x="348" y="232"/>
                          <a:pt x="348" y="224"/>
                          <a:pt x="352" y="217"/>
                        </a:cubicBezTo>
                        <a:cubicBezTo>
                          <a:pt x="356" y="209"/>
                          <a:pt x="371" y="203"/>
                          <a:pt x="367" y="195"/>
                        </a:cubicBezTo>
                        <a:cubicBezTo>
                          <a:pt x="364" y="188"/>
                          <a:pt x="352" y="200"/>
                          <a:pt x="345" y="202"/>
                        </a:cubicBezTo>
                        <a:cubicBezTo>
                          <a:pt x="340" y="210"/>
                          <a:pt x="334" y="217"/>
                          <a:pt x="330" y="225"/>
                        </a:cubicBezTo>
                        <a:cubicBezTo>
                          <a:pt x="326" y="232"/>
                          <a:pt x="325" y="254"/>
                          <a:pt x="322" y="247"/>
                        </a:cubicBezTo>
                        <a:cubicBezTo>
                          <a:pt x="306" y="216"/>
                          <a:pt x="324" y="176"/>
                          <a:pt x="292" y="150"/>
                        </a:cubicBezTo>
                        <a:cubicBezTo>
                          <a:pt x="286" y="145"/>
                          <a:pt x="277" y="146"/>
                          <a:pt x="270" y="142"/>
                        </a:cubicBezTo>
                        <a:cubicBezTo>
                          <a:pt x="254" y="133"/>
                          <a:pt x="225" y="112"/>
                          <a:pt x="225" y="112"/>
                        </a:cubicBezTo>
                        <a:cubicBezTo>
                          <a:pt x="232" y="110"/>
                          <a:pt x="240" y="103"/>
                          <a:pt x="247" y="105"/>
                        </a:cubicBezTo>
                        <a:cubicBezTo>
                          <a:pt x="264" y="111"/>
                          <a:pt x="292" y="135"/>
                          <a:pt x="292" y="135"/>
                        </a:cubicBezTo>
                        <a:cubicBezTo>
                          <a:pt x="301" y="148"/>
                          <a:pt x="312" y="179"/>
                          <a:pt x="337" y="150"/>
                        </a:cubicBezTo>
                        <a:cubicBezTo>
                          <a:pt x="347" y="138"/>
                          <a:pt x="343" y="118"/>
                          <a:pt x="352" y="105"/>
                        </a:cubicBezTo>
                        <a:cubicBezTo>
                          <a:pt x="362" y="90"/>
                          <a:pt x="382" y="60"/>
                          <a:pt x="382" y="60"/>
                        </a:cubicBezTo>
                        <a:cubicBezTo>
                          <a:pt x="352" y="49"/>
                          <a:pt x="340" y="50"/>
                          <a:pt x="330" y="82"/>
                        </a:cubicBezTo>
                        <a:cubicBezTo>
                          <a:pt x="327" y="102"/>
                          <a:pt x="329" y="123"/>
                          <a:pt x="322" y="142"/>
                        </a:cubicBezTo>
                        <a:cubicBezTo>
                          <a:pt x="319" y="149"/>
                          <a:pt x="317" y="127"/>
                          <a:pt x="315" y="120"/>
                        </a:cubicBezTo>
                        <a:cubicBezTo>
                          <a:pt x="309" y="97"/>
                          <a:pt x="305" y="75"/>
                          <a:pt x="300" y="52"/>
                        </a:cubicBezTo>
                        <a:cubicBezTo>
                          <a:pt x="294" y="23"/>
                          <a:pt x="270" y="27"/>
                          <a:pt x="270" y="0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29" name="Group 82"/>
                <p:cNvGrpSpPr>
                  <a:grpSpLocks/>
                </p:cNvGrpSpPr>
                <p:nvPr/>
              </p:nvGrpSpPr>
              <p:grpSpPr bwMode="auto">
                <a:xfrm>
                  <a:off x="8401" y="2793"/>
                  <a:ext cx="965" cy="881"/>
                  <a:chOff x="6568" y="2608"/>
                  <a:chExt cx="965" cy="881"/>
                </a:xfrm>
              </p:grpSpPr>
              <p:sp>
                <p:nvSpPr>
                  <p:cNvPr id="236" name="Freeform 83"/>
                  <p:cNvSpPr>
                    <a:spLocks/>
                  </p:cNvSpPr>
                  <p:nvPr/>
                </p:nvSpPr>
                <p:spPr bwMode="auto">
                  <a:xfrm>
                    <a:off x="6593" y="2708"/>
                    <a:ext cx="922" cy="742"/>
                  </a:xfrm>
                  <a:custGeom>
                    <a:avLst/>
                    <a:gdLst>
                      <a:gd name="T0" fmla="*/ 0 w 922"/>
                      <a:gd name="T1" fmla="*/ 742 h 742"/>
                      <a:gd name="T2" fmla="*/ 112 w 922"/>
                      <a:gd name="T3" fmla="*/ 697 h 742"/>
                      <a:gd name="T4" fmla="*/ 210 w 922"/>
                      <a:gd name="T5" fmla="*/ 682 h 742"/>
                      <a:gd name="T6" fmla="*/ 367 w 922"/>
                      <a:gd name="T7" fmla="*/ 615 h 742"/>
                      <a:gd name="T8" fmla="*/ 405 w 922"/>
                      <a:gd name="T9" fmla="*/ 577 h 742"/>
                      <a:gd name="T10" fmla="*/ 540 w 922"/>
                      <a:gd name="T11" fmla="*/ 450 h 742"/>
                      <a:gd name="T12" fmla="*/ 667 w 922"/>
                      <a:gd name="T13" fmla="*/ 315 h 742"/>
                      <a:gd name="T14" fmla="*/ 757 w 922"/>
                      <a:gd name="T15" fmla="*/ 225 h 742"/>
                      <a:gd name="T16" fmla="*/ 787 w 922"/>
                      <a:gd name="T17" fmla="*/ 180 h 742"/>
                      <a:gd name="T18" fmla="*/ 795 w 922"/>
                      <a:gd name="T19" fmla="*/ 157 h 742"/>
                      <a:gd name="T20" fmla="*/ 855 w 922"/>
                      <a:gd name="T21" fmla="*/ 75 h 742"/>
                      <a:gd name="T22" fmla="*/ 870 w 922"/>
                      <a:gd name="T23" fmla="*/ 45 h 742"/>
                      <a:gd name="T24" fmla="*/ 900 w 922"/>
                      <a:gd name="T25" fmla="*/ 0 h 742"/>
                      <a:gd name="T26" fmla="*/ 922 w 922"/>
                      <a:gd name="T27" fmla="*/ 247 h 742"/>
                      <a:gd name="T28" fmla="*/ 915 w 922"/>
                      <a:gd name="T29" fmla="*/ 367 h 742"/>
                      <a:gd name="T30" fmla="*/ 810 w 922"/>
                      <a:gd name="T31" fmla="*/ 495 h 742"/>
                      <a:gd name="T32" fmla="*/ 660 w 922"/>
                      <a:gd name="T33" fmla="*/ 577 h 742"/>
                      <a:gd name="T34" fmla="*/ 517 w 922"/>
                      <a:gd name="T35" fmla="*/ 667 h 742"/>
                      <a:gd name="T36" fmla="*/ 67 w 922"/>
                      <a:gd name="T37" fmla="*/ 712 h 742"/>
                      <a:gd name="T38" fmla="*/ 0 w 922"/>
                      <a:gd name="T39" fmla="*/ 742 h 742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922"/>
                      <a:gd name="T61" fmla="*/ 0 h 742"/>
                      <a:gd name="T62" fmla="*/ 922 w 922"/>
                      <a:gd name="T63" fmla="*/ 742 h 742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922" h="742">
                        <a:moveTo>
                          <a:pt x="0" y="742"/>
                        </a:moveTo>
                        <a:cubicBezTo>
                          <a:pt x="40" y="733"/>
                          <a:pt x="73" y="706"/>
                          <a:pt x="112" y="697"/>
                        </a:cubicBezTo>
                        <a:cubicBezTo>
                          <a:pt x="144" y="689"/>
                          <a:pt x="210" y="682"/>
                          <a:pt x="210" y="682"/>
                        </a:cubicBezTo>
                        <a:cubicBezTo>
                          <a:pt x="263" y="664"/>
                          <a:pt x="322" y="646"/>
                          <a:pt x="367" y="615"/>
                        </a:cubicBezTo>
                        <a:cubicBezTo>
                          <a:pt x="405" y="557"/>
                          <a:pt x="357" y="624"/>
                          <a:pt x="405" y="577"/>
                        </a:cubicBezTo>
                        <a:cubicBezTo>
                          <a:pt x="449" y="534"/>
                          <a:pt x="493" y="490"/>
                          <a:pt x="540" y="450"/>
                        </a:cubicBezTo>
                        <a:cubicBezTo>
                          <a:pt x="588" y="409"/>
                          <a:pt x="616" y="352"/>
                          <a:pt x="667" y="315"/>
                        </a:cubicBezTo>
                        <a:cubicBezTo>
                          <a:pt x="691" y="278"/>
                          <a:pt x="721" y="249"/>
                          <a:pt x="757" y="225"/>
                        </a:cubicBezTo>
                        <a:cubicBezTo>
                          <a:pt x="776" y="170"/>
                          <a:pt x="749" y="237"/>
                          <a:pt x="787" y="180"/>
                        </a:cubicBezTo>
                        <a:cubicBezTo>
                          <a:pt x="792" y="173"/>
                          <a:pt x="790" y="164"/>
                          <a:pt x="795" y="157"/>
                        </a:cubicBezTo>
                        <a:cubicBezTo>
                          <a:pt x="813" y="129"/>
                          <a:pt x="837" y="104"/>
                          <a:pt x="855" y="75"/>
                        </a:cubicBezTo>
                        <a:cubicBezTo>
                          <a:pt x="861" y="66"/>
                          <a:pt x="864" y="55"/>
                          <a:pt x="870" y="45"/>
                        </a:cubicBezTo>
                        <a:cubicBezTo>
                          <a:pt x="879" y="30"/>
                          <a:pt x="900" y="0"/>
                          <a:pt x="900" y="0"/>
                        </a:cubicBezTo>
                        <a:cubicBezTo>
                          <a:pt x="904" y="89"/>
                          <a:pt x="913" y="161"/>
                          <a:pt x="922" y="247"/>
                        </a:cubicBezTo>
                        <a:cubicBezTo>
                          <a:pt x="920" y="287"/>
                          <a:pt x="919" y="327"/>
                          <a:pt x="915" y="367"/>
                        </a:cubicBezTo>
                        <a:cubicBezTo>
                          <a:pt x="910" y="419"/>
                          <a:pt x="850" y="468"/>
                          <a:pt x="810" y="495"/>
                        </a:cubicBezTo>
                        <a:cubicBezTo>
                          <a:pt x="769" y="555"/>
                          <a:pt x="722" y="557"/>
                          <a:pt x="660" y="577"/>
                        </a:cubicBezTo>
                        <a:cubicBezTo>
                          <a:pt x="617" y="606"/>
                          <a:pt x="568" y="650"/>
                          <a:pt x="517" y="667"/>
                        </a:cubicBezTo>
                        <a:cubicBezTo>
                          <a:pt x="372" y="715"/>
                          <a:pt x="218" y="712"/>
                          <a:pt x="67" y="712"/>
                        </a:cubicBezTo>
                        <a:lnTo>
                          <a:pt x="0" y="742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37" name="Freeform 84"/>
                  <p:cNvSpPr>
                    <a:spLocks/>
                  </p:cNvSpPr>
                  <p:nvPr/>
                </p:nvSpPr>
                <p:spPr bwMode="auto">
                  <a:xfrm>
                    <a:off x="6568" y="2608"/>
                    <a:ext cx="965" cy="881"/>
                  </a:xfrm>
                  <a:custGeom>
                    <a:avLst/>
                    <a:gdLst>
                      <a:gd name="T0" fmla="*/ 32 w 965"/>
                      <a:gd name="T1" fmla="*/ 835 h 881"/>
                      <a:gd name="T2" fmla="*/ 160 w 965"/>
                      <a:gd name="T3" fmla="*/ 745 h 881"/>
                      <a:gd name="T4" fmla="*/ 205 w 965"/>
                      <a:gd name="T5" fmla="*/ 715 h 881"/>
                      <a:gd name="T6" fmla="*/ 250 w 965"/>
                      <a:gd name="T7" fmla="*/ 647 h 881"/>
                      <a:gd name="T8" fmla="*/ 295 w 965"/>
                      <a:gd name="T9" fmla="*/ 617 h 881"/>
                      <a:gd name="T10" fmla="*/ 407 w 965"/>
                      <a:gd name="T11" fmla="*/ 512 h 881"/>
                      <a:gd name="T12" fmla="*/ 445 w 965"/>
                      <a:gd name="T13" fmla="*/ 467 h 881"/>
                      <a:gd name="T14" fmla="*/ 452 w 965"/>
                      <a:gd name="T15" fmla="*/ 445 h 881"/>
                      <a:gd name="T16" fmla="*/ 497 w 965"/>
                      <a:gd name="T17" fmla="*/ 377 h 881"/>
                      <a:gd name="T18" fmla="*/ 617 w 965"/>
                      <a:gd name="T19" fmla="*/ 287 h 881"/>
                      <a:gd name="T20" fmla="*/ 692 w 965"/>
                      <a:gd name="T21" fmla="*/ 235 h 881"/>
                      <a:gd name="T22" fmla="*/ 797 w 965"/>
                      <a:gd name="T23" fmla="*/ 205 h 881"/>
                      <a:gd name="T24" fmla="*/ 955 w 965"/>
                      <a:gd name="T25" fmla="*/ 32 h 881"/>
                      <a:gd name="T26" fmla="*/ 872 w 965"/>
                      <a:gd name="T27" fmla="*/ 130 h 881"/>
                      <a:gd name="T28" fmla="*/ 872 w 965"/>
                      <a:gd name="T29" fmla="*/ 197 h 881"/>
                      <a:gd name="T30" fmla="*/ 805 w 965"/>
                      <a:gd name="T31" fmla="*/ 332 h 881"/>
                      <a:gd name="T32" fmla="*/ 767 w 965"/>
                      <a:gd name="T33" fmla="*/ 400 h 881"/>
                      <a:gd name="T34" fmla="*/ 752 w 965"/>
                      <a:gd name="T35" fmla="*/ 422 h 881"/>
                      <a:gd name="T36" fmla="*/ 580 w 965"/>
                      <a:gd name="T37" fmla="*/ 632 h 881"/>
                      <a:gd name="T38" fmla="*/ 452 w 965"/>
                      <a:gd name="T39" fmla="*/ 700 h 881"/>
                      <a:gd name="T40" fmla="*/ 340 w 965"/>
                      <a:gd name="T41" fmla="*/ 782 h 881"/>
                      <a:gd name="T42" fmla="*/ 310 w 965"/>
                      <a:gd name="T43" fmla="*/ 805 h 881"/>
                      <a:gd name="T44" fmla="*/ 205 w 965"/>
                      <a:gd name="T45" fmla="*/ 827 h 881"/>
                      <a:gd name="T46" fmla="*/ 70 w 965"/>
                      <a:gd name="T47" fmla="*/ 842 h 881"/>
                      <a:gd name="T48" fmla="*/ 32 w 965"/>
                      <a:gd name="T49" fmla="*/ 835 h 88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965"/>
                      <a:gd name="T76" fmla="*/ 0 h 881"/>
                      <a:gd name="T77" fmla="*/ 965 w 965"/>
                      <a:gd name="T78" fmla="*/ 881 h 88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965" h="881">
                        <a:moveTo>
                          <a:pt x="32" y="835"/>
                        </a:moveTo>
                        <a:cubicBezTo>
                          <a:pt x="48" y="789"/>
                          <a:pt x="114" y="759"/>
                          <a:pt x="160" y="745"/>
                        </a:cubicBezTo>
                        <a:cubicBezTo>
                          <a:pt x="175" y="735"/>
                          <a:pt x="190" y="725"/>
                          <a:pt x="205" y="715"/>
                        </a:cubicBezTo>
                        <a:cubicBezTo>
                          <a:pt x="228" y="700"/>
                          <a:pt x="227" y="662"/>
                          <a:pt x="250" y="647"/>
                        </a:cubicBezTo>
                        <a:cubicBezTo>
                          <a:pt x="265" y="637"/>
                          <a:pt x="280" y="627"/>
                          <a:pt x="295" y="617"/>
                        </a:cubicBezTo>
                        <a:cubicBezTo>
                          <a:pt x="323" y="576"/>
                          <a:pt x="366" y="540"/>
                          <a:pt x="407" y="512"/>
                        </a:cubicBezTo>
                        <a:cubicBezTo>
                          <a:pt x="418" y="496"/>
                          <a:pt x="434" y="483"/>
                          <a:pt x="445" y="467"/>
                        </a:cubicBezTo>
                        <a:cubicBezTo>
                          <a:pt x="449" y="461"/>
                          <a:pt x="448" y="452"/>
                          <a:pt x="452" y="445"/>
                        </a:cubicBezTo>
                        <a:cubicBezTo>
                          <a:pt x="465" y="421"/>
                          <a:pt x="482" y="400"/>
                          <a:pt x="497" y="377"/>
                        </a:cubicBezTo>
                        <a:cubicBezTo>
                          <a:pt x="514" y="352"/>
                          <a:pt x="591" y="305"/>
                          <a:pt x="617" y="287"/>
                        </a:cubicBezTo>
                        <a:cubicBezTo>
                          <a:pt x="629" y="278"/>
                          <a:pt x="684" y="237"/>
                          <a:pt x="692" y="235"/>
                        </a:cubicBezTo>
                        <a:cubicBezTo>
                          <a:pt x="720" y="228"/>
                          <a:pt x="769" y="217"/>
                          <a:pt x="797" y="205"/>
                        </a:cubicBezTo>
                        <a:cubicBezTo>
                          <a:pt x="838" y="187"/>
                          <a:pt x="916" y="44"/>
                          <a:pt x="955" y="32"/>
                        </a:cubicBezTo>
                        <a:cubicBezTo>
                          <a:pt x="965" y="0"/>
                          <a:pt x="891" y="100"/>
                          <a:pt x="872" y="130"/>
                        </a:cubicBezTo>
                        <a:cubicBezTo>
                          <a:pt x="856" y="179"/>
                          <a:pt x="888" y="106"/>
                          <a:pt x="872" y="197"/>
                        </a:cubicBezTo>
                        <a:cubicBezTo>
                          <a:pt x="865" y="234"/>
                          <a:pt x="819" y="299"/>
                          <a:pt x="805" y="332"/>
                        </a:cubicBezTo>
                        <a:cubicBezTo>
                          <a:pt x="782" y="386"/>
                          <a:pt x="823" y="317"/>
                          <a:pt x="767" y="400"/>
                        </a:cubicBezTo>
                        <a:cubicBezTo>
                          <a:pt x="762" y="407"/>
                          <a:pt x="752" y="422"/>
                          <a:pt x="752" y="422"/>
                        </a:cubicBezTo>
                        <a:cubicBezTo>
                          <a:pt x="730" y="494"/>
                          <a:pt x="645" y="596"/>
                          <a:pt x="580" y="632"/>
                        </a:cubicBezTo>
                        <a:cubicBezTo>
                          <a:pt x="534" y="657"/>
                          <a:pt x="496" y="671"/>
                          <a:pt x="452" y="700"/>
                        </a:cubicBezTo>
                        <a:cubicBezTo>
                          <a:pt x="414" y="726"/>
                          <a:pt x="377" y="754"/>
                          <a:pt x="340" y="782"/>
                        </a:cubicBezTo>
                        <a:cubicBezTo>
                          <a:pt x="330" y="790"/>
                          <a:pt x="322" y="802"/>
                          <a:pt x="310" y="805"/>
                        </a:cubicBezTo>
                        <a:cubicBezTo>
                          <a:pt x="258" y="818"/>
                          <a:pt x="253" y="821"/>
                          <a:pt x="205" y="827"/>
                        </a:cubicBezTo>
                        <a:cubicBezTo>
                          <a:pt x="160" y="832"/>
                          <a:pt x="70" y="842"/>
                          <a:pt x="70" y="842"/>
                        </a:cubicBezTo>
                        <a:cubicBezTo>
                          <a:pt x="41" y="850"/>
                          <a:pt x="0" y="881"/>
                          <a:pt x="32" y="835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38" name="Freeform 85"/>
                  <p:cNvSpPr>
                    <a:spLocks/>
                  </p:cNvSpPr>
                  <p:nvPr/>
                </p:nvSpPr>
                <p:spPr bwMode="auto">
                  <a:xfrm>
                    <a:off x="6675" y="2704"/>
                    <a:ext cx="786" cy="744"/>
                  </a:xfrm>
                  <a:custGeom>
                    <a:avLst/>
                    <a:gdLst>
                      <a:gd name="T0" fmla="*/ 0 w 786"/>
                      <a:gd name="T1" fmla="*/ 739 h 744"/>
                      <a:gd name="T2" fmla="*/ 203 w 786"/>
                      <a:gd name="T3" fmla="*/ 709 h 744"/>
                      <a:gd name="T4" fmla="*/ 270 w 786"/>
                      <a:gd name="T5" fmla="*/ 619 h 744"/>
                      <a:gd name="T6" fmla="*/ 300 w 786"/>
                      <a:gd name="T7" fmla="*/ 514 h 744"/>
                      <a:gd name="T8" fmla="*/ 293 w 786"/>
                      <a:gd name="T9" fmla="*/ 611 h 744"/>
                      <a:gd name="T10" fmla="*/ 285 w 786"/>
                      <a:gd name="T11" fmla="*/ 634 h 744"/>
                      <a:gd name="T12" fmla="*/ 353 w 786"/>
                      <a:gd name="T13" fmla="*/ 604 h 744"/>
                      <a:gd name="T14" fmla="*/ 405 w 786"/>
                      <a:gd name="T15" fmla="*/ 544 h 744"/>
                      <a:gd name="T16" fmla="*/ 413 w 786"/>
                      <a:gd name="T17" fmla="*/ 416 h 744"/>
                      <a:gd name="T18" fmla="*/ 413 w 786"/>
                      <a:gd name="T19" fmla="*/ 326 h 744"/>
                      <a:gd name="T20" fmla="*/ 420 w 786"/>
                      <a:gd name="T21" fmla="*/ 544 h 744"/>
                      <a:gd name="T22" fmla="*/ 488 w 786"/>
                      <a:gd name="T23" fmla="*/ 551 h 744"/>
                      <a:gd name="T24" fmla="*/ 510 w 786"/>
                      <a:gd name="T25" fmla="*/ 611 h 744"/>
                      <a:gd name="T26" fmla="*/ 465 w 786"/>
                      <a:gd name="T27" fmla="*/ 559 h 744"/>
                      <a:gd name="T28" fmla="*/ 450 w 786"/>
                      <a:gd name="T29" fmla="*/ 536 h 744"/>
                      <a:gd name="T30" fmla="*/ 495 w 786"/>
                      <a:gd name="T31" fmla="*/ 506 h 744"/>
                      <a:gd name="T32" fmla="*/ 533 w 786"/>
                      <a:gd name="T33" fmla="*/ 439 h 744"/>
                      <a:gd name="T34" fmla="*/ 540 w 786"/>
                      <a:gd name="T35" fmla="*/ 326 h 744"/>
                      <a:gd name="T36" fmla="*/ 533 w 786"/>
                      <a:gd name="T37" fmla="*/ 386 h 744"/>
                      <a:gd name="T38" fmla="*/ 540 w 786"/>
                      <a:gd name="T39" fmla="*/ 439 h 744"/>
                      <a:gd name="T40" fmla="*/ 563 w 786"/>
                      <a:gd name="T41" fmla="*/ 454 h 744"/>
                      <a:gd name="T42" fmla="*/ 630 w 786"/>
                      <a:gd name="T43" fmla="*/ 439 h 744"/>
                      <a:gd name="T44" fmla="*/ 683 w 786"/>
                      <a:gd name="T45" fmla="*/ 409 h 744"/>
                      <a:gd name="T46" fmla="*/ 585 w 786"/>
                      <a:gd name="T47" fmla="*/ 446 h 744"/>
                      <a:gd name="T48" fmla="*/ 593 w 786"/>
                      <a:gd name="T49" fmla="*/ 424 h 744"/>
                      <a:gd name="T50" fmla="*/ 608 w 786"/>
                      <a:gd name="T51" fmla="*/ 401 h 744"/>
                      <a:gd name="T52" fmla="*/ 653 w 786"/>
                      <a:gd name="T53" fmla="*/ 349 h 744"/>
                      <a:gd name="T54" fmla="*/ 675 w 786"/>
                      <a:gd name="T55" fmla="*/ 326 h 744"/>
                      <a:gd name="T56" fmla="*/ 705 w 786"/>
                      <a:gd name="T57" fmla="*/ 311 h 744"/>
                      <a:gd name="T58" fmla="*/ 743 w 786"/>
                      <a:gd name="T59" fmla="*/ 281 h 744"/>
                      <a:gd name="T60" fmla="*/ 750 w 786"/>
                      <a:gd name="T61" fmla="*/ 304 h 744"/>
                      <a:gd name="T62" fmla="*/ 660 w 786"/>
                      <a:gd name="T63" fmla="*/ 341 h 744"/>
                      <a:gd name="T64" fmla="*/ 638 w 786"/>
                      <a:gd name="T65" fmla="*/ 364 h 744"/>
                      <a:gd name="T66" fmla="*/ 653 w 786"/>
                      <a:gd name="T67" fmla="*/ 296 h 744"/>
                      <a:gd name="T68" fmla="*/ 683 w 786"/>
                      <a:gd name="T69" fmla="*/ 251 h 744"/>
                      <a:gd name="T70" fmla="*/ 690 w 786"/>
                      <a:gd name="T71" fmla="*/ 229 h 744"/>
                      <a:gd name="T72" fmla="*/ 713 w 786"/>
                      <a:gd name="T73" fmla="*/ 244 h 744"/>
                      <a:gd name="T74" fmla="*/ 728 w 786"/>
                      <a:gd name="T75" fmla="*/ 221 h 744"/>
                      <a:gd name="T76" fmla="*/ 750 w 786"/>
                      <a:gd name="T77" fmla="*/ 206 h 744"/>
                      <a:gd name="T78" fmla="*/ 728 w 786"/>
                      <a:gd name="T79" fmla="*/ 214 h 744"/>
                      <a:gd name="T80" fmla="*/ 705 w 786"/>
                      <a:gd name="T81" fmla="*/ 214 h 744"/>
                      <a:gd name="T82" fmla="*/ 735 w 786"/>
                      <a:gd name="T83" fmla="*/ 146 h 744"/>
                      <a:gd name="T84" fmla="*/ 750 w 786"/>
                      <a:gd name="T85" fmla="*/ 64 h 744"/>
                      <a:gd name="T86" fmla="*/ 786 w 786"/>
                      <a:gd name="T87" fmla="*/ 0 h 74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786"/>
                      <a:gd name="T133" fmla="*/ 0 h 744"/>
                      <a:gd name="T134" fmla="*/ 786 w 786"/>
                      <a:gd name="T135" fmla="*/ 744 h 744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786" h="744">
                        <a:moveTo>
                          <a:pt x="0" y="739"/>
                        </a:moveTo>
                        <a:cubicBezTo>
                          <a:pt x="63" y="733"/>
                          <a:pt x="150" y="744"/>
                          <a:pt x="203" y="709"/>
                        </a:cubicBezTo>
                        <a:cubicBezTo>
                          <a:pt x="223" y="679"/>
                          <a:pt x="258" y="654"/>
                          <a:pt x="270" y="619"/>
                        </a:cubicBezTo>
                        <a:cubicBezTo>
                          <a:pt x="282" y="585"/>
                          <a:pt x="292" y="549"/>
                          <a:pt x="300" y="514"/>
                        </a:cubicBezTo>
                        <a:cubicBezTo>
                          <a:pt x="298" y="546"/>
                          <a:pt x="297" y="579"/>
                          <a:pt x="293" y="611"/>
                        </a:cubicBezTo>
                        <a:cubicBezTo>
                          <a:pt x="292" y="619"/>
                          <a:pt x="279" y="628"/>
                          <a:pt x="285" y="634"/>
                        </a:cubicBezTo>
                        <a:cubicBezTo>
                          <a:pt x="286" y="635"/>
                          <a:pt x="345" y="607"/>
                          <a:pt x="353" y="604"/>
                        </a:cubicBezTo>
                        <a:cubicBezTo>
                          <a:pt x="379" y="586"/>
                          <a:pt x="395" y="574"/>
                          <a:pt x="405" y="544"/>
                        </a:cubicBezTo>
                        <a:cubicBezTo>
                          <a:pt x="410" y="510"/>
                          <a:pt x="412" y="452"/>
                          <a:pt x="413" y="416"/>
                        </a:cubicBezTo>
                        <a:cubicBezTo>
                          <a:pt x="414" y="380"/>
                          <a:pt x="412" y="305"/>
                          <a:pt x="413" y="326"/>
                        </a:cubicBezTo>
                        <a:cubicBezTo>
                          <a:pt x="486" y="326"/>
                          <a:pt x="397" y="475"/>
                          <a:pt x="420" y="544"/>
                        </a:cubicBezTo>
                        <a:cubicBezTo>
                          <a:pt x="427" y="566"/>
                          <a:pt x="465" y="549"/>
                          <a:pt x="488" y="551"/>
                        </a:cubicBezTo>
                        <a:cubicBezTo>
                          <a:pt x="516" y="570"/>
                          <a:pt x="522" y="579"/>
                          <a:pt x="510" y="611"/>
                        </a:cubicBezTo>
                        <a:cubicBezTo>
                          <a:pt x="500" y="581"/>
                          <a:pt x="496" y="568"/>
                          <a:pt x="465" y="559"/>
                        </a:cubicBezTo>
                        <a:cubicBezTo>
                          <a:pt x="460" y="551"/>
                          <a:pt x="445" y="544"/>
                          <a:pt x="450" y="536"/>
                        </a:cubicBezTo>
                        <a:cubicBezTo>
                          <a:pt x="459" y="520"/>
                          <a:pt x="495" y="506"/>
                          <a:pt x="495" y="506"/>
                        </a:cubicBezTo>
                        <a:cubicBezTo>
                          <a:pt x="510" y="484"/>
                          <a:pt x="518" y="461"/>
                          <a:pt x="533" y="439"/>
                        </a:cubicBezTo>
                        <a:cubicBezTo>
                          <a:pt x="535" y="401"/>
                          <a:pt x="540" y="364"/>
                          <a:pt x="540" y="326"/>
                        </a:cubicBezTo>
                        <a:cubicBezTo>
                          <a:pt x="540" y="306"/>
                          <a:pt x="533" y="366"/>
                          <a:pt x="533" y="386"/>
                        </a:cubicBezTo>
                        <a:cubicBezTo>
                          <a:pt x="533" y="404"/>
                          <a:pt x="533" y="423"/>
                          <a:pt x="540" y="439"/>
                        </a:cubicBezTo>
                        <a:cubicBezTo>
                          <a:pt x="544" y="447"/>
                          <a:pt x="555" y="449"/>
                          <a:pt x="563" y="454"/>
                        </a:cubicBezTo>
                        <a:cubicBezTo>
                          <a:pt x="564" y="454"/>
                          <a:pt x="620" y="446"/>
                          <a:pt x="630" y="439"/>
                        </a:cubicBezTo>
                        <a:cubicBezTo>
                          <a:pt x="684" y="403"/>
                          <a:pt x="620" y="424"/>
                          <a:pt x="683" y="409"/>
                        </a:cubicBezTo>
                        <a:cubicBezTo>
                          <a:pt x="652" y="429"/>
                          <a:pt x="620" y="438"/>
                          <a:pt x="585" y="446"/>
                        </a:cubicBezTo>
                        <a:cubicBezTo>
                          <a:pt x="588" y="439"/>
                          <a:pt x="589" y="431"/>
                          <a:pt x="593" y="424"/>
                        </a:cubicBezTo>
                        <a:cubicBezTo>
                          <a:pt x="597" y="416"/>
                          <a:pt x="604" y="409"/>
                          <a:pt x="608" y="401"/>
                        </a:cubicBezTo>
                        <a:cubicBezTo>
                          <a:pt x="633" y="345"/>
                          <a:pt x="603" y="361"/>
                          <a:pt x="653" y="349"/>
                        </a:cubicBezTo>
                        <a:cubicBezTo>
                          <a:pt x="660" y="341"/>
                          <a:pt x="666" y="332"/>
                          <a:pt x="675" y="326"/>
                        </a:cubicBezTo>
                        <a:cubicBezTo>
                          <a:pt x="684" y="319"/>
                          <a:pt x="696" y="318"/>
                          <a:pt x="705" y="311"/>
                        </a:cubicBezTo>
                        <a:cubicBezTo>
                          <a:pt x="751" y="273"/>
                          <a:pt x="687" y="300"/>
                          <a:pt x="743" y="281"/>
                        </a:cubicBezTo>
                        <a:cubicBezTo>
                          <a:pt x="745" y="289"/>
                          <a:pt x="753" y="297"/>
                          <a:pt x="750" y="304"/>
                        </a:cubicBezTo>
                        <a:cubicBezTo>
                          <a:pt x="744" y="318"/>
                          <a:pt x="676" y="336"/>
                          <a:pt x="660" y="341"/>
                        </a:cubicBezTo>
                        <a:cubicBezTo>
                          <a:pt x="653" y="349"/>
                          <a:pt x="644" y="373"/>
                          <a:pt x="638" y="364"/>
                        </a:cubicBezTo>
                        <a:cubicBezTo>
                          <a:pt x="634" y="359"/>
                          <a:pt x="646" y="308"/>
                          <a:pt x="653" y="296"/>
                        </a:cubicBezTo>
                        <a:cubicBezTo>
                          <a:pt x="662" y="280"/>
                          <a:pt x="683" y="251"/>
                          <a:pt x="683" y="251"/>
                        </a:cubicBezTo>
                        <a:cubicBezTo>
                          <a:pt x="685" y="244"/>
                          <a:pt x="683" y="231"/>
                          <a:pt x="690" y="229"/>
                        </a:cubicBezTo>
                        <a:cubicBezTo>
                          <a:pt x="699" y="227"/>
                          <a:pt x="704" y="246"/>
                          <a:pt x="713" y="244"/>
                        </a:cubicBezTo>
                        <a:cubicBezTo>
                          <a:pt x="722" y="242"/>
                          <a:pt x="722" y="228"/>
                          <a:pt x="728" y="221"/>
                        </a:cubicBezTo>
                        <a:cubicBezTo>
                          <a:pt x="734" y="215"/>
                          <a:pt x="750" y="215"/>
                          <a:pt x="750" y="206"/>
                        </a:cubicBezTo>
                        <a:cubicBezTo>
                          <a:pt x="750" y="198"/>
                          <a:pt x="735" y="211"/>
                          <a:pt x="728" y="214"/>
                        </a:cubicBezTo>
                        <a:cubicBezTo>
                          <a:pt x="728" y="214"/>
                          <a:pt x="699" y="269"/>
                          <a:pt x="705" y="214"/>
                        </a:cubicBezTo>
                        <a:cubicBezTo>
                          <a:pt x="708" y="183"/>
                          <a:pt x="720" y="169"/>
                          <a:pt x="735" y="146"/>
                        </a:cubicBezTo>
                        <a:cubicBezTo>
                          <a:pt x="750" y="53"/>
                          <a:pt x="750" y="26"/>
                          <a:pt x="750" y="64"/>
                        </a:cubicBezTo>
                        <a:lnTo>
                          <a:pt x="786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230" name="Group 86"/>
                <p:cNvGrpSpPr>
                  <a:grpSpLocks/>
                </p:cNvGrpSpPr>
                <p:nvPr/>
              </p:nvGrpSpPr>
              <p:grpSpPr bwMode="auto">
                <a:xfrm>
                  <a:off x="8845" y="3425"/>
                  <a:ext cx="842" cy="702"/>
                  <a:chOff x="7012" y="3240"/>
                  <a:chExt cx="842" cy="702"/>
                </a:xfrm>
              </p:grpSpPr>
              <p:sp>
                <p:nvSpPr>
                  <p:cNvPr id="233" name="Freeform 87"/>
                  <p:cNvSpPr>
                    <a:spLocks/>
                  </p:cNvSpPr>
                  <p:nvPr/>
                </p:nvSpPr>
                <p:spPr bwMode="auto">
                  <a:xfrm>
                    <a:off x="7020" y="3240"/>
                    <a:ext cx="826" cy="612"/>
                  </a:xfrm>
                  <a:custGeom>
                    <a:avLst/>
                    <a:gdLst>
                      <a:gd name="T0" fmla="*/ 75 w 826"/>
                      <a:gd name="T1" fmla="*/ 158 h 612"/>
                      <a:gd name="T2" fmla="*/ 143 w 826"/>
                      <a:gd name="T3" fmla="*/ 120 h 612"/>
                      <a:gd name="T4" fmla="*/ 158 w 826"/>
                      <a:gd name="T5" fmla="*/ 98 h 612"/>
                      <a:gd name="T6" fmla="*/ 203 w 826"/>
                      <a:gd name="T7" fmla="*/ 68 h 612"/>
                      <a:gd name="T8" fmla="*/ 330 w 826"/>
                      <a:gd name="T9" fmla="*/ 0 h 612"/>
                      <a:gd name="T10" fmla="*/ 428 w 826"/>
                      <a:gd name="T11" fmla="*/ 8 h 612"/>
                      <a:gd name="T12" fmla="*/ 563 w 826"/>
                      <a:gd name="T13" fmla="*/ 98 h 612"/>
                      <a:gd name="T14" fmla="*/ 578 w 826"/>
                      <a:gd name="T15" fmla="*/ 120 h 612"/>
                      <a:gd name="T16" fmla="*/ 600 w 826"/>
                      <a:gd name="T17" fmla="*/ 135 h 612"/>
                      <a:gd name="T18" fmla="*/ 608 w 826"/>
                      <a:gd name="T19" fmla="*/ 158 h 612"/>
                      <a:gd name="T20" fmla="*/ 630 w 826"/>
                      <a:gd name="T21" fmla="*/ 203 h 612"/>
                      <a:gd name="T22" fmla="*/ 720 w 826"/>
                      <a:gd name="T23" fmla="*/ 255 h 612"/>
                      <a:gd name="T24" fmla="*/ 818 w 826"/>
                      <a:gd name="T25" fmla="*/ 398 h 612"/>
                      <a:gd name="T26" fmla="*/ 825 w 826"/>
                      <a:gd name="T27" fmla="*/ 585 h 612"/>
                      <a:gd name="T28" fmla="*/ 818 w 826"/>
                      <a:gd name="T29" fmla="*/ 608 h 612"/>
                      <a:gd name="T30" fmla="*/ 780 w 826"/>
                      <a:gd name="T31" fmla="*/ 600 h 612"/>
                      <a:gd name="T32" fmla="*/ 735 w 826"/>
                      <a:gd name="T33" fmla="*/ 525 h 612"/>
                      <a:gd name="T34" fmla="*/ 525 w 826"/>
                      <a:gd name="T35" fmla="*/ 495 h 612"/>
                      <a:gd name="T36" fmla="*/ 458 w 826"/>
                      <a:gd name="T37" fmla="*/ 435 h 612"/>
                      <a:gd name="T38" fmla="*/ 398 w 826"/>
                      <a:gd name="T39" fmla="*/ 368 h 612"/>
                      <a:gd name="T40" fmla="*/ 150 w 826"/>
                      <a:gd name="T41" fmla="*/ 300 h 612"/>
                      <a:gd name="T42" fmla="*/ 98 w 826"/>
                      <a:gd name="T43" fmla="*/ 285 h 612"/>
                      <a:gd name="T44" fmla="*/ 53 w 826"/>
                      <a:gd name="T45" fmla="*/ 255 h 612"/>
                      <a:gd name="T46" fmla="*/ 0 w 826"/>
                      <a:gd name="T47" fmla="*/ 188 h 612"/>
                      <a:gd name="T48" fmla="*/ 75 w 826"/>
                      <a:gd name="T49" fmla="*/ 158 h 612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826"/>
                      <a:gd name="T76" fmla="*/ 0 h 612"/>
                      <a:gd name="T77" fmla="*/ 826 w 826"/>
                      <a:gd name="T78" fmla="*/ 612 h 612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826" h="612">
                        <a:moveTo>
                          <a:pt x="75" y="158"/>
                        </a:moveTo>
                        <a:cubicBezTo>
                          <a:pt x="98" y="143"/>
                          <a:pt x="120" y="135"/>
                          <a:pt x="143" y="120"/>
                        </a:cubicBezTo>
                        <a:cubicBezTo>
                          <a:pt x="148" y="113"/>
                          <a:pt x="151" y="104"/>
                          <a:pt x="158" y="98"/>
                        </a:cubicBezTo>
                        <a:cubicBezTo>
                          <a:pt x="172" y="86"/>
                          <a:pt x="203" y="68"/>
                          <a:pt x="203" y="68"/>
                        </a:cubicBezTo>
                        <a:cubicBezTo>
                          <a:pt x="230" y="27"/>
                          <a:pt x="285" y="16"/>
                          <a:pt x="330" y="0"/>
                        </a:cubicBezTo>
                        <a:cubicBezTo>
                          <a:pt x="363" y="3"/>
                          <a:pt x="396" y="2"/>
                          <a:pt x="428" y="8"/>
                        </a:cubicBezTo>
                        <a:cubicBezTo>
                          <a:pt x="456" y="13"/>
                          <a:pt x="529" y="81"/>
                          <a:pt x="563" y="98"/>
                        </a:cubicBezTo>
                        <a:cubicBezTo>
                          <a:pt x="568" y="105"/>
                          <a:pt x="572" y="114"/>
                          <a:pt x="578" y="120"/>
                        </a:cubicBezTo>
                        <a:cubicBezTo>
                          <a:pt x="584" y="126"/>
                          <a:pt x="595" y="128"/>
                          <a:pt x="600" y="135"/>
                        </a:cubicBezTo>
                        <a:cubicBezTo>
                          <a:pt x="605" y="141"/>
                          <a:pt x="605" y="151"/>
                          <a:pt x="608" y="158"/>
                        </a:cubicBezTo>
                        <a:cubicBezTo>
                          <a:pt x="615" y="173"/>
                          <a:pt x="619" y="191"/>
                          <a:pt x="630" y="203"/>
                        </a:cubicBezTo>
                        <a:cubicBezTo>
                          <a:pt x="650" y="226"/>
                          <a:pt x="690" y="245"/>
                          <a:pt x="720" y="255"/>
                        </a:cubicBezTo>
                        <a:cubicBezTo>
                          <a:pt x="763" y="298"/>
                          <a:pt x="798" y="340"/>
                          <a:pt x="818" y="398"/>
                        </a:cubicBezTo>
                        <a:cubicBezTo>
                          <a:pt x="820" y="460"/>
                          <a:pt x="825" y="523"/>
                          <a:pt x="825" y="585"/>
                        </a:cubicBezTo>
                        <a:cubicBezTo>
                          <a:pt x="825" y="593"/>
                          <a:pt x="826" y="605"/>
                          <a:pt x="818" y="608"/>
                        </a:cubicBezTo>
                        <a:cubicBezTo>
                          <a:pt x="806" y="612"/>
                          <a:pt x="793" y="603"/>
                          <a:pt x="780" y="600"/>
                        </a:cubicBezTo>
                        <a:cubicBezTo>
                          <a:pt x="769" y="584"/>
                          <a:pt x="753" y="533"/>
                          <a:pt x="735" y="525"/>
                        </a:cubicBezTo>
                        <a:cubicBezTo>
                          <a:pt x="681" y="500"/>
                          <a:pt x="578" y="499"/>
                          <a:pt x="525" y="495"/>
                        </a:cubicBezTo>
                        <a:cubicBezTo>
                          <a:pt x="503" y="473"/>
                          <a:pt x="478" y="459"/>
                          <a:pt x="458" y="435"/>
                        </a:cubicBezTo>
                        <a:cubicBezTo>
                          <a:pt x="437" y="410"/>
                          <a:pt x="425" y="387"/>
                          <a:pt x="398" y="368"/>
                        </a:cubicBezTo>
                        <a:cubicBezTo>
                          <a:pt x="345" y="286"/>
                          <a:pt x="238" y="305"/>
                          <a:pt x="150" y="300"/>
                        </a:cubicBezTo>
                        <a:cubicBezTo>
                          <a:pt x="133" y="295"/>
                          <a:pt x="114" y="293"/>
                          <a:pt x="98" y="285"/>
                        </a:cubicBezTo>
                        <a:cubicBezTo>
                          <a:pt x="82" y="277"/>
                          <a:pt x="53" y="255"/>
                          <a:pt x="53" y="255"/>
                        </a:cubicBezTo>
                        <a:cubicBezTo>
                          <a:pt x="44" y="194"/>
                          <a:pt x="49" y="203"/>
                          <a:pt x="0" y="188"/>
                        </a:cubicBezTo>
                        <a:cubicBezTo>
                          <a:pt x="38" y="163"/>
                          <a:pt x="14" y="176"/>
                          <a:pt x="75" y="15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34" name="Freeform 88"/>
                  <p:cNvSpPr>
                    <a:spLocks/>
                  </p:cNvSpPr>
                  <p:nvPr/>
                </p:nvSpPr>
                <p:spPr bwMode="auto">
                  <a:xfrm>
                    <a:off x="7012" y="3337"/>
                    <a:ext cx="842" cy="605"/>
                  </a:xfrm>
                  <a:custGeom>
                    <a:avLst/>
                    <a:gdLst>
                      <a:gd name="T0" fmla="*/ 1 w 842"/>
                      <a:gd name="T1" fmla="*/ 76 h 605"/>
                      <a:gd name="T2" fmla="*/ 166 w 842"/>
                      <a:gd name="T3" fmla="*/ 46 h 605"/>
                      <a:gd name="T4" fmla="*/ 413 w 842"/>
                      <a:gd name="T5" fmla="*/ 31 h 605"/>
                      <a:gd name="T6" fmla="*/ 533 w 842"/>
                      <a:gd name="T7" fmla="*/ 151 h 605"/>
                      <a:gd name="T8" fmla="*/ 653 w 842"/>
                      <a:gd name="T9" fmla="*/ 241 h 605"/>
                      <a:gd name="T10" fmla="*/ 818 w 842"/>
                      <a:gd name="T11" fmla="*/ 473 h 605"/>
                      <a:gd name="T12" fmla="*/ 788 w 842"/>
                      <a:gd name="T13" fmla="*/ 526 h 605"/>
                      <a:gd name="T14" fmla="*/ 601 w 842"/>
                      <a:gd name="T15" fmla="*/ 436 h 605"/>
                      <a:gd name="T16" fmla="*/ 541 w 842"/>
                      <a:gd name="T17" fmla="*/ 421 h 605"/>
                      <a:gd name="T18" fmla="*/ 496 w 842"/>
                      <a:gd name="T19" fmla="*/ 391 h 605"/>
                      <a:gd name="T20" fmla="*/ 443 w 842"/>
                      <a:gd name="T21" fmla="*/ 331 h 605"/>
                      <a:gd name="T22" fmla="*/ 53 w 842"/>
                      <a:gd name="T23" fmla="*/ 233 h 605"/>
                      <a:gd name="T24" fmla="*/ 16 w 842"/>
                      <a:gd name="T25" fmla="*/ 106 h 605"/>
                      <a:gd name="T26" fmla="*/ 1 w 842"/>
                      <a:gd name="T27" fmla="*/ 76 h 605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842"/>
                      <a:gd name="T43" fmla="*/ 0 h 605"/>
                      <a:gd name="T44" fmla="*/ 842 w 842"/>
                      <a:gd name="T45" fmla="*/ 605 h 605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842" h="605">
                        <a:moveTo>
                          <a:pt x="1" y="76"/>
                        </a:moveTo>
                        <a:cubicBezTo>
                          <a:pt x="156" y="65"/>
                          <a:pt x="73" y="68"/>
                          <a:pt x="166" y="46"/>
                        </a:cubicBezTo>
                        <a:cubicBezTo>
                          <a:pt x="258" y="0"/>
                          <a:pt x="255" y="25"/>
                          <a:pt x="413" y="31"/>
                        </a:cubicBezTo>
                        <a:cubicBezTo>
                          <a:pt x="469" y="48"/>
                          <a:pt x="490" y="115"/>
                          <a:pt x="533" y="151"/>
                        </a:cubicBezTo>
                        <a:cubicBezTo>
                          <a:pt x="571" y="183"/>
                          <a:pt x="616" y="207"/>
                          <a:pt x="653" y="241"/>
                        </a:cubicBezTo>
                        <a:cubicBezTo>
                          <a:pt x="721" y="303"/>
                          <a:pt x="790" y="384"/>
                          <a:pt x="818" y="473"/>
                        </a:cubicBezTo>
                        <a:cubicBezTo>
                          <a:pt x="824" y="536"/>
                          <a:pt x="842" y="605"/>
                          <a:pt x="788" y="526"/>
                        </a:cubicBezTo>
                        <a:cubicBezTo>
                          <a:pt x="755" y="418"/>
                          <a:pt x="728" y="443"/>
                          <a:pt x="601" y="436"/>
                        </a:cubicBezTo>
                        <a:cubicBezTo>
                          <a:pt x="581" y="431"/>
                          <a:pt x="559" y="430"/>
                          <a:pt x="541" y="421"/>
                        </a:cubicBezTo>
                        <a:cubicBezTo>
                          <a:pt x="525" y="413"/>
                          <a:pt x="496" y="391"/>
                          <a:pt x="496" y="391"/>
                        </a:cubicBezTo>
                        <a:cubicBezTo>
                          <a:pt x="461" y="338"/>
                          <a:pt x="481" y="356"/>
                          <a:pt x="443" y="331"/>
                        </a:cubicBezTo>
                        <a:cubicBezTo>
                          <a:pt x="361" y="205"/>
                          <a:pt x="175" y="237"/>
                          <a:pt x="53" y="233"/>
                        </a:cubicBezTo>
                        <a:cubicBezTo>
                          <a:pt x="0" y="216"/>
                          <a:pt x="25" y="156"/>
                          <a:pt x="16" y="106"/>
                        </a:cubicBezTo>
                        <a:cubicBezTo>
                          <a:pt x="0" y="17"/>
                          <a:pt x="1" y="108"/>
                          <a:pt x="1" y="76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35" name="Freeform 89"/>
                  <p:cNvSpPr>
                    <a:spLocks/>
                  </p:cNvSpPr>
                  <p:nvPr/>
                </p:nvSpPr>
                <p:spPr bwMode="auto">
                  <a:xfrm>
                    <a:off x="7088" y="3308"/>
                    <a:ext cx="733" cy="476"/>
                  </a:xfrm>
                  <a:custGeom>
                    <a:avLst/>
                    <a:gdLst>
                      <a:gd name="T0" fmla="*/ 0 w 733"/>
                      <a:gd name="T1" fmla="*/ 97 h 476"/>
                      <a:gd name="T2" fmla="*/ 90 w 733"/>
                      <a:gd name="T3" fmla="*/ 75 h 476"/>
                      <a:gd name="T4" fmla="*/ 112 w 733"/>
                      <a:gd name="T5" fmla="*/ 52 h 476"/>
                      <a:gd name="T6" fmla="*/ 157 w 733"/>
                      <a:gd name="T7" fmla="*/ 22 h 476"/>
                      <a:gd name="T8" fmla="*/ 172 w 733"/>
                      <a:gd name="T9" fmla="*/ 0 h 476"/>
                      <a:gd name="T10" fmla="*/ 135 w 733"/>
                      <a:gd name="T11" fmla="*/ 67 h 476"/>
                      <a:gd name="T12" fmla="*/ 225 w 733"/>
                      <a:gd name="T13" fmla="*/ 195 h 476"/>
                      <a:gd name="T14" fmla="*/ 202 w 733"/>
                      <a:gd name="T15" fmla="*/ 202 h 476"/>
                      <a:gd name="T16" fmla="*/ 195 w 733"/>
                      <a:gd name="T17" fmla="*/ 165 h 476"/>
                      <a:gd name="T18" fmla="*/ 180 w 733"/>
                      <a:gd name="T19" fmla="*/ 142 h 476"/>
                      <a:gd name="T20" fmla="*/ 165 w 733"/>
                      <a:gd name="T21" fmla="*/ 97 h 476"/>
                      <a:gd name="T22" fmla="*/ 142 w 733"/>
                      <a:gd name="T23" fmla="*/ 82 h 476"/>
                      <a:gd name="T24" fmla="*/ 330 w 733"/>
                      <a:gd name="T25" fmla="*/ 15 h 476"/>
                      <a:gd name="T26" fmla="*/ 337 w 733"/>
                      <a:gd name="T27" fmla="*/ 7 h 476"/>
                      <a:gd name="T28" fmla="*/ 292 w 733"/>
                      <a:gd name="T29" fmla="*/ 37 h 476"/>
                      <a:gd name="T30" fmla="*/ 315 w 733"/>
                      <a:gd name="T31" fmla="*/ 52 h 476"/>
                      <a:gd name="T32" fmla="*/ 330 w 733"/>
                      <a:gd name="T33" fmla="*/ 195 h 476"/>
                      <a:gd name="T34" fmla="*/ 322 w 733"/>
                      <a:gd name="T35" fmla="*/ 120 h 476"/>
                      <a:gd name="T36" fmla="*/ 330 w 733"/>
                      <a:gd name="T37" fmla="*/ 67 h 476"/>
                      <a:gd name="T38" fmla="*/ 375 w 733"/>
                      <a:gd name="T39" fmla="*/ 135 h 476"/>
                      <a:gd name="T40" fmla="*/ 405 w 733"/>
                      <a:gd name="T41" fmla="*/ 142 h 476"/>
                      <a:gd name="T42" fmla="*/ 510 w 733"/>
                      <a:gd name="T43" fmla="*/ 150 h 476"/>
                      <a:gd name="T44" fmla="*/ 487 w 733"/>
                      <a:gd name="T45" fmla="*/ 172 h 476"/>
                      <a:gd name="T46" fmla="*/ 420 w 733"/>
                      <a:gd name="T47" fmla="*/ 142 h 476"/>
                      <a:gd name="T48" fmla="*/ 442 w 733"/>
                      <a:gd name="T49" fmla="*/ 225 h 476"/>
                      <a:gd name="T50" fmla="*/ 450 w 733"/>
                      <a:gd name="T51" fmla="*/ 277 h 476"/>
                      <a:gd name="T52" fmla="*/ 457 w 733"/>
                      <a:gd name="T53" fmla="*/ 300 h 476"/>
                      <a:gd name="T54" fmla="*/ 450 w 733"/>
                      <a:gd name="T55" fmla="*/ 262 h 476"/>
                      <a:gd name="T56" fmla="*/ 442 w 733"/>
                      <a:gd name="T57" fmla="*/ 210 h 476"/>
                      <a:gd name="T58" fmla="*/ 450 w 733"/>
                      <a:gd name="T59" fmla="*/ 172 h 476"/>
                      <a:gd name="T60" fmla="*/ 480 w 733"/>
                      <a:gd name="T61" fmla="*/ 210 h 476"/>
                      <a:gd name="T62" fmla="*/ 502 w 733"/>
                      <a:gd name="T63" fmla="*/ 217 h 476"/>
                      <a:gd name="T64" fmla="*/ 562 w 733"/>
                      <a:gd name="T65" fmla="*/ 270 h 476"/>
                      <a:gd name="T66" fmla="*/ 600 w 733"/>
                      <a:gd name="T67" fmla="*/ 375 h 476"/>
                      <a:gd name="T68" fmla="*/ 592 w 733"/>
                      <a:gd name="T69" fmla="*/ 352 h 476"/>
                      <a:gd name="T70" fmla="*/ 652 w 733"/>
                      <a:gd name="T71" fmla="*/ 292 h 476"/>
                      <a:gd name="T72" fmla="*/ 690 w 733"/>
                      <a:gd name="T73" fmla="*/ 330 h 476"/>
                      <a:gd name="T74" fmla="*/ 667 w 733"/>
                      <a:gd name="T75" fmla="*/ 322 h 476"/>
                      <a:gd name="T76" fmla="*/ 622 w 733"/>
                      <a:gd name="T77" fmla="*/ 315 h 476"/>
                      <a:gd name="T78" fmla="*/ 660 w 733"/>
                      <a:gd name="T79" fmla="*/ 382 h 476"/>
                      <a:gd name="T80" fmla="*/ 690 w 733"/>
                      <a:gd name="T81" fmla="*/ 465 h 476"/>
                      <a:gd name="T82" fmla="*/ 733 w 733"/>
                      <a:gd name="T83" fmla="*/ 476 h 47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733"/>
                      <a:gd name="T127" fmla="*/ 0 h 476"/>
                      <a:gd name="T128" fmla="*/ 733 w 733"/>
                      <a:gd name="T129" fmla="*/ 476 h 47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733" h="476">
                        <a:moveTo>
                          <a:pt x="0" y="97"/>
                        </a:moveTo>
                        <a:cubicBezTo>
                          <a:pt x="33" y="92"/>
                          <a:pt x="58" y="85"/>
                          <a:pt x="90" y="75"/>
                        </a:cubicBezTo>
                        <a:cubicBezTo>
                          <a:pt x="97" y="67"/>
                          <a:pt x="104" y="59"/>
                          <a:pt x="112" y="52"/>
                        </a:cubicBezTo>
                        <a:cubicBezTo>
                          <a:pt x="126" y="41"/>
                          <a:pt x="157" y="22"/>
                          <a:pt x="157" y="22"/>
                        </a:cubicBezTo>
                        <a:cubicBezTo>
                          <a:pt x="162" y="15"/>
                          <a:pt x="172" y="0"/>
                          <a:pt x="172" y="0"/>
                        </a:cubicBezTo>
                        <a:cubicBezTo>
                          <a:pt x="163" y="28"/>
                          <a:pt x="144" y="39"/>
                          <a:pt x="135" y="67"/>
                        </a:cubicBezTo>
                        <a:cubicBezTo>
                          <a:pt x="184" y="100"/>
                          <a:pt x="179" y="165"/>
                          <a:pt x="225" y="195"/>
                        </a:cubicBezTo>
                        <a:cubicBezTo>
                          <a:pt x="217" y="197"/>
                          <a:pt x="208" y="208"/>
                          <a:pt x="202" y="202"/>
                        </a:cubicBezTo>
                        <a:cubicBezTo>
                          <a:pt x="193" y="193"/>
                          <a:pt x="199" y="177"/>
                          <a:pt x="195" y="165"/>
                        </a:cubicBezTo>
                        <a:cubicBezTo>
                          <a:pt x="192" y="156"/>
                          <a:pt x="184" y="150"/>
                          <a:pt x="180" y="142"/>
                        </a:cubicBezTo>
                        <a:cubicBezTo>
                          <a:pt x="173" y="128"/>
                          <a:pt x="175" y="109"/>
                          <a:pt x="165" y="97"/>
                        </a:cubicBezTo>
                        <a:cubicBezTo>
                          <a:pt x="159" y="90"/>
                          <a:pt x="150" y="87"/>
                          <a:pt x="142" y="82"/>
                        </a:cubicBezTo>
                        <a:cubicBezTo>
                          <a:pt x="194" y="48"/>
                          <a:pt x="270" y="33"/>
                          <a:pt x="330" y="15"/>
                        </a:cubicBezTo>
                        <a:cubicBezTo>
                          <a:pt x="332" y="12"/>
                          <a:pt x="340" y="5"/>
                          <a:pt x="337" y="7"/>
                        </a:cubicBezTo>
                        <a:cubicBezTo>
                          <a:pt x="322" y="17"/>
                          <a:pt x="292" y="37"/>
                          <a:pt x="292" y="37"/>
                        </a:cubicBezTo>
                        <a:cubicBezTo>
                          <a:pt x="300" y="42"/>
                          <a:pt x="310" y="44"/>
                          <a:pt x="315" y="52"/>
                        </a:cubicBezTo>
                        <a:cubicBezTo>
                          <a:pt x="339" y="94"/>
                          <a:pt x="330" y="147"/>
                          <a:pt x="330" y="195"/>
                        </a:cubicBezTo>
                        <a:cubicBezTo>
                          <a:pt x="330" y="220"/>
                          <a:pt x="325" y="145"/>
                          <a:pt x="322" y="120"/>
                        </a:cubicBezTo>
                        <a:cubicBezTo>
                          <a:pt x="325" y="102"/>
                          <a:pt x="313" y="71"/>
                          <a:pt x="330" y="67"/>
                        </a:cubicBezTo>
                        <a:cubicBezTo>
                          <a:pt x="331" y="67"/>
                          <a:pt x="368" y="124"/>
                          <a:pt x="375" y="135"/>
                        </a:cubicBezTo>
                        <a:cubicBezTo>
                          <a:pt x="381" y="144"/>
                          <a:pt x="395" y="141"/>
                          <a:pt x="405" y="142"/>
                        </a:cubicBezTo>
                        <a:cubicBezTo>
                          <a:pt x="440" y="146"/>
                          <a:pt x="475" y="147"/>
                          <a:pt x="510" y="150"/>
                        </a:cubicBezTo>
                        <a:cubicBezTo>
                          <a:pt x="560" y="166"/>
                          <a:pt x="507" y="166"/>
                          <a:pt x="487" y="172"/>
                        </a:cubicBezTo>
                        <a:cubicBezTo>
                          <a:pt x="463" y="164"/>
                          <a:pt x="444" y="151"/>
                          <a:pt x="420" y="142"/>
                        </a:cubicBezTo>
                        <a:cubicBezTo>
                          <a:pt x="447" y="183"/>
                          <a:pt x="432" y="154"/>
                          <a:pt x="442" y="225"/>
                        </a:cubicBezTo>
                        <a:cubicBezTo>
                          <a:pt x="444" y="242"/>
                          <a:pt x="447" y="260"/>
                          <a:pt x="450" y="277"/>
                        </a:cubicBezTo>
                        <a:cubicBezTo>
                          <a:pt x="452" y="285"/>
                          <a:pt x="457" y="308"/>
                          <a:pt x="457" y="300"/>
                        </a:cubicBezTo>
                        <a:cubicBezTo>
                          <a:pt x="457" y="287"/>
                          <a:pt x="452" y="275"/>
                          <a:pt x="450" y="262"/>
                        </a:cubicBezTo>
                        <a:cubicBezTo>
                          <a:pt x="447" y="245"/>
                          <a:pt x="445" y="227"/>
                          <a:pt x="442" y="210"/>
                        </a:cubicBezTo>
                        <a:cubicBezTo>
                          <a:pt x="445" y="197"/>
                          <a:pt x="440" y="180"/>
                          <a:pt x="450" y="172"/>
                        </a:cubicBezTo>
                        <a:cubicBezTo>
                          <a:pt x="468" y="158"/>
                          <a:pt x="479" y="209"/>
                          <a:pt x="480" y="210"/>
                        </a:cubicBezTo>
                        <a:cubicBezTo>
                          <a:pt x="485" y="215"/>
                          <a:pt x="495" y="215"/>
                          <a:pt x="502" y="217"/>
                        </a:cubicBezTo>
                        <a:cubicBezTo>
                          <a:pt x="527" y="233"/>
                          <a:pt x="537" y="253"/>
                          <a:pt x="562" y="270"/>
                        </a:cubicBezTo>
                        <a:cubicBezTo>
                          <a:pt x="581" y="298"/>
                          <a:pt x="600" y="340"/>
                          <a:pt x="600" y="375"/>
                        </a:cubicBezTo>
                        <a:cubicBezTo>
                          <a:pt x="600" y="383"/>
                          <a:pt x="595" y="360"/>
                          <a:pt x="592" y="352"/>
                        </a:cubicBezTo>
                        <a:cubicBezTo>
                          <a:pt x="583" y="272"/>
                          <a:pt x="575" y="280"/>
                          <a:pt x="652" y="292"/>
                        </a:cubicBezTo>
                        <a:cubicBezTo>
                          <a:pt x="656" y="294"/>
                          <a:pt x="697" y="317"/>
                          <a:pt x="690" y="330"/>
                        </a:cubicBezTo>
                        <a:cubicBezTo>
                          <a:pt x="686" y="337"/>
                          <a:pt x="675" y="325"/>
                          <a:pt x="667" y="322"/>
                        </a:cubicBezTo>
                        <a:cubicBezTo>
                          <a:pt x="655" y="283"/>
                          <a:pt x="645" y="280"/>
                          <a:pt x="622" y="315"/>
                        </a:cubicBezTo>
                        <a:cubicBezTo>
                          <a:pt x="637" y="337"/>
                          <a:pt x="645" y="360"/>
                          <a:pt x="660" y="382"/>
                        </a:cubicBezTo>
                        <a:cubicBezTo>
                          <a:pt x="669" y="410"/>
                          <a:pt x="690" y="465"/>
                          <a:pt x="690" y="465"/>
                        </a:cubicBezTo>
                        <a:lnTo>
                          <a:pt x="733" y="476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231" name="Freeform 90"/>
                <p:cNvSpPr>
                  <a:spLocks/>
                </p:cNvSpPr>
                <p:nvPr/>
              </p:nvSpPr>
              <p:spPr bwMode="auto">
                <a:xfrm>
                  <a:off x="7128" y="3583"/>
                  <a:ext cx="1446" cy="566"/>
                </a:xfrm>
                <a:custGeom>
                  <a:avLst/>
                  <a:gdLst>
                    <a:gd name="T0" fmla="*/ 1343 w 1446"/>
                    <a:gd name="T1" fmla="*/ 0 h 566"/>
                    <a:gd name="T2" fmla="*/ 0 w 1446"/>
                    <a:gd name="T3" fmla="*/ 465 h 566"/>
                    <a:gd name="T4" fmla="*/ 6 w 1446"/>
                    <a:gd name="T5" fmla="*/ 566 h 566"/>
                    <a:gd name="T6" fmla="*/ 1446 w 1446"/>
                    <a:gd name="T7" fmla="*/ 26 h 566"/>
                    <a:gd name="T8" fmla="*/ 1343 w 1446"/>
                    <a:gd name="T9" fmla="*/ 0 h 5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46"/>
                    <a:gd name="T16" fmla="*/ 0 h 566"/>
                    <a:gd name="T17" fmla="*/ 1446 w 1446"/>
                    <a:gd name="T18" fmla="*/ 566 h 56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46" h="566">
                      <a:moveTo>
                        <a:pt x="1343" y="0"/>
                      </a:moveTo>
                      <a:lnTo>
                        <a:pt x="0" y="465"/>
                      </a:lnTo>
                      <a:lnTo>
                        <a:pt x="6" y="566"/>
                      </a:lnTo>
                      <a:lnTo>
                        <a:pt x="1446" y="26"/>
                      </a:lnTo>
                      <a:lnTo>
                        <a:pt x="1343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232" name="Freeform 91"/>
                <p:cNvSpPr>
                  <a:spLocks/>
                </p:cNvSpPr>
                <p:nvPr/>
              </p:nvSpPr>
              <p:spPr bwMode="auto">
                <a:xfrm>
                  <a:off x="7101" y="4052"/>
                  <a:ext cx="63" cy="102"/>
                </a:xfrm>
                <a:custGeom>
                  <a:avLst/>
                  <a:gdLst>
                    <a:gd name="T0" fmla="*/ 27 w 63"/>
                    <a:gd name="T1" fmla="*/ 0 h 102"/>
                    <a:gd name="T2" fmla="*/ 3 w 63"/>
                    <a:gd name="T3" fmla="*/ 30 h 102"/>
                    <a:gd name="T4" fmla="*/ 0 w 63"/>
                    <a:gd name="T5" fmla="*/ 57 h 102"/>
                    <a:gd name="T6" fmla="*/ 9 w 63"/>
                    <a:gd name="T7" fmla="*/ 84 h 102"/>
                    <a:gd name="T8" fmla="*/ 36 w 63"/>
                    <a:gd name="T9" fmla="*/ 102 h 102"/>
                    <a:gd name="T10" fmla="*/ 54 w 63"/>
                    <a:gd name="T11" fmla="*/ 72 h 102"/>
                    <a:gd name="T12" fmla="*/ 63 w 63"/>
                    <a:gd name="T13" fmla="*/ 36 h 102"/>
                    <a:gd name="T14" fmla="*/ 48 w 63"/>
                    <a:gd name="T15" fmla="*/ 18 h 102"/>
                    <a:gd name="T16" fmla="*/ 27 w 63"/>
                    <a:gd name="T17" fmla="*/ 0 h 10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63"/>
                    <a:gd name="T28" fmla="*/ 0 h 102"/>
                    <a:gd name="T29" fmla="*/ 63 w 63"/>
                    <a:gd name="T30" fmla="*/ 102 h 10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63" h="102">
                      <a:moveTo>
                        <a:pt x="27" y="0"/>
                      </a:moveTo>
                      <a:lnTo>
                        <a:pt x="3" y="30"/>
                      </a:lnTo>
                      <a:lnTo>
                        <a:pt x="0" y="57"/>
                      </a:lnTo>
                      <a:lnTo>
                        <a:pt x="9" y="84"/>
                      </a:lnTo>
                      <a:lnTo>
                        <a:pt x="36" y="102"/>
                      </a:lnTo>
                      <a:lnTo>
                        <a:pt x="54" y="72"/>
                      </a:lnTo>
                      <a:lnTo>
                        <a:pt x="63" y="36"/>
                      </a:lnTo>
                      <a:lnTo>
                        <a:pt x="48" y="18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</p:grpSp>
          <p:grpSp>
            <p:nvGrpSpPr>
              <p:cNvPr id="163" name="Group 92"/>
              <p:cNvGrpSpPr>
                <a:grpSpLocks/>
              </p:cNvGrpSpPr>
              <p:nvPr/>
            </p:nvGrpSpPr>
            <p:grpSpPr bwMode="auto">
              <a:xfrm>
                <a:off x="6401" y="1625"/>
                <a:ext cx="2884" cy="2574"/>
                <a:chOff x="5239" y="724"/>
                <a:chExt cx="3842" cy="3430"/>
              </a:xfrm>
            </p:grpSpPr>
            <p:grpSp>
              <p:nvGrpSpPr>
                <p:cNvPr id="179" name="Group 93"/>
                <p:cNvGrpSpPr>
                  <a:grpSpLocks/>
                </p:cNvGrpSpPr>
                <p:nvPr/>
              </p:nvGrpSpPr>
              <p:grpSpPr bwMode="auto">
                <a:xfrm flipH="1">
                  <a:off x="5861" y="3193"/>
                  <a:ext cx="1037" cy="600"/>
                  <a:chOff x="7451" y="3008"/>
                  <a:chExt cx="1037" cy="600"/>
                </a:xfrm>
              </p:grpSpPr>
              <p:sp>
                <p:nvSpPr>
                  <p:cNvPr id="218" name="Freeform 94"/>
                  <p:cNvSpPr>
                    <a:spLocks/>
                  </p:cNvSpPr>
                  <p:nvPr/>
                </p:nvSpPr>
                <p:spPr bwMode="auto">
                  <a:xfrm>
                    <a:off x="7455" y="3008"/>
                    <a:ext cx="1033" cy="579"/>
                  </a:xfrm>
                  <a:custGeom>
                    <a:avLst/>
                    <a:gdLst>
                      <a:gd name="T0" fmla="*/ 0 w 1033"/>
                      <a:gd name="T1" fmla="*/ 232 h 579"/>
                      <a:gd name="T2" fmla="*/ 38 w 1033"/>
                      <a:gd name="T3" fmla="*/ 180 h 579"/>
                      <a:gd name="T4" fmla="*/ 98 w 1033"/>
                      <a:gd name="T5" fmla="*/ 120 h 579"/>
                      <a:gd name="T6" fmla="*/ 128 w 1033"/>
                      <a:gd name="T7" fmla="*/ 90 h 579"/>
                      <a:gd name="T8" fmla="*/ 143 w 1033"/>
                      <a:gd name="T9" fmla="*/ 67 h 579"/>
                      <a:gd name="T10" fmla="*/ 240 w 1033"/>
                      <a:gd name="T11" fmla="*/ 37 h 579"/>
                      <a:gd name="T12" fmla="*/ 405 w 1033"/>
                      <a:gd name="T13" fmla="*/ 0 h 579"/>
                      <a:gd name="T14" fmla="*/ 623 w 1033"/>
                      <a:gd name="T15" fmla="*/ 75 h 579"/>
                      <a:gd name="T16" fmla="*/ 705 w 1033"/>
                      <a:gd name="T17" fmla="*/ 150 h 579"/>
                      <a:gd name="T18" fmla="*/ 728 w 1033"/>
                      <a:gd name="T19" fmla="*/ 202 h 579"/>
                      <a:gd name="T20" fmla="*/ 900 w 1033"/>
                      <a:gd name="T21" fmla="*/ 262 h 579"/>
                      <a:gd name="T22" fmla="*/ 953 w 1033"/>
                      <a:gd name="T23" fmla="*/ 315 h 579"/>
                      <a:gd name="T24" fmla="*/ 975 w 1033"/>
                      <a:gd name="T25" fmla="*/ 367 h 579"/>
                      <a:gd name="T26" fmla="*/ 1013 w 1033"/>
                      <a:gd name="T27" fmla="*/ 525 h 579"/>
                      <a:gd name="T28" fmla="*/ 998 w 1033"/>
                      <a:gd name="T29" fmla="*/ 562 h 579"/>
                      <a:gd name="T30" fmla="*/ 840 w 1033"/>
                      <a:gd name="T31" fmla="*/ 427 h 579"/>
                      <a:gd name="T32" fmla="*/ 698 w 1033"/>
                      <a:gd name="T33" fmla="*/ 352 h 579"/>
                      <a:gd name="T34" fmla="*/ 570 w 1033"/>
                      <a:gd name="T35" fmla="*/ 330 h 579"/>
                      <a:gd name="T36" fmla="*/ 315 w 1033"/>
                      <a:gd name="T37" fmla="*/ 292 h 579"/>
                      <a:gd name="T38" fmla="*/ 263 w 1033"/>
                      <a:gd name="T39" fmla="*/ 255 h 579"/>
                      <a:gd name="T40" fmla="*/ 203 w 1033"/>
                      <a:gd name="T41" fmla="*/ 247 h 579"/>
                      <a:gd name="T42" fmla="*/ 0 w 1033"/>
                      <a:gd name="T43" fmla="*/ 232 h 579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033"/>
                      <a:gd name="T67" fmla="*/ 0 h 579"/>
                      <a:gd name="T68" fmla="*/ 1033 w 1033"/>
                      <a:gd name="T69" fmla="*/ 579 h 579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033" h="579">
                        <a:moveTo>
                          <a:pt x="0" y="232"/>
                        </a:moveTo>
                        <a:cubicBezTo>
                          <a:pt x="12" y="199"/>
                          <a:pt x="2" y="191"/>
                          <a:pt x="38" y="180"/>
                        </a:cubicBezTo>
                        <a:cubicBezTo>
                          <a:pt x="55" y="154"/>
                          <a:pt x="72" y="137"/>
                          <a:pt x="98" y="120"/>
                        </a:cubicBezTo>
                        <a:cubicBezTo>
                          <a:pt x="113" y="70"/>
                          <a:pt x="91" y="119"/>
                          <a:pt x="128" y="90"/>
                        </a:cubicBezTo>
                        <a:cubicBezTo>
                          <a:pt x="135" y="84"/>
                          <a:pt x="135" y="72"/>
                          <a:pt x="143" y="67"/>
                        </a:cubicBezTo>
                        <a:cubicBezTo>
                          <a:pt x="176" y="45"/>
                          <a:pt x="203" y="44"/>
                          <a:pt x="240" y="37"/>
                        </a:cubicBezTo>
                        <a:cubicBezTo>
                          <a:pt x="300" y="15"/>
                          <a:pt x="341" y="7"/>
                          <a:pt x="405" y="0"/>
                        </a:cubicBezTo>
                        <a:cubicBezTo>
                          <a:pt x="429" y="7"/>
                          <a:pt x="580" y="36"/>
                          <a:pt x="623" y="75"/>
                        </a:cubicBezTo>
                        <a:cubicBezTo>
                          <a:pt x="718" y="161"/>
                          <a:pt x="651" y="113"/>
                          <a:pt x="705" y="150"/>
                        </a:cubicBezTo>
                        <a:cubicBezTo>
                          <a:pt x="713" y="167"/>
                          <a:pt x="717" y="187"/>
                          <a:pt x="728" y="202"/>
                        </a:cubicBezTo>
                        <a:cubicBezTo>
                          <a:pt x="758" y="245"/>
                          <a:pt x="852" y="255"/>
                          <a:pt x="900" y="262"/>
                        </a:cubicBezTo>
                        <a:cubicBezTo>
                          <a:pt x="934" y="274"/>
                          <a:pt x="926" y="288"/>
                          <a:pt x="953" y="315"/>
                        </a:cubicBezTo>
                        <a:cubicBezTo>
                          <a:pt x="971" y="394"/>
                          <a:pt x="946" y="302"/>
                          <a:pt x="975" y="367"/>
                        </a:cubicBezTo>
                        <a:cubicBezTo>
                          <a:pt x="996" y="414"/>
                          <a:pt x="1003" y="476"/>
                          <a:pt x="1013" y="525"/>
                        </a:cubicBezTo>
                        <a:cubicBezTo>
                          <a:pt x="1024" y="579"/>
                          <a:pt x="1033" y="575"/>
                          <a:pt x="998" y="562"/>
                        </a:cubicBezTo>
                        <a:cubicBezTo>
                          <a:pt x="946" y="484"/>
                          <a:pt x="934" y="452"/>
                          <a:pt x="840" y="427"/>
                        </a:cubicBezTo>
                        <a:cubicBezTo>
                          <a:pt x="817" y="356"/>
                          <a:pt x="766" y="359"/>
                          <a:pt x="698" y="352"/>
                        </a:cubicBezTo>
                        <a:cubicBezTo>
                          <a:pt x="649" y="337"/>
                          <a:pt x="630" y="335"/>
                          <a:pt x="570" y="330"/>
                        </a:cubicBezTo>
                        <a:cubicBezTo>
                          <a:pt x="509" y="236"/>
                          <a:pt x="585" y="340"/>
                          <a:pt x="315" y="292"/>
                        </a:cubicBezTo>
                        <a:cubicBezTo>
                          <a:pt x="294" y="288"/>
                          <a:pt x="280" y="267"/>
                          <a:pt x="263" y="255"/>
                        </a:cubicBezTo>
                        <a:cubicBezTo>
                          <a:pt x="247" y="243"/>
                          <a:pt x="223" y="249"/>
                          <a:pt x="203" y="247"/>
                        </a:cubicBezTo>
                        <a:cubicBezTo>
                          <a:pt x="135" y="241"/>
                          <a:pt x="68" y="237"/>
                          <a:pt x="0" y="232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9" name="Freeform 95"/>
                  <p:cNvSpPr>
                    <a:spLocks/>
                  </p:cNvSpPr>
                  <p:nvPr/>
                </p:nvSpPr>
                <p:spPr bwMode="auto">
                  <a:xfrm>
                    <a:off x="7451" y="3195"/>
                    <a:ext cx="1029" cy="413"/>
                  </a:xfrm>
                  <a:custGeom>
                    <a:avLst/>
                    <a:gdLst>
                      <a:gd name="T0" fmla="*/ 19 w 1029"/>
                      <a:gd name="T1" fmla="*/ 38 h 413"/>
                      <a:gd name="T2" fmla="*/ 124 w 1029"/>
                      <a:gd name="T3" fmla="*/ 0 h 413"/>
                      <a:gd name="T4" fmla="*/ 484 w 1029"/>
                      <a:gd name="T5" fmla="*/ 23 h 413"/>
                      <a:gd name="T6" fmla="*/ 574 w 1029"/>
                      <a:gd name="T7" fmla="*/ 60 h 413"/>
                      <a:gd name="T8" fmla="*/ 574 w 1029"/>
                      <a:gd name="T9" fmla="*/ 60 h 413"/>
                      <a:gd name="T10" fmla="*/ 709 w 1029"/>
                      <a:gd name="T11" fmla="*/ 105 h 413"/>
                      <a:gd name="T12" fmla="*/ 912 w 1029"/>
                      <a:gd name="T13" fmla="*/ 165 h 413"/>
                      <a:gd name="T14" fmla="*/ 1009 w 1029"/>
                      <a:gd name="T15" fmla="*/ 345 h 413"/>
                      <a:gd name="T16" fmla="*/ 1017 w 1029"/>
                      <a:gd name="T17" fmla="*/ 413 h 413"/>
                      <a:gd name="T18" fmla="*/ 972 w 1029"/>
                      <a:gd name="T19" fmla="*/ 398 h 413"/>
                      <a:gd name="T20" fmla="*/ 949 w 1029"/>
                      <a:gd name="T21" fmla="*/ 383 h 413"/>
                      <a:gd name="T22" fmla="*/ 679 w 1029"/>
                      <a:gd name="T23" fmla="*/ 330 h 413"/>
                      <a:gd name="T24" fmla="*/ 522 w 1029"/>
                      <a:gd name="T25" fmla="*/ 315 h 413"/>
                      <a:gd name="T26" fmla="*/ 432 w 1029"/>
                      <a:gd name="T27" fmla="*/ 293 h 413"/>
                      <a:gd name="T28" fmla="*/ 379 w 1029"/>
                      <a:gd name="T29" fmla="*/ 240 h 413"/>
                      <a:gd name="T30" fmla="*/ 222 w 1029"/>
                      <a:gd name="T31" fmla="*/ 180 h 413"/>
                      <a:gd name="T32" fmla="*/ 72 w 1029"/>
                      <a:gd name="T33" fmla="*/ 135 h 413"/>
                      <a:gd name="T34" fmla="*/ 19 w 1029"/>
                      <a:gd name="T35" fmla="*/ 38 h 413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29"/>
                      <a:gd name="T55" fmla="*/ 0 h 413"/>
                      <a:gd name="T56" fmla="*/ 1029 w 1029"/>
                      <a:gd name="T57" fmla="*/ 413 h 413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29" h="413">
                        <a:moveTo>
                          <a:pt x="19" y="38"/>
                        </a:moveTo>
                        <a:cubicBezTo>
                          <a:pt x="56" y="28"/>
                          <a:pt x="86" y="10"/>
                          <a:pt x="124" y="0"/>
                        </a:cubicBezTo>
                        <a:cubicBezTo>
                          <a:pt x="268" y="5"/>
                          <a:pt x="351" y="14"/>
                          <a:pt x="484" y="23"/>
                        </a:cubicBezTo>
                        <a:lnTo>
                          <a:pt x="574" y="60"/>
                        </a:lnTo>
                        <a:cubicBezTo>
                          <a:pt x="574" y="60"/>
                          <a:pt x="574" y="60"/>
                          <a:pt x="574" y="60"/>
                        </a:cubicBezTo>
                        <a:cubicBezTo>
                          <a:pt x="626" y="69"/>
                          <a:pt x="661" y="90"/>
                          <a:pt x="709" y="105"/>
                        </a:cubicBezTo>
                        <a:cubicBezTo>
                          <a:pt x="745" y="161"/>
                          <a:pt x="851" y="158"/>
                          <a:pt x="912" y="165"/>
                        </a:cubicBezTo>
                        <a:cubicBezTo>
                          <a:pt x="946" y="218"/>
                          <a:pt x="958" y="310"/>
                          <a:pt x="1009" y="345"/>
                        </a:cubicBezTo>
                        <a:cubicBezTo>
                          <a:pt x="1027" y="398"/>
                          <a:pt x="1029" y="375"/>
                          <a:pt x="1017" y="413"/>
                        </a:cubicBezTo>
                        <a:cubicBezTo>
                          <a:pt x="1002" y="408"/>
                          <a:pt x="985" y="407"/>
                          <a:pt x="972" y="398"/>
                        </a:cubicBezTo>
                        <a:cubicBezTo>
                          <a:pt x="964" y="393"/>
                          <a:pt x="957" y="387"/>
                          <a:pt x="949" y="383"/>
                        </a:cubicBezTo>
                        <a:cubicBezTo>
                          <a:pt x="872" y="349"/>
                          <a:pt x="760" y="337"/>
                          <a:pt x="679" y="330"/>
                        </a:cubicBezTo>
                        <a:cubicBezTo>
                          <a:pt x="598" y="311"/>
                          <a:pt x="697" y="333"/>
                          <a:pt x="522" y="315"/>
                        </a:cubicBezTo>
                        <a:cubicBezTo>
                          <a:pt x="493" y="312"/>
                          <a:pt x="461" y="297"/>
                          <a:pt x="432" y="293"/>
                        </a:cubicBezTo>
                        <a:cubicBezTo>
                          <a:pt x="397" y="241"/>
                          <a:pt x="419" y="254"/>
                          <a:pt x="379" y="240"/>
                        </a:cubicBezTo>
                        <a:cubicBezTo>
                          <a:pt x="322" y="162"/>
                          <a:pt x="383" y="190"/>
                          <a:pt x="222" y="180"/>
                        </a:cubicBezTo>
                        <a:cubicBezTo>
                          <a:pt x="171" y="164"/>
                          <a:pt x="122" y="154"/>
                          <a:pt x="72" y="135"/>
                        </a:cubicBezTo>
                        <a:cubicBezTo>
                          <a:pt x="50" y="103"/>
                          <a:pt x="0" y="78"/>
                          <a:pt x="19" y="3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20" name="Freeform 96"/>
                  <p:cNvSpPr>
                    <a:spLocks/>
                  </p:cNvSpPr>
                  <p:nvPr/>
                </p:nvSpPr>
                <p:spPr bwMode="auto">
                  <a:xfrm>
                    <a:off x="7470" y="3087"/>
                    <a:ext cx="923" cy="423"/>
                  </a:xfrm>
                  <a:custGeom>
                    <a:avLst/>
                    <a:gdLst>
                      <a:gd name="T0" fmla="*/ 0 w 923"/>
                      <a:gd name="T1" fmla="*/ 153 h 423"/>
                      <a:gd name="T2" fmla="*/ 68 w 923"/>
                      <a:gd name="T3" fmla="*/ 131 h 423"/>
                      <a:gd name="T4" fmla="*/ 113 w 923"/>
                      <a:gd name="T5" fmla="*/ 108 h 423"/>
                      <a:gd name="T6" fmla="*/ 120 w 923"/>
                      <a:gd name="T7" fmla="*/ 86 h 423"/>
                      <a:gd name="T8" fmla="*/ 180 w 923"/>
                      <a:gd name="T9" fmla="*/ 18 h 423"/>
                      <a:gd name="T10" fmla="*/ 120 w 923"/>
                      <a:gd name="T11" fmla="*/ 108 h 423"/>
                      <a:gd name="T12" fmla="*/ 210 w 923"/>
                      <a:gd name="T13" fmla="*/ 206 h 423"/>
                      <a:gd name="T14" fmla="*/ 233 w 923"/>
                      <a:gd name="T15" fmla="*/ 228 h 423"/>
                      <a:gd name="T16" fmla="*/ 210 w 923"/>
                      <a:gd name="T17" fmla="*/ 221 h 423"/>
                      <a:gd name="T18" fmla="*/ 203 w 923"/>
                      <a:gd name="T19" fmla="*/ 168 h 423"/>
                      <a:gd name="T20" fmla="*/ 188 w 923"/>
                      <a:gd name="T21" fmla="*/ 146 h 423"/>
                      <a:gd name="T22" fmla="*/ 293 w 923"/>
                      <a:gd name="T23" fmla="*/ 116 h 423"/>
                      <a:gd name="T24" fmla="*/ 323 w 923"/>
                      <a:gd name="T25" fmla="*/ 93 h 423"/>
                      <a:gd name="T26" fmla="*/ 338 w 923"/>
                      <a:gd name="T27" fmla="*/ 63 h 423"/>
                      <a:gd name="T28" fmla="*/ 345 w 923"/>
                      <a:gd name="T29" fmla="*/ 41 h 423"/>
                      <a:gd name="T30" fmla="*/ 323 w 923"/>
                      <a:gd name="T31" fmla="*/ 116 h 423"/>
                      <a:gd name="T32" fmla="*/ 345 w 923"/>
                      <a:gd name="T33" fmla="*/ 131 h 423"/>
                      <a:gd name="T34" fmla="*/ 375 w 923"/>
                      <a:gd name="T35" fmla="*/ 138 h 423"/>
                      <a:gd name="T36" fmla="*/ 383 w 923"/>
                      <a:gd name="T37" fmla="*/ 191 h 423"/>
                      <a:gd name="T38" fmla="*/ 413 w 923"/>
                      <a:gd name="T39" fmla="*/ 243 h 423"/>
                      <a:gd name="T40" fmla="*/ 428 w 923"/>
                      <a:gd name="T41" fmla="*/ 311 h 423"/>
                      <a:gd name="T42" fmla="*/ 443 w 923"/>
                      <a:gd name="T43" fmla="*/ 341 h 423"/>
                      <a:gd name="T44" fmla="*/ 428 w 923"/>
                      <a:gd name="T45" fmla="*/ 296 h 423"/>
                      <a:gd name="T46" fmla="*/ 420 w 923"/>
                      <a:gd name="T47" fmla="*/ 273 h 423"/>
                      <a:gd name="T48" fmla="*/ 390 w 923"/>
                      <a:gd name="T49" fmla="*/ 176 h 423"/>
                      <a:gd name="T50" fmla="*/ 525 w 923"/>
                      <a:gd name="T51" fmla="*/ 131 h 423"/>
                      <a:gd name="T52" fmla="*/ 548 w 923"/>
                      <a:gd name="T53" fmla="*/ 56 h 423"/>
                      <a:gd name="T54" fmla="*/ 525 w 923"/>
                      <a:gd name="T55" fmla="*/ 146 h 423"/>
                      <a:gd name="T56" fmla="*/ 578 w 923"/>
                      <a:gd name="T57" fmla="*/ 281 h 423"/>
                      <a:gd name="T58" fmla="*/ 585 w 923"/>
                      <a:gd name="T59" fmla="*/ 303 h 423"/>
                      <a:gd name="T60" fmla="*/ 570 w 923"/>
                      <a:gd name="T61" fmla="*/ 281 h 423"/>
                      <a:gd name="T62" fmla="*/ 578 w 923"/>
                      <a:gd name="T63" fmla="*/ 191 h 423"/>
                      <a:gd name="T64" fmla="*/ 660 w 923"/>
                      <a:gd name="T65" fmla="*/ 236 h 423"/>
                      <a:gd name="T66" fmla="*/ 683 w 923"/>
                      <a:gd name="T67" fmla="*/ 213 h 423"/>
                      <a:gd name="T68" fmla="*/ 720 w 923"/>
                      <a:gd name="T69" fmla="*/ 303 h 423"/>
                      <a:gd name="T70" fmla="*/ 728 w 923"/>
                      <a:gd name="T71" fmla="*/ 326 h 423"/>
                      <a:gd name="T72" fmla="*/ 735 w 923"/>
                      <a:gd name="T73" fmla="*/ 281 h 423"/>
                      <a:gd name="T74" fmla="*/ 855 w 923"/>
                      <a:gd name="T75" fmla="*/ 311 h 423"/>
                      <a:gd name="T76" fmla="*/ 878 w 923"/>
                      <a:gd name="T77" fmla="*/ 303 h 423"/>
                      <a:gd name="T78" fmla="*/ 885 w 923"/>
                      <a:gd name="T79" fmla="*/ 341 h 423"/>
                      <a:gd name="T80" fmla="*/ 923 w 923"/>
                      <a:gd name="T81" fmla="*/ 423 h 423"/>
                      <a:gd name="T82" fmla="*/ 891 w 923"/>
                      <a:gd name="T83" fmla="*/ 337 h 423"/>
                      <a:gd name="T84" fmla="*/ 915 w 923"/>
                      <a:gd name="T85" fmla="*/ 423 h 423"/>
                      <a:gd name="T86" fmla="*/ 891 w 923"/>
                      <a:gd name="T87" fmla="*/ 337 h 423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923"/>
                      <a:gd name="T133" fmla="*/ 0 h 423"/>
                      <a:gd name="T134" fmla="*/ 923 w 923"/>
                      <a:gd name="T135" fmla="*/ 423 h 423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923" h="423">
                        <a:moveTo>
                          <a:pt x="0" y="153"/>
                        </a:moveTo>
                        <a:cubicBezTo>
                          <a:pt x="23" y="146"/>
                          <a:pt x="45" y="138"/>
                          <a:pt x="68" y="131"/>
                        </a:cubicBezTo>
                        <a:cubicBezTo>
                          <a:pt x="82" y="122"/>
                          <a:pt x="101" y="120"/>
                          <a:pt x="113" y="108"/>
                        </a:cubicBezTo>
                        <a:cubicBezTo>
                          <a:pt x="118" y="103"/>
                          <a:pt x="116" y="92"/>
                          <a:pt x="120" y="86"/>
                        </a:cubicBezTo>
                        <a:cubicBezTo>
                          <a:pt x="135" y="63"/>
                          <a:pt x="161" y="38"/>
                          <a:pt x="180" y="18"/>
                        </a:cubicBezTo>
                        <a:cubicBezTo>
                          <a:pt x="168" y="56"/>
                          <a:pt x="142" y="76"/>
                          <a:pt x="120" y="108"/>
                        </a:cubicBezTo>
                        <a:cubicBezTo>
                          <a:pt x="170" y="125"/>
                          <a:pt x="175" y="172"/>
                          <a:pt x="210" y="206"/>
                        </a:cubicBezTo>
                        <a:cubicBezTo>
                          <a:pt x="218" y="213"/>
                          <a:pt x="233" y="217"/>
                          <a:pt x="233" y="228"/>
                        </a:cubicBezTo>
                        <a:cubicBezTo>
                          <a:pt x="233" y="236"/>
                          <a:pt x="218" y="223"/>
                          <a:pt x="210" y="221"/>
                        </a:cubicBezTo>
                        <a:cubicBezTo>
                          <a:pt x="208" y="203"/>
                          <a:pt x="208" y="185"/>
                          <a:pt x="203" y="168"/>
                        </a:cubicBezTo>
                        <a:cubicBezTo>
                          <a:pt x="201" y="159"/>
                          <a:pt x="186" y="155"/>
                          <a:pt x="188" y="146"/>
                        </a:cubicBezTo>
                        <a:cubicBezTo>
                          <a:pt x="191" y="128"/>
                          <a:pt x="271" y="121"/>
                          <a:pt x="293" y="116"/>
                        </a:cubicBezTo>
                        <a:cubicBezTo>
                          <a:pt x="303" y="108"/>
                          <a:pt x="315" y="103"/>
                          <a:pt x="323" y="93"/>
                        </a:cubicBezTo>
                        <a:cubicBezTo>
                          <a:pt x="330" y="84"/>
                          <a:pt x="332" y="73"/>
                          <a:pt x="338" y="63"/>
                        </a:cubicBezTo>
                        <a:cubicBezTo>
                          <a:pt x="365" y="18"/>
                          <a:pt x="386" y="0"/>
                          <a:pt x="345" y="41"/>
                        </a:cubicBezTo>
                        <a:cubicBezTo>
                          <a:pt x="327" y="96"/>
                          <a:pt x="334" y="71"/>
                          <a:pt x="323" y="116"/>
                        </a:cubicBezTo>
                        <a:cubicBezTo>
                          <a:pt x="330" y="121"/>
                          <a:pt x="337" y="128"/>
                          <a:pt x="345" y="131"/>
                        </a:cubicBezTo>
                        <a:cubicBezTo>
                          <a:pt x="354" y="135"/>
                          <a:pt x="370" y="129"/>
                          <a:pt x="375" y="138"/>
                        </a:cubicBezTo>
                        <a:cubicBezTo>
                          <a:pt x="385" y="153"/>
                          <a:pt x="379" y="173"/>
                          <a:pt x="383" y="191"/>
                        </a:cubicBezTo>
                        <a:cubicBezTo>
                          <a:pt x="388" y="218"/>
                          <a:pt x="394" y="219"/>
                          <a:pt x="413" y="243"/>
                        </a:cubicBezTo>
                        <a:cubicBezTo>
                          <a:pt x="418" y="274"/>
                          <a:pt x="417" y="285"/>
                          <a:pt x="428" y="311"/>
                        </a:cubicBezTo>
                        <a:cubicBezTo>
                          <a:pt x="432" y="321"/>
                          <a:pt x="443" y="352"/>
                          <a:pt x="443" y="341"/>
                        </a:cubicBezTo>
                        <a:cubicBezTo>
                          <a:pt x="443" y="325"/>
                          <a:pt x="433" y="311"/>
                          <a:pt x="428" y="296"/>
                        </a:cubicBezTo>
                        <a:cubicBezTo>
                          <a:pt x="425" y="288"/>
                          <a:pt x="420" y="273"/>
                          <a:pt x="420" y="273"/>
                        </a:cubicBezTo>
                        <a:cubicBezTo>
                          <a:pt x="414" y="229"/>
                          <a:pt x="413" y="210"/>
                          <a:pt x="390" y="176"/>
                        </a:cubicBezTo>
                        <a:cubicBezTo>
                          <a:pt x="412" y="73"/>
                          <a:pt x="369" y="216"/>
                          <a:pt x="525" y="131"/>
                        </a:cubicBezTo>
                        <a:cubicBezTo>
                          <a:pt x="548" y="118"/>
                          <a:pt x="540" y="81"/>
                          <a:pt x="548" y="56"/>
                        </a:cubicBezTo>
                        <a:cubicBezTo>
                          <a:pt x="559" y="91"/>
                          <a:pt x="544" y="116"/>
                          <a:pt x="525" y="146"/>
                        </a:cubicBezTo>
                        <a:cubicBezTo>
                          <a:pt x="558" y="195"/>
                          <a:pt x="564" y="224"/>
                          <a:pt x="578" y="281"/>
                        </a:cubicBezTo>
                        <a:cubicBezTo>
                          <a:pt x="580" y="288"/>
                          <a:pt x="593" y="303"/>
                          <a:pt x="585" y="303"/>
                        </a:cubicBezTo>
                        <a:cubicBezTo>
                          <a:pt x="576" y="303"/>
                          <a:pt x="575" y="288"/>
                          <a:pt x="570" y="281"/>
                        </a:cubicBezTo>
                        <a:cubicBezTo>
                          <a:pt x="573" y="251"/>
                          <a:pt x="562" y="216"/>
                          <a:pt x="578" y="191"/>
                        </a:cubicBezTo>
                        <a:cubicBezTo>
                          <a:pt x="597" y="162"/>
                          <a:pt x="649" y="229"/>
                          <a:pt x="660" y="236"/>
                        </a:cubicBezTo>
                        <a:cubicBezTo>
                          <a:pt x="666" y="227"/>
                          <a:pt x="723" y="154"/>
                          <a:pt x="683" y="213"/>
                        </a:cubicBezTo>
                        <a:cubicBezTo>
                          <a:pt x="693" y="245"/>
                          <a:pt x="709" y="270"/>
                          <a:pt x="720" y="303"/>
                        </a:cubicBezTo>
                        <a:cubicBezTo>
                          <a:pt x="723" y="311"/>
                          <a:pt x="728" y="326"/>
                          <a:pt x="728" y="326"/>
                        </a:cubicBezTo>
                        <a:cubicBezTo>
                          <a:pt x="730" y="311"/>
                          <a:pt x="721" y="286"/>
                          <a:pt x="735" y="281"/>
                        </a:cubicBezTo>
                        <a:cubicBezTo>
                          <a:pt x="843" y="247"/>
                          <a:pt x="840" y="261"/>
                          <a:pt x="855" y="311"/>
                        </a:cubicBezTo>
                        <a:cubicBezTo>
                          <a:pt x="863" y="308"/>
                          <a:pt x="872" y="297"/>
                          <a:pt x="878" y="303"/>
                        </a:cubicBezTo>
                        <a:cubicBezTo>
                          <a:pt x="887" y="312"/>
                          <a:pt x="882" y="329"/>
                          <a:pt x="885" y="341"/>
                        </a:cubicBezTo>
                        <a:cubicBezTo>
                          <a:pt x="893" y="372"/>
                          <a:pt x="908" y="395"/>
                          <a:pt x="923" y="423"/>
                        </a:cubicBezTo>
                        <a:cubicBezTo>
                          <a:pt x="912" y="394"/>
                          <a:pt x="922" y="337"/>
                          <a:pt x="891" y="337"/>
                        </a:cubicBezTo>
                        <a:cubicBezTo>
                          <a:pt x="861" y="337"/>
                          <a:pt x="915" y="423"/>
                          <a:pt x="915" y="423"/>
                        </a:cubicBezTo>
                        <a:lnTo>
                          <a:pt x="891" y="337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0" name="Group 97"/>
                <p:cNvGrpSpPr>
                  <a:grpSpLocks/>
                </p:cNvGrpSpPr>
                <p:nvPr/>
              </p:nvGrpSpPr>
              <p:grpSpPr bwMode="auto">
                <a:xfrm flipH="1">
                  <a:off x="6297" y="920"/>
                  <a:ext cx="934" cy="900"/>
                  <a:chOff x="7118" y="735"/>
                  <a:chExt cx="934" cy="900"/>
                </a:xfrm>
              </p:grpSpPr>
              <p:sp>
                <p:nvSpPr>
                  <p:cNvPr id="215" name="Freeform 98"/>
                  <p:cNvSpPr>
                    <a:spLocks/>
                  </p:cNvSpPr>
                  <p:nvPr/>
                </p:nvSpPr>
                <p:spPr bwMode="auto">
                  <a:xfrm>
                    <a:off x="7193" y="743"/>
                    <a:ext cx="859" cy="892"/>
                  </a:xfrm>
                  <a:custGeom>
                    <a:avLst/>
                    <a:gdLst>
                      <a:gd name="T0" fmla="*/ 840 w 859"/>
                      <a:gd name="T1" fmla="*/ 847 h 892"/>
                      <a:gd name="T2" fmla="*/ 810 w 859"/>
                      <a:gd name="T3" fmla="*/ 802 h 892"/>
                      <a:gd name="T4" fmla="*/ 780 w 859"/>
                      <a:gd name="T5" fmla="*/ 757 h 892"/>
                      <a:gd name="T6" fmla="*/ 727 w 859"/>
                      <a:gd name="T7" fmla="*/ 652 h 892"/>
                      <a:gd name="T8" fmla="*/ 697 w 859"/>
                      <a:gd name="T9" fmla="*/ 585 h 892"/>
                      <a:gd name="T10" fmla="*/ 667 w 859"/>
                      <a:gd name="T11" fmla="*/ 540 h 892"/>
                      <a:gd name="T12" fmla="*/ 637 w 859"/>
                      <a:gd name="T13" fmla="*/ 495 h 892"/>
                      <a:gd name="T14" fmla="*/ 607 w 859"/>
                      <a:gd name="T15" fmla="*/ 450 h 892"/>
                      <a:gd name="T16" fmla="*/ 502 w 859"/>
                      <a:gd name="T17" fmla="*/ 337 h 892"/>
                      <a:gd name="T18" fmla="*/ 382 w 859"/>
                      <a:gd name="T19" fmla="*/ 277 h 892"/>
                      <a:gd name="T20" fmla="*/ 322 w 859"/>
                      <a:gd name="T21" fmla="*/ 247 h 892"/>
                      <a:gd name="T22" fmla="*/ 0 w 859"/>
                      <a:gd name="T23" fmla="*/ 195 h 892"/>
                      <a:gd name="T24" fmla="*/ 52 w 859"/>
                      <a:gd name="T25" fmla="*/ 142 h 892"/>
                      <a:gd name="T26" fmla="*/ 120 w 859"/>
                      <a:gd name="T27" fmla="*/ 37 h 892"/>
                      <a:gd name="T28" fmla="*/ 210 w 859"/>
                      <a:gd name="T29" fmla="*/ 0 h 892"/>
                      <a:gd name="T30" fmla="*/ 397 w 859"/>
                      <a:gd name="T31" fmla="*/ 37 h 892"/>
                      <a:gd name="T32" fmla="*/ 487 w 859"/>
                      <a:gd name="T33" fmla="*/ 82 h 892"/>
                      <a:gd name="T34" fmla="*/ 532 w 859"/>
                      <a:gd name="T35" fmla="*/ 97 h 892"/>
                      <a:gd name="T36" fmla="*/ 570 w 859"/>
                      <a:gd name="T37" fmla="*/ 135 h 892"/>
                      <a:gd name="T38" fmla="*/ 607 w 859"/>
                      <a:gd name="T39" fmla="*/ 187 h 892"/>
                      <a:gd name="T40" fmla="*/ 652 w 859"/>
                      <a:gd name="T41" fmla="*/ 202 h 892"/>
                      <a:gd name="T42" fmla="*/ 675 w 859"/>
                      <a:gd name="T43" fmla="*/ 217 h 892"/>
                      <a:gd name="T44" fmla="*/ 810 w 859"/>
                      <a:gd name="T45" fmla="*/ 435 h 892"/>
                      <a:gd name="T46" fmla="*/ 832 w 859"/>
                      <a:gd name="T47" fmla="*/ 487 h 892"/>
                      <a:gd name="T48" fmla="*/ 847 w 859"/>
                      <a:gd name="T49" fmla="*/ 532 h 892"/>
                      <a:gd name="T50" fmla="*/ 855 w 859"/>
                      <a:gd name="T51" fmla="*/ 892 h 892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859"/>
                      <a:gd name="T79" fmla="*/ 0 h 892"/>
                      <a:gd name="T80" fmla="*/ 859 w 859"/>
                      <a:gd name="T81" fmla="*/ 892 h 892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859" h="892">
                        <a:moveTo>
                          <a:pt x="840" y="847"/>
                        </a:moveTo>
                        <a:cubicBezTo>
                          <a:pt x="789" y="798"/>
                          <a:pt x="837" y="851"/>
                          <a:pt x="810" y="802"/>
                        </a:cubicBezTo>
                        <a:cubicBezTo>
                          <a:pt x="801" y="786"/>
                          <a:pt x="780" y="757"/>
                          <a:pt x="780" y="757"/>
                        </a:cubicBezTo>
                        <a:cubicBezTo>
                          <a:pt x="770" y="719"/>
                          <a:pt x="751" y="684"/>
                          <a:pt x="727" y="652"/>
                        </a:cubicBezTo>
                        <a:cubicBezTo>
                          <a:pt x="720" y="629"/>
                          <a:pt x="709" y="605"/>
                          <a:pt x="697" y="585"/>
                        </a:cubicBezTo>
                        <a:cubicBezTo>
                          <a:pt x="688" y="569"/>
                          <a:pt x="667" y="540"/>
                          <a:pt x="667" y="540"/>
                        </a:cubicBezTo>
                        <a:cubicBezTo>
                          <a:pt x="650" y="485"/>
                          <a:pt x="675" y="551"/>
                          <a:pt x="637" y="495"/>
                        </a:cubicBezTo>
                        <a:cubicBezTo>
                          <a:pt x="594" y="430"/>
                          <a:pt x="680" y="520"/>
                          <a:pt x="607" y="450"/>
                        </a:cubicBezTo>
                        <a:cubicBezTo>
                          <a:pt x="592" y="399"/>
                          <a:pt x="552" y="354"/>
                          <a:pt x="502" y="337"/>
                        </a:cubicBezTo>
                        <a:cubicBezTo>
                          <a:pt x="463" y="308"/>
                          <a:pt x="429" y="285"/>
                          <a:pt x="382" y="277"/>
                        </a:cubicBezTo>
                        <a:cubicBezTo>
                          <a:pt x="355" y="238"/>
                          <a:pt x="381" y="265"/>
                          <a:pt x="322" y="247"/>
                        </a:cubicBezTo>
                        <a:cubicBezTo>
                          <a:pt x="180" y="205"/>
                          <a:pt x="181" y="202"/>
                          <a:pt x="0" y="195"/>
                        </a:cubicBezTo>
                        <a:cubicBezTo>
                          <a:pt x="26" y="177"/>
                          <a:pt x="26" y="160"/>
                          <a:pt x="52" y="142"/>
                        </a:cubicBezTo>
                        <a:cubicBezTo>
                          <a:pt x="68" y="99"/>
                          <a:pt x="75" y="53"/>
                          <a:pt x="120" y="37"/>
                        </a:cubicBezTo>
                        <a:cubicBezTo>
                          <a:pt x="151" y="6"/>
                          <a:pt x="165" y="7"/>
                          <a:pt x="210" y="0"/>
                        </a:cubicBezTo>
                        <a:cubicBezTo>
                          <a:pt x="341" y="8"/>
                          <a:pt x="299" y="9"/>
                          <a:pt x="397" y="37"/>
                        </a:cubicBezTo>
                        <a:cubicBezTo>
                          <a:pt x="437" y="77"/>
                          <a:pt x="409" y="56"/>
                          <a:pt x="487" y="82"/>
                        </a:cubicBezTo>
                        <a:cubicBezTo>
                          <a:pt x="502" y="87"/>
                          <a:pt x="532" y="97"/>
                          <a:pt x="532" y="97"/>
                        </a:cubicBezTo>
                        <a:cubicBezTo>
                          <a:pt x="586" y="180"/>
                          <a:pt x="505" y="63"/>
                          <a:pt x="570" y="135"/>
                        </a:cubicBezTo>
                        <a:cubicBezTo>
                          <a:pt x="584" y="151"/>
                          <a:pt x="595" y="170"/>
                          <a:pt x="607" y="187"/>
                        </a:cubicBezTo>
                        <a:cubicBezTo>
                          <a:pt x="616" y="200"/>
                          <a:pt x="638" y="196"/>
                          <a:pt x="652" y="202"/>
                        </a:cubicBezTo>
                        <a:cubicBezTo>
                          <a:pt x="660" y="206"/>
                          <a:pt x="667" y="212"/>
                          <a:pt x="675" y="217"/>
                        </a:cubicBezTo>
                        <a:cubicBezTo>
                          <a:pt x="726" y="286"/>
                          <a:pt x="763" y="363"/>
                          <a:pt x="810" y="435"/>
                        </a:cubicBezTo>
                        <a:cubicBezTo>
                          <a:pt x="828" y="512"/>
                          <a:pt x="803" y="423"/>
                          <a:pt x="832" y="487"/>
                        </a:cubicBezTo>
                        <a:cubicBezTo>
                          <a:pt x="838" y="501"/>
                          <a:pt x="847" y="532"/>
                          <a:pt x="847" y="532"/>
                        </a:cubicBezTo>
                        <a:cubicBezTo>
                          <a:pt x="859" y="742"/>
                          <a:pt x="855" y="622"/>
                          <a:pt x="855" y="892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6" name="Freeform 99"/>
                  <p:cNvSpPr>
                    <a:spLocks/>
                  </p:cNvSpPr>
                  <p:nvPr/>
                </p:nvSpPr>
                <p:spPr bwMode="auto">
                  <a:xfrm>
                    <a:off x="7118" y="870"/>
                    <a:ext cx="923" cy="755"/>
                  </a:xfrm>
                  <a:custGeom>
                    <a:avLst/>
                    <a:gdLst>
                      <a:gd name="T0" fmla="*/ 900 w 923"/>
                      <a:gd name="T1" fmla="*/ 728 h 755"/>
                      <a:gd name="T2" fmla="*/ 780 w 923"/>
                      <a:gd name="T3" fmla="*/ 615 h 755"/>
                      <a:gd name="T4" fmla="*/ 675 w 923"/>
                      <a:gd name="T5" fmla="*/ 510 h 755"/>
                      <a:gd name="T6" fmla="*/ 667 w 923"/>
                      <a:gd name="T7" fmla="*/ 488 h 755"/>
                      <a:gd name="T8" fmla="*/ 645 w 923"/>
                      <a:gd name="T9" fmla="*/ 458 h 755"/>
                      <a:gd name="T10" fmla="*/ 615 w 923"/>
                      <a:gd name="T11" fmla="*/ 398 h 755"/>
                      <a:gd name="T12" fmla="*/ 600 w 923"/>
                      <a:gd name="T13" fmla="*/ 353 h 755"/>
                      <a:gd name="T14" fmla="*/ 495 w 923"/>
                      <a:gd name="T15" fmla="*/ 330 h 755"/>
                      <a:gd name="T16" fmla="*/ 315 w 923"/>
                      <a:gd name="T17" fmla="*/ 293 h 755"/>
                      <a:gd name="T18" fmla="*/ 105 w 923"/>
                      <a:gd name="T19" fmla="*/ 270 h 755"/>
                      <a:gd name="T20" fmla="*/ 22 w 923"/>
                      <a:gd name="T21" fmla="*/ 330 h 755"/>
                      <a:gd name="T22" fmla="*/ 7 w 923"/>
                      <a:gd name="T23" fmla="*/ 353 h 755"/>
                      <a:gd name="T24" fmla="*/ 0 w 923"/>
                      <a:gd name="T25" fmla="*/ 375 h 755"/>
                      <a:gd name="T26" fmla="*/ 37 w 923"/>
                      <a:gd name="T27" fmla="*/ 270 h 755"/>
                      <a:gd name="T28" fmla="*/ 60 w 923"/>
                      <a:gd name="T29" fmla="*/ 195 h 755"/>
                      <a:gd name="T30" fmla="*/ 67 w 923"/>
                      <a:gd name="T31" fmla="*/ 60 h 755"/>
                      <a:gd name="T32" fmla="*/ 172 w 923"/>
                      <a:gd name="T33" fmla="*/ 0 h 755"/>
                      <a:gd name="T34" fmla="*/ 337 w 923"/>
                      <a:gd name="T35" fmla="*/ 8 h 755"/>
                      <a:gd name="T36" fmla="*/ 382 w 923"/>
                      <a:gd name="T37" fmla="*/ 38 h 755"/>
                      <a:gd name="T38" fmla="*/ 412 w 923"/>
                      <a:gd name="T39" fmla="*/ 60 h 755"/>
                      <a:gd name="T40" fmla="*/ 442 w 923"/>
                      <a:gd name="T41" fmla="*/ 75 h 755"/>
                      <a:gd name="T42" fmla="*/ 510 w 923"/>
                      <a:gd name="T43" fmla="*/ 135 h 755"/>
                      <a:gd name="T44" fmla="*/ 592 w 923"/>
                      <a:gd name="T45" fmla="*/ 225 h 755"/>
                      <a:gd name="T46" fmla="*/ 652 w 923"/>
                      <a:gd name="T47" fmla="*/ 255 h 755"/>
                      <a:gd name="T48" fmla="*/ 712 w 923"/>
                      <a:gd name="T49" fmla="*/ 323 h 755"/>
                      <a:gd name="T50" fmla="*/ 787 w 923"/>
                      <a:gd name="T51" fmla="*/ 413 h 755"/>
                      <a:gd name="T52" fmla="*/ 817 w 923"/>
                      <a:gd name="T53" fmla="*/ 458 h 755"/>
                      <a:gd name="T54" fmla="*/ 832 w 923"/>
                      <a:gd name="T55" fmla="*/ 510 h 755"/>
                      <a:gd name="T56" fmla="*/ 862 w 923"/>
                      <a:gd name="T57" fmla="*/ 555 h 755"/>
                      <a:gd name="T58" fmla="*/ 907 w 923"/>
                      <a:gd name="T59" fmla="*/ 690 h 755"/>
                      <a:gd name="T60" fmla="*/ 922 w 923"/>
                      <a:gd name="T61" fmla="*/ 750 h 755"/>
                      <a:gd name="T62" fmla="*/ 900 w 923"/>
                      <a:gd name="T63" fmla="*/ 728 h 75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923"/>
                      <a:gd name="T97" fmla="*/ 0 h 755"/>
                      <a:gd name="T98" fmla="*/ 923 w 923"/>
                      <a:gd name="T99" fmla="*/ 755 h 75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923" h="755">
                        <a:moveTo>
                          <a:pt x="900" y="728"/>
                        </a:moveTo>
                        <a:cubicBezTo>
                          <a:pt x="842" y="713"/>
                          <a:pt x="814" y="660"/>
                          <a:pt x="780" y="615"/>
                        </a:cubicBezTo>
                        <a:cubicBezTo>
                          <a:pt x="755" y="582"/>
                          <a:pt x="710" y="534"/>
                          <a:pt x="675" y="510"/>
                        </a:cubicBezTo>
                        <a:cubicBezTo>
                          <a:pt x="672" y="503"/>
                          <a:pt x="671" y="495"/>
                          <a:pt x="667" y="488"/>
                        </a:cubicBezTo>
                        <a:cubicBezTo>
                          <a:pt x="661" y="477"/>
                          <a:pt x="650" y="470"/>
                          <a:pt x="645" y="458"/>
                        </a:cubicBezTo>
                        <a:cubicBezTo>
                          <a:pt x="619" y="393"/>
                          <a:pt x="659" y="428"/>
                          <a:pt x="615" y="398"/>
                        </a:cubicBezTo>
                        <a:cubicBezTo>
                          <a:pt x="610" y="383"/>
                          <a:pt x="608" y="366"/>
                          <a:pt x="600" y="353"/>
                        </a:cubicBezTo>
                        <a:cubicBezTo>
                          <a:pt x="583" y="326"/>
                          <a:pt x="500" y="331"/>
                          <a:pt x="495" y="330"/>
                        </a:cubicBezTo>
                        <a:cubicBezTo>
                          <a:pt x="434" y="323"/>
                          <a:pt x="374" y="312"/>
                          <a:pt x="315" y="293"/>
                        </a:cubicBezTo>
                        <a:cubicBezTo>
                          <a:pt x="240" y="244"/>
                          <a:pt x="215" y="265"/>
                          <a:pt x="105" y="270"/>
                        </a:cubicBezTo>
                        <a:cubicBezTo>
                          <a:pt x="67" y="283"/>
                          <a:pt x="54" y="309"/>
                          <a:pt x="22" y="330"/>
                        </a:cubicBezTo>
                        <a:cubicBezTo>
                          <a:pt x="17" y="338"/>
                          <a:pt x="11" y="345"/>
                          <a:pt x="7" y="353"/>
                        </a:cubicBezTo>
                        <a:cubicBezTo>
                          <a:pt x="4" y="360"/>
                          <a:pt x="0" y="383"/>
                          <a:pt x="0" y="375"/>
                        </a:cubicBezTo>
                        <a:cubicBezTo>
                          <a:pt x="0" y="335"/>
                          <a:pt x="20" y="303"/>
                          <a:pt x="37" y="270"/>
                        </a:cubicBezTo>
                        <a:cubicBezTo>
                          <a:pt x="49" y="247"/>
                          <a:pt x="52" y="219"/>
                          <a:pt x="60" y="195"/>
                        </a:cubicBezTo>
                        <a:cubicBezTo>
                          <a:pt x="62" y="150"/>
                          <a:pt x="61" y="105"/>
                          <a:pt x="67" y="60"/>
                        </a:cubicBezTo>
                        <a:cubicBezTo>
                          <a:pt x="71" y="33"/>
                          <a:pt x="148" y="9"/>
                          <a:pt x="172" y="0"/>
                        </a:cubicBezTo>
                        <a:cubicBezTo>
                          <a:pt x="227" y="3"/>
                          <a:pt x="282" y="4"/>
                          <a:pt x="337" y="8"/>
                        </a:cubicBezTo>
                        <a:cubicBezTo>
                          <a:pt x="365" y="10"/>
                          <a:pt x="361" y="20"/>
                          <a:pt x="382" y="38"/>
                        </a:cubicBezTo>
                        <a:cubicBezTo>
                          <a:pt x="391" y="46"/>
                          <a:pt x="401" y="53"/>
                          <a:pt x="412" y="60"/>
                        </a:cubicBezTo>
                        <a:cubicBezTo>
                          <a:pt x="422" y="66"/>
                          <a:pt x="433" y="68"/>
                          <a:pt x="442" y="75"/>
                        </a:cubicBezTo>
                        <a:cubicBezTo>
                          <a:pt x="563" y="172"/>
                          <a:pt x="439" y="89"/>
                          <a:pt x="510" y="135"/>
                        </a:cubicBezTo>
                        <a:cubicBezTo>
                          <a:pt x="530" y="166"/>
                          <a:pt x="559" y="207"/>
                          <a:pt x="592" y="225"/>
                        </a:cubicBezTo>
                        <a:cubicBezTo>
                          <a:pt x="612" y="236"/>
                          <a:pt x="634" y="242"/>
                          <a:pt x="652" y="255"/>
                        </a:cubicBezTo>
                        <a:cubicBezTo>
                          <a:pt x="727" y="309"/>
                          <a:pt x="675" y="281"/>
                          <a:pt x="712" y="323"/>
                        </a:cubicBezTo>
                        <a:cubicBezTo>
                          <a:pt x="793" y="415"/>
                          <a:pt x="726" y="321"/>
                          <a:pt x="787" y="413"/>
                        </a:cubicBezTo>
                        <a:cubicBezTo>
                          <a:pt x="797" y="428"/>
                          <a:pt x="817" y="458"/>
                          <a:pt x="817" y="458"/>
                        </a:cubicBezTo>
                        <a:cubicBezTo>
                          <a:pt x="818" y="460"/>
                          <a:pt x="829" y="504"/>
                          <a:pt x="832" y="510"/>
                        </a:cubicBezTo>
                        <a:cubicBezTo>
                          <a:pt x="841" y="526"/>
                          <a:pt x="856" y="538"/>
                          <a:pt x="862" y="555"/>
                        </a:cubicBezTo>
                        <a:cubicBezTo>
                          <a:pt x="877" y="600"/>
                          <a:pt x="895" y="645"/>
                          <a:pt x="907" y="690"/>
                        </a:cubicBezTo>
                        <a:cubicBezTo>
                          <a:pt x="907" y="690"/>
                          <a:pt x="923" y="749"/>
                          <a:pt x="922" y="750"/>
                        </a:cubicBezTo>
                        <a:cubicBezTo>
                          <a:pt x="913" y="755"/>
                          <a:pt x="907" y="735"/>
                          <a:pt x="900" y="72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7" name="Freeform 100"/>
                  <p:cNvSpPr>
                    <a:spLocks/>
                  </p:cNvSpPr>
                  <p:nvPr/>
                </p:nvSpPr>
                <p:spPr bwMode="auto">
                  <a:xfrm>
                    <a:off x="7246" y="735"/>
                    <a:ext cx="779" cy="848"/>
                  </a:xfrm>
                  <a:custGeom>
                    <a:avLst/>
                    <a:gdLst>
                      <a:gd name="T0" fmla="*/ 779 w 779"/>
                      <a:gd name="T1" fmla="*/ 848 h 848"/>
                      <a:gd name="T2" fmla="*/ 652 w 779"/>
                      <a:gd name="T3" fmla="*/ 713 h 848"/>
                      <a:gd name="T4" fmla="*/ 674 w 779"/>
                      <a:gd name="T5" fmla="*/ 705 h 848"/>
                      <a:gd name="T6" fmla="*/ 719 w 779"/>
                      <a:gd name="T7" fmla="*/ 720 h 848"/>
                      <a:gd name="T8" fmla="*/ 734 w 779"/>
                      <a:gd name="T9" fmla="*/ 743 h 848"/>
                      <a:gd name="T10" fmla="*/ 727 w 779"/>
                      <a:gd name="T11" fmla="*/ 720 h 848"/>
                      <a:gd name="T12" fmla="*/ 704 w 779"/>
                      <a:gd name="T13" fmla="*/ 653 h 848"/>
                      <a:gd name="T14" fmla="*/ 712 w 779"/>
                      <a:gd name="T15" fmla="*/ 593 h 848"/>
                      <a:gd name="T16" fmla="*/ 719 w 779"/>
                      <a:gd name="T17" fmla="*/ 570 h 848"/>
                      <a:gd name="T18" fmla="*/ 697 w 779"/>
                      <a:gd name="T19" fmla="*/ 585 h 848"/>
                      <a:gd name="T20" fmla="*/ 682 w 779"/>
                      <a:gd name="T21" fmla="*/ 608 h 848"/>
                      <a:gd name="T22" fmla="*/ 659 w 779"/>
                      <a:gd name="T23" fmla="*/ 563 h 848"/>
                      <a:gd name="T24" fmla="*/ 614 w 779"/>
                      <a:gd name="T25" fmla="*/ 533 h 848"/>
                      <a:gd name="T26" fmla="*/ 659 w 779"/>
                      <a:gd name="T27" fmla="*/ 473 h 848"/>
                      <a:gd name="T28" fmla="*/ 667 w 779"/>
                      <a:gd name="T29" fmla="*/ 413 h 848"/>
                      <a:gd name="T30" fmla="*/ 674 w 779"/>
                      <a:gd name="T31" fmla="*/ 390 h 848"/>
                      <a:gd name="T32" fmla="*/ 652 w 779"/>
                      <a:gd name="T33" fmla="*/ 405 h 848"/>
                      <a:gd name="T34" fmla="*/ 629 w 779"/>
                      <a:gd name="T35" fmla="*/ 495 h 848"/>
                      <a:gd name="T36" fmla="*/ 524 w 779"/>
                      <a:gd name="T37" fmla="*/ 413 h 848"/>
                      <a:gd name="T38" fmla="*/ 457 w 779"/>
                      <a:gd name="T39" fmla="*/ 420 h 848"/>
                      <a:gd name="T40" fmla="*/ 479 w 779"/>
                      <a:gd name="T41" fmla="*/ 413 h 848"/>
                      <a:gd name="T42" fmla="*/ 539 w 779"/>
                      <a:gd name="T43" fmla="*/ 405 h 848"/>
                      <a:gd name="T44" fmla="*/ 554 w 779"/>
                      <a:gd name="T45" fmla="*/ 330 h 848"/>
                      <a:gd name="T46" fmla="*/ 569 w 779"/>
                      <a:gd name="T47" fmla="*/ 285 h 848"/>
                      <a:gd name="T48" fmla="*/ 547 w 779"/>
                      <a:gd name="T49" fmla="*/ 293 h 848"/>
                      <a:gd name="T50" fmla="*/ 517 w 779"/>
                      <a:gd name="T51" fmla="*/ 360 h 848"/>
                      <a:gd name="T52" fmla="*/ 494 w 779"/>
                      <a:gd name="T53" fmla="*/ 368 h 848"/>
                      <a:gd name="T54" fmla="*/ 427 w 779"/>
                      <a:gd name="T55" fmla="*/ 323 h 848"/>
                      <a:gd name="T56" fmla="*/ 292 w 779"/>
                      <a:gd name="T57" fmla="*/ 315 h 848"/>
                      <a:gd name="T58" fmla="*/ 269 w 779"/>
                      <a:gd name="T59" fmla="*/ 330 h 848"/>
                      <a:gd name="T60" fmla="*/ 292 w 779"/>
                      <a:gd name="T61" fmla="*/ 323 h 848"/>
                      <a:gd name="T62" fmla="*/ 322 w 779"/>
                      <a:gd name="T63" fmla="*/ 315 h 848"/>
                      <a:gd name="T64" fmla="*/ 367 w 779"/>
                      <a:gd name="T65" fmla="*/ 300 h 848"/>
                      <a:gd name="T66" fmla="*/ 359 w 779"/>
                      <a:gd name="T67" fmla="*/ 263 h 848"/>
                      <a:gd name="T68" fmla="*/ 352 w 779"/>
                      <a:gd name="T69" fmla="*/ 240 h 848"/>
                      <a:gd name="T70" fmla="*/ 374 w 779"/>
                      <a:gd name="T71" fmla="*/ 173 h 848"/>
                      <a:gd name="T72" fmla="*/ 382 w 779"/>
                      <a:gd name="T73" fmla="*/ 143 h 848"/>
                      <a:gd name="T74" fmla="*/ 359 w 779"/>
                      <a:gd name="T75" fmla="*/ 158 h 848"/>
                      <a:gd name="T76" fmla="*/ 314 w 779"/>
                      <a:gd name="T77" fmla="*/ 225 h 848"/>
                      <a:gd name="T78" fmla="*/ 269 w 779"/>
                      <a:gd name="T79" fmla="*/ 203 h 848"/>
                      <a:gd name="T80" fmla="*/ 254 w 779"/>
                      <a:gd name="T81" fmla="*/ 180 h 848"/>
                      <a:gd name="T82" fmla="*/ 224 w 779"/>
                      <a:gd name="T83" fmla="*/ 173 h 848"/>
                      <a:gd name="T84" fmla="*/ 164 w 779"/>
                      <a:gd name="T85" fmla="*/ 218 h 848"/>
                      <a:gd name="T86" fmla="*/ 119 w 779"/>
                      <a:gd name="T87" fmla="*/ 255 h 848"/>
                      <a:gd name="T88" fmla="*/ 89 w 779"/>
                      <a:gd name="T89" fmla="*/ 300 h 848"/>
                      <a:gd name="T90" fmla="*/ 7 w 779"/>
                      <a:gd name="T91" fmla="*/ 323 h 848"/>
                      <a:gd name="T92" fmla="*/ 29 w 779"/>
                      <a:gd name="T93" fmla="*/ 315 h 848"/>
                      <a:gd name="T94" fmla="*/ 74 w 779"/>
                      <a:gd name="T95" fmla="*/ 308 h 848"/>
                      <a:gd name="T96" fmla="*/ 157 w 779"/>
                      <a:gd name="T97" fmla="*/ 240 h 848"/>
                      <a:gd name="T98" fmla="*/ 172 w 779"/>
                      <a:gd name="T99" fmla="*/ 218 h 848"/>
                      <a:gd name="T100" fmla="*/ 194 w 779"/>
                      <a:gd name="T101" fmla="*/ 210 h 848"/>
                      <a:gd name="T102" fmla="*/ 209 w 779"/>
                      <a:gd name="T103" fmla="*/ 165 h 848"/>
                      <a:gd name="T104" fmla="*/ 127 w 779"/>
                      <a:gd name="T105" fmla="*/ 158 h 848"/>
                      <a:gd name="T106" fmla="*/ 134 w 779"/>
                      <a:gd name="T107" fmla="*/ 120 h 848"/>
                      <a:gd name="T108" fmla="*/ 157 w 779"/>
                      <a:gd name="T109" fmla="*/ 0 h 848"/>
                      <a:gd name="T110" fmla="*/ 127 w 779"/>
                      <a:gd name="T111" fmla="*/ 90 h 848"/>
                      <a:gd name="T112" fmla="*/ 112 w 779"/>
                      <a:gd name="T113" fmla="*/ 135 h 848"/>
                      <a:gd name="T114" fmla="*/ 104 w 779"/>
                      <a:gd name="T115" fmla="*/ 158 h 848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w 779"/>
                      <a:gd name="T175" fmla="*/ 0 h 848"/>
                      <a:gd name="T176" fmla="*/ 779 w 779"/>
                      <a:gd name="T177" fmla="*/ 848 h 848"/>
                    </a:gdLst>
                    <a:ahLst/>
                    <a:cxnLst>
                      <a:cxn ang="T116">
                        <a:pos x="T0" y="T1"/>
                      </a:cxn>
                      <a:cxn ang="T117">
                        <a:pos x="T2" y="T3"/>
                      </a:cxn>
                      <a:cxn ang="T118">
                        <a:pos x="T4" y="T5"/>
                      </a:cxn>
                      <a:cxn ang="T119">
                        <a:pos x="T6" y="T7"/>
                      </a:cxn>
                      <a:cxn ang="T120">
                        <a:pos x="T8" y="T9"/>
                      </a:cxn>
                      <a:cxn ang="T121">
                        <a:pos x="T10" y="T11"/>
                      </a:cxn>
                      <a:cxn ang="T122">
                        <a:pos x="T12" y="T13"/>
                      </a:cxn>
                      <a:cxn ang="T123">
                        <a:pos x="T14" y="T15"/>
                      </a:cxn>
                      <a:cxn ang="T124">
                        <a:pos x="T16" y="T17"/>
                      </a:cxn>
                      <a:cxn ang="T125">
                        <a:pos x="T18" y="T19"/>
                      </a:cxn>
                      <a:cxn ang="T126">
                        <a:pos x="T20" y="T21"/>
                      </a:cxn>
                      <a:cxn ang="T127">
                        <a:pos x="T22" y="T23"/>
                      </a:cxn>
                      <a:cxn ang="T128">
                        <a:pos x="T24" y="T25"/>
                      </a:cxn>
                      <a:cxn ang="T129">
                        <a:pos x="T26" y="T27"/>
                      </a:cxn>
                      <a:cxn ang="T130">
                        <a:pos x="T28" y="T29"/>
                      </a:cxn>
                      <a:cxn ang="T131">
                        <a:pos x="T30" y="T31"/>
                      </a:cxn>
                      <a:cxn ang="T132">
                        <a:pos x="T32" y="T33"/>
                      </a:cxn>
                      <a:cxn ang="T133">
                        <a:pos x="T34" y="T35"/>
                      </a:cxn>
                      <a:cxn ang="T134">
                        <a:pos x="T36" y="T37"/>
                      </a:cxn>
                      <a:cxn ang="T135">
                        <a:pos x="T38" y="T39"/>
                      </a:cxn>
                      <a:cxn ang="T136">
                        <a:pos x="T40" y="T41"/>
                      </a:cxn>
                      <a:cxn ang="T137">
                        <a:pos x="T42" y="T43"/>
                      </a:cxn>
                      <a:cxn ang="T138">
                        <a:pos x="T44" y="T45"/>
                      </a:cxn>
                      <a:cxn ang="T139">
                        <a:pos x="T46" y="T47"/>
                      </a:cxn>
                      <a:cxn ang="T140">
                        <a:pos x="T48" y="T49"/>
                      </a:cxn>
                      <a:cxn ang="T141">
                        <a:pos x="T50" y="T51"/>
                      </a:cxn>
                      <a:cxn ang="T142">
                        <a:pos x="T52" y="T53"/>
                      </a:cxn>
                      <a:cxn ang="T143">
                        <a:pos x="T54" y="T55"/>
                      </a:cxn>
                      <a:cxn ang="T144">
                        <a:pos x="T56" y="T57"/>
                      </a:cxn>
                      <a:cxn ang="T145">
                        <a:pos x="T58" y="T59"/>
                      </a:cxn>
                      <a:cxn ang="T146">
                        <a:pos x="T60" y="T61"/>
                      </a:cxn>
                      <a:cxn ang="T147">
                        <a:pos x="T62" y="T63"/>
                      </a:cxn>
                      <a:cxn ang="T148">
                        <a:pos x="T64" y="T65"/>
                      </a:cxn>
                      <a:cxn ang="T149">
                        <a:pos x="T66" y="T67"/>
                      </a:cxn>
                      <a:cxn ang="T150">
                        <a:pos x="T68" y="T69"/>
                      </a:cxn>
                      <a:cxn ang="T151">
                        <a:pos x="T70" y="T71"/>
                      </a:cxn>
                      <a:cxn ang="T152">
                        <a:pos x="T72" y="T73"/>
                      </a:cxn>
                      <a:cxn ang="T153">
                        <a:pos x="T74" y="T75"/>
                      </a:cxn>
                      <a:cxn ang="T154">
                        <a:pos x="T76" y="T77"/>
                      </a:cxn>
                      <a:cxn ang="T155">
                        <a:pos x="T78" y="T79"/>
                      </a:cxn>
                      <a:cxn ang="T156">
                        <a:pos x="T80" y="T81"/>
                      </a:cxn>
                      <a:cxn ang="T157">
                        <a:pos x="T82" y="T83"/>
                      </a:cxn>
                      <a:cxn ang="T158">
                        <a:pos x="T84" y="T85"/>
                      </a:cxn>
                      <a:cxn ang="T159">
                        <a:pos x="T86" y="T87"/>
                      </a:cxn>
                      <a:cxn ang="T160">
                        <a:pos x="T88" y="T89"/>
                      </a:cxn>
                      <a:cxn ang="T161">
                        <a:pos x="T90" y="T91"/>
                      </a:cxn>
                      <a:cxn ang="T162">
                        <a:pos x="T92" y="T93"/>
                      </a:cxn>
                      <a:cxn ang="T163">
                        <a:pos x="T94" y="T95"/>
                      </a:cxn>
                      <a:cxn ang="T164">
                        <a:pos x="T96" y="T97"/>
                      </a:cxn>
                      <a:cxn ang="T165">
                        <a:pos x="T98" y="T99"/>
                      </a:cxn>
                      <a:cxn ang="T166">
                        <a:pos x="T100" y="T101"/>
                      </a:cxn>
                      <a:cxn ang="T167">
                        <a:pos x="T102" y="T103"/>
                      </a:cxn>
                      <a:cxn ang="T168">
                        <a:pos x="T104" y="T105"/>
                      </a:cxn>
                      <a:cxn ang="T169">
                        <a:pos x="T106" y="T107"/>
                      </a:cxn>
                      <a:cxn ang="T170">
                        <a:pos x="T108" y="T109"/>
                      </a:cxn>
                      <a:cxn ang="T171">
                        <a:pos x="T110" y="T111"/>
                      </a:cxn>
                      <a:cxn ang="T172">
                        <a:pos x="T112" y="T113"/>
                      </a:cxn>
                      <a:cxn ang="T173">
                        <a:pos x="T114" y="T115"/>
                      </a:cxn>
                    </a:cxnLst>
                    <a:rect l="T174" t="T175" r="T176" b="T177"/>
                    <a:pathLst>
                      <a:path w="779" h="848">
                        <a:moveTo>
                          <a:pt x="779" y="848"/>
                        </a:moveTo>
                        <a:cubicBezTo>
                          <a:pt x="760" y="765"/>
                          <a:pt x="733" y="739"/>
                          <a:pt x="652" y="713"/>
                        </a:cubicBezTo>
                        <a:cubicBezTo>
                          <a:pt x="659" y="710"/>
                          <a:pt x="666" y="704"/>
                          <a:pt x="674" y="705"/>
                        </a:cubicBezTo>
                        <a:cubicBezTo>
                          <a:pt x="690" y="707"/>
                          <a:pt x="719" y="720"/>
                          <a:pt x="719" y="720"/>
                        </a:cubicBezTo>
                        <a:cubicBezTo>
                          <a:pt x="724" y="728"/>
                          <a:pt x="725" y="743"/>
                          <a:pt x="734" y="743"/>
                        </a:cubicBezTo>
                        <a:cubicBezTo>
                          <a:pt x="742" y="743"/>
                          <a:pt x="730" y="728"/>
                          <a:pt x="727" y="720"/>
                        </a:cubicBezTo>
                        <a:cubicBezTo>
                          <a:pt x="720" y="698"/>
                          <a:pt x="712" y="675"/>
                          <a:pt x="704" y="653"/>
                        </a:cubicBezTo>
                        <a:cubicBezTo>
                          <a:pt x="707" y="633"/>
                          <a:pt x="708" y="613"/>
                          <a:pt x="712" y="593"/>
                        </a:cubicBezTo>
                        <a:cubicBezTo>
                          <a:pt x="713" y="585"/>
                          <a:pt x="726" y="574"/>
                          <a:pt x="719" y="570"/>
                        </a:cubicBezTo>
                        <a:cubicBezTo>
                          <a:pt x="711" y="566"/>
                          <a:pt x="704" y="580"/>
                          <a:pt x="697" y="585"/>
                        </a:cubicBezTo>
                        <a:cubicBezTo>
                          <a:pt x="692" y="593"/>
                          <a:pt x="691" y="608"/>
                          <a:pt x="682" y="608"/>
                        </a:cubicBezTo>
                        <a:cubicBezTo>
                          <a:pt x="672" y="608"/>
                          <a:pt x="663" y="568"/>
                          <a:pt x="659" y="563"/>
                        </a:cubicBezTo>
                        <a:cubicBezTo>
                          <a:pt x="642" y="537"/>
                          <a:pt x="639" y="541"/>
                          <a:pt x="614" y="533"/>
                        </a:cubicBezTo>
                        <a:cubicBezTo>
                          <a:pt x="642" y="515"/>
                          <a:pt x="641" y="500"/>
                          <a:pt x="659" y="473"/>
                        </a:cubicBezTo>
                        <a:cubicBezTo>
                          <a:pt x="662" y="453"/>
                          <a:pt x="663" y="433"/>
                          <a:pt x="667" y="413"/>
                        </a:cubicBezTo>
                        <a:cubicBezTo>
                          <a:pt x="668" y="405"/>
                          <a:pt x="681" y="394"/>
                          <a:pt x="674" y="390"/>
                        </a:cubicBezTo>
                        <a:cubicBezTo>
                          <a:pt x="666" y="386"/>
                          <a:pt x="659" y="400"/>
                          <a:pt x="652" y="405"/>
                        </a:cubicBezTo>
                        <a:cubicBezTo>
                          <a:pt x="632" y="464"/>
                          <a:pt x="640" y="434"/>
                          <a:pt x="629" y="495"/>
                        </a:cubicBezTo>
                        <a:cubicBezTo>
                          <a:pt x="581" y="480"/>
                          <a:pt x="585" y="432"/>
                          <a:pt x="524" y="413"/>
                        </a:cubicBezTo>
                        <a:cubicBezTo>
                          <a:pt x="502" y="415"/>
                          <a:pt x="479" y="420"/>
                          <a:pt x="457" y="420"/>
                        </a:cubicBezTo>
                        <a:cubicBezTo>
                          <a:pt x="449" y="420"/>
                          <a:pt x="471" y="414"/>
                          <a:pt x="479" y="413"/>
                        </a:cubicBezTo>
                        <a:cubicBezTo>
                          <a:pt x="499" y="409"/>
                          <a:pt x="519" y="408"/>
                          <a:pt x="539" y="405"/>
                        </a:cubicBezTo>
                        <a:cubicBezTo>
                          <a:pt x="546" y="359"/>
                          <a:pt x="543" y="363"/>
                          <a:pt x="554" y="330"/>
                        </a:cubicBezTo>
                        <a:cubicBezTo>
                          <a:pt x="554" y="329"/>
                          <a:pt x="570" y="286"/>
                          <a:pt x="569" y="285"/>
                        </a:cubicBezTo>
                        <a:cubicBezTo>
                          <a:pt x="563" y="279"/>
                          <a:pt x="554" y="290"/>
                          <a:pt x="547" y="293"/>
                        </a:cubicBezTo>
                        <a:cubicBezTo>
                          <a:pt x="543" y="303"/>
                          <a:pt x="522" y="355"/>
                          <a:pt x="517" y="360"/>
                        </a:cubicBezTo>
                        <a:cubicBezTo>
                          <a:pt x="511" y="366"/>
                          <a:pt x="502" y="365"/>
                          <a:pt x="494" y="368"/>
                        </a:cubicBezTo>
                        <a:cubicBezTo>
                          <a:pt x="453" y="357"/>
                          <a:pt x="460" y="346"/>
                          <a:pt x="427" y="323"/>
                        </a:cubicBezTo>
                        <a:cubicBezTo>
                          <a:pt x="407" y="265"/>
                          <a:pt x="340" y="300"/>
                          <a:pt x="292" y="315"/>
                        </a:cubicBezTo>
                        <a:cubicBezTo>
                          <a:pt x="284" y="320"/>
                          <a:pt x="269" y="321"/>
                          <a:pt x="269" y="330"/>
                        </a:cubicBezTo>
                        <a:cubicBezTo>
                          <a:pt x="269" y="338"/>
                          <a:pt x="284" y="325"/>
                          <a:pt x="292" y="323"/>
                        </a:cubicBezTo>
                        <a:cubicBezTo>
                          <a:pt x="302" y="320"/>
                          <a:pt x="312" y="318"/>
                          <a:pt x="322" y="315"/>
                        </a:cubicBezTo>
                        <a:cubicBezTo>
                          <a:pt x="337" y="310"/>
                          <a:pt x="367" y="300"/>
                          <a:pt x="367" y="300"/>
                        </a:cubicBezTo>
                        <a:cubicBezTo>
                          <a:pt x="394" y="261"/>
                          <a:pt x="383" y="293"/>
                          <a:pt x="359" y="263"/>
                        </a:cubicBezTo>
                        <a:cubicBezTo>
                          <a:pt x="354" y="257"/>
                          <a:pt x="354" y="248"/>
                          <a:pt x="352" y="240"/>
                        </a:cubicBezTo>
                        <a:cubicBezTo>
                          <a:pt x="359" y="218"/>
                          <a:pt x="368" y="196"/>
                          <a:pt x="374" y="173"/>
                        </a:cubicBezTo>
                        <a:cubicBezTo>
                          <a:pt x="377" y="163"/>
                          <a:pt x="389" y="150"/>
                          <a:pt x="382" y="143"/>
                        </a:cubicBezTo>
                        <a:cubicBezTo>
                          <a:pt x="376" y="137"/>
                          <a:pt x="367" y="153"/>
                          <a:pt x="359" y="158"/>
                        </a:cubicBezTo>
                        <a:cubicBezTo>
                          <a:pt x="343" y="182"/>
                          <a:pt x="324" y="198"/>
                          <a:pt x="314" y="225"/>
                        </a:cubicBezTo>
                        <a:cubicBezTo>
                          <a:pt x="296" y="219"/>
                          <a:pt x="283" y="217"/>
                          <a:pt x="269" y="203"/>
                        </a:cubicBezTo>
                        <a:cubicBezTo>
                          <a:pt x="263" y="197"/>
                          <a:pt x="262" y="185"/>
                          <a:pt x="254" y="180"/>
                        </a:cubicBezTo>
                        <a:cubicBezTo>
                          <a:pt x="245" y="174"/>
                          <a:pt x="234" y="175"/>
                          <a:pt x="224" y="173"/>
                        </a:cubicBezTo>
                        <a:cubicBezTo>
                          <a:pt x="186" y="185"/>
                          <a:pt x="189" y="192"/>
                          <a:pt x="164" y="218"/>
                        </a:cubicBezTo>
                        <a:cubicBezTo>
                          <a:pt x="150" y="232"/>
                          <a:pt x="133" y="242"/>
                          <a:pt x="119" y="255"/>
                        </a:cubicBezTo>
                        <a:cubicBezTo>
                          <a:pt x="113" y="275"/>
                          <a:pt x="113" y="289"/>
                          <a:pt x="89" y="300"/>
                        </a:cubicBezTo>
                        <a:cubicBezTo>
                          <a:pt x="63" y="312"/>
                          <a:pt x="34" y="313"/>
                          <a:pt x="7" y="323"/>
                        </a:cubicBezTo>
                        <a:cubicBezTo>
                          <a:pt x="0" y="326"/>
                          <a:pt x="21" y="317"/>
                          <a:pt x="29" y="315"/>
                        </a:cubicBezTo>
                        <a:cubicBezTo>
                          <a:pt x="44" y="312"/>
                          <a:pt x="59" y="310"/>
                          <a:pt x="74" y="308"/>
                        </a:cubicBezTo>
                        <a:cubicBezTo>
                          <a:pt x="113" y="294"/>
                          <a:pt x="124" y="261"/>
                          <a:pt x="157" y="240"/>
                        </a:cubicBezTo>
                        <a:cubicBezTo>
                          <a:pt x="162" y="233"/>
                          <a:pt x="165" y="224"/>
                          <a:pt x="172" y="218"/>
                        </a:cubicBezTo>
                        <a:cubicBezTo>
                          <a:pt x="178" y="213"/>
                          <a:pt x="188" y="216"/>
                          <a:pt x="194" y="210"/>
                        </a:cubicBezTo>
                        <a:cubicBezTo>
                          <a:pt x="197" y="207"/>
                          <a:pt x="208" y="168"/>
                          <a:pt x="209" y="165"/>
                        </a:cubicBezTo>
                        <a:cubicBezTo>
                          <a:pt x="182" y="163"/>
                          <a:pt x="151" y="172"/>
                          <a:pt x="127" y="158"/>
                        </a:cubicBezTo>
                        <a:cubicBezTo>
                          <a:pt x="116" y="151"/>
                          <a:pt x="132" y="133"/>
                          <a:pt x="134" y="120"/>
                        </a:cubicBezTo>
                        <a:cubicBezTo>
                          <a:pt x="148" y="17"/>
                          <a:pt x="132" y="76"/>
                          <a:pt x="157" y="0"/>
                        </a:cubicBezTo>
                        <a:cubicBezTo>
                          <a:pt x="174" y="56"/>
                          <a:pt x="145" y="35"/>
                          <a:pt x="127" y="90"/>
                        </a:cubicBezTo>
                        <a:cubicBezTo>
                          <a:pt x="122" y="105"/>
                          <a:pt x="117" y="120"/>
                          <a:pt x="112" y="135"/>
                        </a:cubicBezTo>
                        <a:cubicBezTo>
                          <a:pt x="109" y="143"/>
                          <a:pt x="104" y="158"/>
                          <a:pt x="104" y="158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1" name="Group 101"/>
                <p:cNvGrpSpPr>
                  <a:grpSpLocks/>
                </p:cNvGrpSpPr>
                <p:nvPr/>
              </p:nvGrpSpPr>
              <p:grpSpPr bwMode="auto">
                <a:xfrm flipH="1">
                  <a:off x="5725" y="924"/>
                  <a:ext cx="455" cy="1381"/>
                  <a:chOff x="8169" y="739"/>
                  <a:chExt cx="455" cy="1381"/>
                </a:xfrm>
              </p:grpSpPr>
              <p:sp>
                <p:nvSpPr>
                  <p:cNvPr id="212" name="Freeform 102"/>
                  <p:cNvSpPr>
                    <a:spLocks/>
                  </p:cNvSpPr>
                  <p:nvPr/>
                </p:nvSpPr>
                <p:spPr bwMode="auto">
                  <a:xfrm>
                    <a:off x="8190" y="773"/>
                    <a:ext cx="263" cy="1347"/>
                  </a:xfrm>
                  <a:custGeom>
                    <a:avLst/>
                    <a:gdLst>
                      <a:gd name="T0" fmla="*/ 68 w 263"/>
                      <a:gd name="T1" fmla="*/ 1312 h 1347"/>
                      <a:gd name="T2" fmla="*/ 30 w 263"/>
                      <a:gd name="T3" fmla="*/ 1245 h 1347"/>
                      <a:gd name="T4" fmla="*/ 0 w 263"/>
                      <a:gd name="T5" fmla="*/ 795 h 1347"/>
                      <a:gd name="T6" fmla="*/ 23 w 263"/>
                      <a:gd name="T7" fmla="*/ 397 h 1347"/>
                      <a:gd name="T8" fmla="*/ 83 w 263"/>
                      <a:gd name="T9" fmla="*/ 315 h 1347"/>
                      <a:gd name="T10" fmla="*/ 180 w 263"/>
                      <a:gd name="T11" fmla="*/ 135 h 1347"/>
                      <a:gd name="T12" fmla="*/ 248 w 263"/>
                      <a:gd name="T13" fmla="*/ 22 h 1347"/>
                      <a:gd name="T14" fmla="*/ 255 w 263"/>
                      <a:gd name="T15" fmla="*/ 0 h 1347"/>
                      <a:gd name="T16" fmla="*/ 263 w 263"/>
                      <a:gd name="T17" fmla="*/ 22 h 1347"/>
                      <a:gd name="T18" fmla="*/ 240 w 263"/>
                      <a:gd name="T19" fmla="*/ 262 h 1347"/>
                      <a:gd name="T20" fmla="*/ 225 w 263"/>
                      <a:gd name="T21" fmla="*/ 547 h 1347"/>
                      <a:gd name="T22" fmla="*/ 195 w 263"/>
                      <a:gd name="T23" fmla="*/ 990 h 1347"/>
                      <a:gd name="T24" fmla="*/ 165 w 263"/>
                      <a:gd name="T25" fmla="*/ 1117 h 1347"/>
                      <a:gd name="T26" fmla="*/ 135 w 263"/>
                      <a:gd name="T27" fmla="*/ 1215 h 1347"/>
                      <a:gd name="T28" fmla="*/ 98 w 263"/>
                      <a:gd name="T29" fmla="*/ 1282 h 1347"/>
                      <a:gd name="T30" fmla="*/ 68 w 263"/>
                      <a:gd name="T31" fmla="*/ 1312 h 1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63"/>
                      <a:gd name="T49" fmla="*/ 0 h 1347"/>
                      <a:gd name="T50" fmla="*/ 263 w 263"/>
                      <a:gd name="T51" fmla="*/ 1347 h 1347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63" h="1347">
                        <a:moveTo>
                          <a:pt x="68" y="1312"/>
                        </a:moveTo>
                        <a:cubicBezTo>
                          <a:pt x="34" y="1261"/>
                          <a:pt x="44" y="1284"/>
                          <a:pt x="30" y="1245"/>
                        </a:cubicBezTo>
                        <a:cubicBezTo>
                          <a:pt x="25" y="983"/>
                          <a:pt x="44" y="962"/>
                          <a:pt x="0" y="795"/>
                        </a:cubicBezTo>
                        <a:cubicBezTo>
                          <a:pt x="2" y="750"/>
                          <a:pt x="3" y="429"/>
                          <a:pt x="23" y="397"/>
                        </a:cubicBezTo>
                        <a:cubicBezTo>
                          <a:pt x="41" y="368"/>
                          <a:pt x="64" y="343"/>
                          <a:pt x="83" y="315"/>
                        </a:cubicBezTo>
                        <a:cubicBezTo>
                          <a:pt x="108" y="233"/>
                          <a:pt x="130" y="199"/>
                          <a:pt x="180" y="135"/>
                        </a:cubicBezTo>
                        <a:cubicBezTo>
                          <a:pt x="209" y="98"/>
                          <a:pt x="223" y="60"/>
                          <a:pt x="248" y="22"/>
                        </a:cubicBezTo>
                        <a:cubicBezTo>
                          <a:pt x="250" y="15"/>
                          <a:pt x="247" y="0"/>
                          <a:pt x="255" y="0"/>
                        </a:cubicBezTo>
                        <a:cubicBezTo>
                          <a:pt x="263" y="0"/>
                          <a:pt x="263" y="14"/>
                          <a:pt x="263" y="22"/>
                        </a:cubicBezTo>
                        <a:cubicBezTo>
                          <a:pt x="259" y="148"/>
                          <a:pt x="254" y="170"/>
                          <a:pt x="240" y="262"/>
                        </a:cubicBezTo>
                        <a:cubicBezTo>
                          <a:pt x="235" y="357"/>
                          <a:pt x="230" y="452"/>
                          <a:pt x="225" y="547"/>
                        </a:cubicBezTo>
                        <a:cubicBezTo>
                          <a:pt x="218" y="671"/>
                          <a:pt x="242" y="856"/>
                          <a:pt x="195" y="990"/>
                        </a:cubicBezTo>
                        <a:cubicBezTo>
                          <a:pt x="189" y="1035"/>
                          <a:pt x="176" y="1074"/>
                          <a:pt x="165" y="1117"/>
                        </a:cubicBezTo>
                        <a:cubicBezTo>
                          <a:pt x="159" y="1162"/>
                          <a:pt x="158" y="1179"/>
                          <a:pt x="135" y="1215"/>
                        </a:cubicBezTo>
                        <a:cubicBezTo>
                          <a:pt x="108" y="1295"/>
                          <a:pt x="137" y="1232"/>
                          <a:pt x="98" y="1282"/>
                        </a:cubicBezTo>
                        <a:cubicBezTo>
                          <a:pt x="65" y="1324"/>
                          <a:pt x="68" y="1347"/>
                          <a:pt x="68" y="1312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3" name="Freeform 103"/>
                  <p:cNvSpPr>
                    <a:spLocks/>
                  </p:cNvSpPr>
                  <p:nvPr/>
                </p:nvSpPr>
                <p:spPr bwMode="auto">
                  <a:xfrm>
                    <a:off x="8258" y="739"/>
                    <a:ext cx="366" cy="1361"/>
                  </a:xfrm>
                  <a:custGeom>
                    <a:avLst/>
                    <a:gdLst>
                      <a:gd name="T0" fmla="*/ 0 w 366"/>
                      <a:gd name="T1" fmla="*/ 1354 h 1361"/>
                      <a:gd name="T2" fmla="*/ 37 w 366"/>
                      <a:gd name="T3" fmla="*/ 1211 h 1361"/>
                      <a:gd name="T4" fmla="*/ 52 w 366"/>
                      <a:gd name="T5" fmla="*/ 1189 h 1361"/>
                      <a:gd name="T6" fmla="*/ 67 w 366"/>
                      <a:gd name="T7" fmla="*/ 1144 h 1361"/>
                      <a:gd name="T8" fmla="*/ 135 w 366"/>
                      <a:gd name="T9" fmla="*/ 739 h 1361"/>
                      <a:gd name="T10" fmla="*/ 142 w 366"/>
                      <a:gd name="T11" fmla="*/ 671 h 1361"/>
                      <a:gd name="T12" fmla="*/ 157 w 366"/>
                      <a:gd name="T13" fmla="*/ 491 h 1361"/>
                      <a:gd name="T14" fmla="*/ 165 w 366"/>
                      <a:gd name="T15" fmla="*/ 229 h 1361"/>
                      <a:gd name="T16" fmla="*/ 172 w 366"/>
                      <a:gd name="T17" fmla="*/ 206 h 1361"/>
                      <a:gd name="T18" fmla="*/ 217 w 366"/>
                      <a:gd name="T19" fmla="*/ 41 h 1361"/>
                      <a:gd name="T20" fmla="*/ 337 w 366"/>
                      <a:gd name="T21" fmla="*/ 26 h 1361"/>
                      <a:gd name="T22" fmla="*/ 315 w 366"/>
                      <a:gd name="T23" fmla="*/ 34 h 1361"/>
                      <a:gd name="T24" fmla="*/ 292 w 366"/>
                      <a:gd name="T25" fmla="*/ 49 h 1361"/>
                      <a:gd name="T26" fmla="*/ 262 w 366"/>
                      <a:gd name="T27" fmla="*/ 94 h 1361"/>
                      <a:gd name="T28" fmla="*/ 247 w 366"/>
                      <a:gd name="T29" fmla="*/ 116 h 1361"/>
                      <a:gd name="T30" fmla="*/ 322 w 366"/>
                      <a:gd name="T31" fmla="*/ 386 h 1361"/>
                      <a:gd name="T32" fmla="*/ 352 w 366"/>
                      <a:gd name="T33" fmla="*/ 544 h 1361"/>
                      <a:gd name="T34" fmla="*/ 352 w 366"/>
                      <a:gd name="T35" fmla="*/ 844 h 1361"/>
                      <a:gd name="T36" fmla="*/ 300 w 366"/>
                      <a:gd name="T37" fmla="*/ 956 h 1361"/>
                      <a:gd name="T38" fmla="*/ 225 w 366"/>
                      <a:gd name="T39" fmla="*/ 1099 h 1361"/>
                      <a:gd name="T40" fmla="*/ 210 w 366"/>
                      <a:gd name="T41" fmla="*/ 1144 h 1361"/>
                      <a:gd name="T42" fmla="*/ 30 w 366"/>
                      <a:gd name="T43" fmla="*/ 1331 h 1361"/>
                      <a:gd name="T44" fmla="*/ 0 w 366"/>
                      <a:gd name="T45" fmla="*/ 1354 h 1361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366"/>
                      <a:gd name="T70" fmla="*/ 0 h 1361"/>
                      <a:gd name="T71" fmla="*/ 366 w 366"/>
                      <a:gd name="T72" fmla="*/ 1361 h 1361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366" h="1361">
                        <a:moveTo>
                          <a:pt x="0" y="1354"/>
                        </a:moveTo>
                        <a:cubicBezTo>
                          <a:pt x="11" y="1307"/>
                          <a:pt x="16" y="1255"/>
                          <a:pt x="37" y="1211"/>
                        </a:cubicBezTo>
                        <a:cubicBezTo>
                          <a:pt x="41" y="1203"/>
                          <a:pt x="48" y="1197"/>
                          <a:pt x="52" y="1189"/>
                        </a:cubicBezTo>
                        <a:cubicBezTo>
                          <a:pt x="58" y="1175"/>
                          <a:pt x="67" y="1144"/>
                          <a:pt x="67" y="1144"/>
                        </a:cubicBezTo>
                        <a:cubicBezTo>
                          <a:pt x="88" y="1007"/>
                          <a:pt x="99" y="873"/>
                          <a:pt x="135" y="739"/>
                        </a:cubicBezTo>
                        <a:cubicBezTo>
                          <a:pt x="137" y="716"/>
                          <a:pt x="140" y="694"/>
                          <a:pt x="142" y="671"/>
                        </a:cubicBezTo>
                        <a:cubicBezTo>
                          <a:pt x="147" y="611"/>
                          <a:pt x="157" y="491"/>
                          <a:pt x="157" y="491"/>
                        </a:cubicBezTo>
                        <a:cubicBezTo>
                          <a:pt x="160" y="404"/>
                          <a:pt x="160" y="316"/>
                          <a:pt x="165" y="229"/>
                        </a:cubicBezTo>
                        <a:cubicBezTo>
                          <a:pt x="165" y="221"/>
                          <a:pt x="171" y="214"/>
                          <a:pt x="172" y="206"/>
                        </a:cubicBezTo>
                        <a:cubicBezTo>
                          <a:pt x="180" y="160"/>
                          <a:pt x="167" y="59"/>
                          <a:pt x="217" y="41"/>
                        </a:cubicBezTo>
                        <a:cubicBezTo>
                          <a:pt x="260" y="0"/>
                          <a:pt x="241" y="7"/>
                          <a:pt x="337" y="26"/>
                        </a:cubicBezTo>
                        <a:cubicBezTo>
                          <a:pt x="345" y="28"/>
                          <a:pt x="322" y="30"/>
                          <a:pt x="315" y="34"/>
                        </a:cubicBezTo>
                        <a:cubicBezTo>
                          <a:pt x="307" y="38"/>
                          <a:pt x="300" y="44"/>
                          <a:pt x="292" y="49"/>
                        </a:cubicBezTo>
                        <a:cubicBezTo>
                          <a:pt x="282" y="64"/>
                          <a:pt x="272" y="79"/>
                          <a:pt x="262" y="94"/>
                        </a:cubicBezTo>
                        <a:cubicBezTo>
                          <a:pt x="257" y="101"/>
                          <a:pt x="247" y="116"/>
                          <a:pt x="247" y="116"/>
                        </a:cubicBezTo>
                        <a:cubicBezTo>
                          <a:pt x="258" y="210"/>
                          <a:pt x="293" y="296"/>
                          <a:pt x="322" y="386"/>
                        </a:cubicBezTo>
                        <a:cubicBezTo>
                          <a:pt x="338" y="437"/>
                          <a:pt x="340" y="492"/>
                          <a:pt x="352" y="544"/>
                        </a:cubicBezTo>
                        <a:cubicBezTo>
                          <a:pt x="366" y="683"/>
                          <a:pt x="365" y="638"/>
                          <a:pt x="352" y="844"/>
                        </a:cubicBezTo>
                        <a:cubicBezTo>
                          <a:pt x="350" y="868"/>
                          <a:pt x="311" y="924"/>
                          <a:pt x="300" y="956"/>
                        </a:cubicBezTo>
                        <a:cubicBezTo>
                          <a:pt x="282" y="1010"/>
                          <a:pt x="256" y="1051"/>
                          <a:pt x="225" y="1099"/>
                        </a:cubicBezTo>
                        <a:cubicBezTo>
                          <a:pt x="214" y="1115"/>
                          <a:pt x="219" y="1127"/>
                          <a:pt x="210" y="1144"/>
                        </a:cubicBezTo>
                        <a:cubicBezTo>
                          <a:pt x="171" y="1216"/>
                          <a:pt x="95" y="1287"/>
                          <a:pt x="30" y="1331"/>
                        </a:cubicBezTo>
                        <a:cubicBezTo>
                          <a:pt x="20" y="1361"/>
                          <a:pt x="30" y="1354"/>
                          <a:pt x="0" y="1354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4" name="Freeform 104"/>
                  <p:cNvSpPr>
                    <a:spLocks/>
                  </p:cNvSpPr>
                  <p:nvPr/>
                </p:nvSpPr>
                <p:spPr bwMode="auto">
                  <a:xfrm>
                    <a:off x="8169" y="887"/>
                    <a:ext cx="360" cy="1176"/>
                  </a:xfrm>
                  <a:custGeom>
                    <a:avLst/>
                    <a:gdLst>
                      <a:gd name="T0" fmla="*/ 89 w 360"/>
                      <a:gd name="T1" fmla="*/ 1176 h 1176"/>
                      <a:gd name="T2" fmla="*/ 111 w 360"/>
                      <a:gd name="T3" fmla="*/ 1093 h 1176"/>
                      <a:gd name="T4" fmla="*/ 134 w 360"/>
                      <a:gd name="T5" fmla="*/ 1056 h 1176"/>
                      <a:gd name="T6" fmla="*/ 156 w 360"/>
                      <a:gd name="T7" fmla="*/ 1033 h 1176"/>
                      <a:gd name="T8" fmla="*/ 164 w 360"/>
                      <a:gd name="T9" fmla="*/ 1011 h 1176"/>
                      <a:gd name="T10" fmla="*/ 194 w 360"/>
                      <a:gd name="T11" fmla="*/ 996 h 1176"/>
                      <a:gd name="T12" fmla="*/ 239 w 360"/>
                      <a:gd name="T13" fmla="*/ 988 h 1176"/>
                      <a:gd name="T14" fmla="*/ 179 w 360"/>
                      <a:gd name="T15" fmla="*/ 996 h 1176"/>
                      <a:gd name="T16" fmla="*/ 156 w 360"/>
                      <a:gd name="T17" fmla="*/ 1003 h 1176"/>
                      <a:gd name="T18" fmla="*/ 149 w 360"/>
                      <a:gd name="T19" fmla="*/ 981 h 1176"/>
                      <a:gd name="T20" fmla="*/ 171 w 360"/>
                      <a:gd name="T21" fmla="*/ 906 h 1176"/>
                      <a:gd name="T22" fmla="*/ 164 w 360"/>
                      <a:gd name="T23" fmla="*/ 876 h 1176"/>
                      <a:gd name="T24" fmla="*/ 164 w 360"/>
                      <a:gd name="T25" fmla="*/ 861 h 1176"/>
                      <a:gd name="T26" fmla="*/ 171 w 360"/>
                      <a:gd name="T27" fmla="*/ 838 h 1176"/>
                      <a:gd name="T28" fmla="*/ 269 w 360"/>
                      <a:gd name="T29" fmla="*/ 778 h 1176"/>
                      <a:gd name="T30" fmla="*/ 299 w 360"/>
                      <a:gd name="T31" fmla="*/ 831 h 1176"/>
                      <a:gd name="T32" fmla="*/ 201 w 360"/>
                      <a:gd name="T33" fmla="*/ 771 h 1176"/>
                      <a:gd name="T34" fmla="*/ 231 w 360"/>
                      <a:gd name="T35" fmla="*/ 613 h 1176"/>
                      <a:gd name="T36" fmla="*/ 314 w 360"/>
                      <a:gd name="T37" fmla="*/ 636 h 1176"/>
                      <a:gd name="T38" fmla="*/ 321 w 360"/>
                      <a:gd name="T39" fmla="*/ 658 h 1176"/>
                      <a:gd name="T40" fmla="*/ 314 w 360"/>
                      <a:gd name="T41" fmla="*/ 673 h 1176"/>
                      <a:gd name="T42" fmla="*/ 216 w 360"/>
                      <a:gd name="T43" fmla="*/ 606 h 1176"/>
                      <a:gd name="T44" fmla="*/ 164 w 360"/>
                      <a:gd name="T45" fmla="*/ 538 h 1176"/>
                      <a:gd name="T46" fmla="*/ 239 w 360"/>
                      <a:gd name="T47" fmla="*/ 561 h 1176"/>
                      <a:gd name="T48" fmla="*/ 201 w 360"/>
                      <a:gd name="T49" fmla="*/ 456 h 1176"/>
                      <a:gd name="T50" fmla="*/ 246 w 360"/>
                      <a:gd name="T51" fmla="*/ 426 h 1176"/>
                      <a:gd name="T52" fmla="*/ 291 w 360"/>
                      <a:gd name="T53" fmla="*/ 411 h 1176"/>
                      <a:gd name="T54" fmla="*/ 344 w 360"/>
                      <a:gd name="T55" fmla="*/ 381 h 1176"/>
                      <a:gd name="T56" fmla="*/ 321 w 360"/>
                      <a:gd name="T57" fmla="*/ 388 h 1176"/>
                      <a:gd name="T58" fmla="*/ 276 w 360"/>
                      <a:gd name="T59" fmla="*/ 403 h 1176"/>
                      <a:gd name="T60" fmla="*/ 231 w 360"/>
                      <a:gd name="T61" fmla="*/ 426 h 1176"/>
                      <a:gd name="T62" fmla="*/ 194 w 360"/>
                      <a:gd name="T63" fmla="*/ 336 h 1176"/>
                      <a:gd name="T64" fmla="*/ 141 w 360"/>
                      <a:gd name="T65" fmla="*/ 313 h 1176"/>
                      <a:gd name="T66" fmla="*/ 111 w 360"/>
                      <a:gd name="T67" fmla="*/ 306 h 1176"/>
                      <a:gd name="T68" fmla="*/ 156 w 360"/>
                      <a:gd name="T69" fmla="*/ 313 h 1176"/>
                      <a:gd name="T70" fmla="*/ 224 w 360"/>
                      <a:gd name="T71" fmla="*/ 351 h 1176"/>
                      <a:gd name="T72" fmla="*/ 246 w 360"/>
                      <a:gd name="T73" fmla="*/ 276 h 1176"/>
                      <a:gd name="T74" fmla="*/ 246 w 360"/>
                      <a:gd name="T75" fmla="*/ 246 h 1176"/>
                      <a:gd name="T76" fmla="*/ 201 w 360"/>
                      <a:gd name="T77" fmla="*/ 186 h 1176"/>
                      <a:gd name="T78" fmla="*/ 194 w 360"/>
                      <a:gd name="T79" fmla="*/ 156 h 1176"/>
                      <a:gd name="T80" fmla="*/ 224 w 360"/>
                      <a:gd name="T81" fmla="*/ 201 h 1176"/>
                      <a:gd name="T82" fmla="*/ 239 w 360"/>
                      <a:gd name="T83" fmla="*/ 178 h 1176"/>
                      <a:gd name="T84" fmla="*/ 246 w 360"/>
                      <a:gd name="T85" fmla="*/ 81 h 1176"/>
                      <a:gd name="T86" fmla="*/ 269 w 360"/>
                      <a:gd name="T87" fmla="*/ 36 h 1176"/>
                      <a:gd name="T88" fmla="*/ 284 w 360"/>
                      <a:gd name="T89" fmla="*/ 21 h 1176"/>
                      <a:gd name="T90" fmla="*/ 192 w 360"/>
                      <a:gd name="T91" fmla="*/ 17 h 117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360"/>
                      <a:gd name="T139" fmla="*/ 0 h 1176"/>
                      <a:gd name="T140" fmla="*/ 360 w 360"/>
                      <a:gd name="T141" fmla="*/ 1176 h 1176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360" h="1176">
                        <a:moveTo>
                          <a:pt x="89" y="1176"/>
                        </a:moveTo>
                        <a:cubicBezTo>
                          <a:pt x="94" y="1146"/>
                          <a:pt x="102" y="1121"/>
                          <a:pt x="111" y="1093"/>
                        </a:cubicBezTo>
                        <a:cubicBezTo>
                          <a:pt x="95" y="1043"/>
                          <a:pt x="22" y="1069"/>
                          <a:pt x="134" y="1056"/>
                        </a:cubicBezTo>
                        <a:cubicBezTo>
                          <a:pt x="141" y="1048"/>
                          <a:pt x="150" y="1042"/>
                          <a:pt x="156" y="1033"/>
                        </a:cubicBezTo>
                        <a:cubicBezTo>
                          <a:pt x="160" y="1027"/>
                          <a:pt x="158" y="1016"/>
                          <a:pt x="164" y="1011"/>
                        </a:cubicBezTo>
                        <a:cubicBezTo>
                          <a:pt x="172" y="1003"/>
                          <a:pt x="183" y="999"/>
                          <a:pt x="194" y="996"/>
                        </a:cubicBezTo>
                        <a:cubicBezTo>
                          <a:pt x="209" y="992"/>
                          <a:pt x="254" y="988"/>
                          <a:pt x="239" y="988"/>
                        </a:cubicBezTo>
                        <a:cubicBezTo>
                          <a:pt x="219" y="988"/>
                          <a:pt x="199" y="993"/>
                          <a:pt x="179" y="996"/>
                        </a:cubicBezTo>
                        <a:cubicBezTo>
                          <a:pt x="171" y="998"/>
                          <a:pt x="163" y="1007"/>
                          <a:pt x="156" y="1003"/>
                        </a:cubicBezTo>
                        <a:cubicBezTo>
                          <a:pt x="149" y="1000"/>
                          <a:pt x="149" y="989"/>
                          <a:pt x="149" y="981"/>
                        </a:cubicBezTo>
                        <a:cubicBezTo>
                          <a:pt x="149" y="931"/>
                          <a:pt x="150" y="937"/>
                          <a:pt x="171" y="906"/>
                        </a:cubicBezTo>
                        <a:cubicBezTo>
                          <a:pt x="169" y="896"/>
                          <a:pt x="173" y="880"/>
                          <a:pt x="164" y="876"/>
                        </a:cubicBezTo>
                        <a:cubicBezTo>
                          <a:pt x="128" y="859"/>
                          <a:pt x="0" y="876"/>
                          <a:pt x="164" y="861"/>
                        </a:cubicBezTo>
                        <a:cubicBezTo>
                          <a:pt x="166" y="853"/>
                          <a:pt x="170" y="846"/>
                          <a:pt x="171" y="838"/>
                        </a:cubicBezTo>
                        <a:cubicBezTo>
                          <a:pt x="187" y="741"/>
                          <a:pt x="151" y="769"/>
                          <a:pt x="269" y="778"/>
                        </a:cubicBezTo>
                        <a:cubicBezTo>
                          <a:pt x="278" y="792"/>
                          <a:pt x="360" y="873"/>
                          <a:pt x="299" y="831"/>
                        </a:cubicBezTo>
                        <a:cubicBezTo>
                          <a:pt x="280" y="776"/>
                          <a:pt x="258" y="779"/>
                          <a:pt x="201" y="771"/>
                        </a:cubicBezTo>
                        <a:cubicBezTo>
                          <a:pt x="195" y="722"/>
                          <a:pt x="185" y="644"/>
                          <a:pt x="231" y="613"/>
                        </a:cubicBezTo>
                        <a:cubicBezTo>
                          <a:pt x="254" y="616"/>
                          <a:pt x="295" y="613"/>
                          <a:pt x="314" y="636"/>
                        </a:cubicBezTo>
                        <a:cubicBezTo>
                          <a:pt x="319" y="642"/>
                          <a:pt x="318" y="651"/>
                          <a:pt x="321" y="658"/>
                        </a:cubicBezTo>
                        <a:cubicBezTo>
                          <a:pt x="334" y="685"/>
                          <a:pt x="350" y="686"/>
                          <a:pt x="314" y="673"/>
                        </a:cubicBezTo>
                        <a:cubicBezTo>
                          <a:pt x="275" y="615"/>
                          <a:pt x="280" y="625"/>
                          <a:pt x="216" y="606"/>
                        </a:cubicBezTo>
                        <a:cubicBezTo>
                          <a:pt x="207" y="541"/>
                          <a:pt x="213" y="556"/>
                          <a:pt x="164" y="538"/>
                        </a:cubicBezTo>
                        <a:cubicBezTo>
                          <a:pt x="177" y="580"/>
                          <a:pt x="199" y="567"/>
                          <a:pt x="239" y="561"/>
                        </a:cubicBezTo>
                        <a:cubicBezTo>
                          <a:pt x="229" y="524"/>
                          <a:pt x="214" y="492"/>
                          <a:pt x="201" y="456"/>
                        </a:cubicBezTo>
                        <a:cubicBezTo>
                          <a:pt x="216" y="446"/>
                          <a:pt x="231" y="436"/>
                          <a:pt x="246" y="426"/>
                        </a:cubicBezTo>
                        <a:cubicBezTo>
                          <a:pt x="259" y="417"/>
                          <a:pt x="291" y="411"/>
                          <a:pt x="291" y="411"/>
                        </a:cubicBezTo>
                        <a:cubicBezTo>
                          <a:pt x="308" y="400"/>
                          <a:pt x="331" y="396"/>
                          <a:pt x="344" y="381"/>
                        </a:cubicBezTo>
                        <a:cubicBezTo>
                          <a:pt x="349" y="375"/>
                          <a:pt x="329" y="385"/>
                          <a:pt x="321" y="388"/>
                        </a:cubicBezTo>
                        <a:cubicBezTo>
                          <a:pt x="261" y="408"/>
                          <a:pt x="338" y="384"/>
                          <a:pt x="276" y="403"/>
                        </a:cubicBezTo>
                        <a:cubicBezTo>
                          <a:pt x="259" y="414"/>
                          <a:pt x="235" y="432"/>
                          <a:pt x="231" y="426"/>
                        </a:cubicBezTo>
                        <a:cubicBezTo>
                          <a:pt x="201" y="381"/>
                          <a:pt x="243" y="364"/>
                          <a:pt x="194" y="336"/>
                        </a:cubicBezTo>
                        <a:cubicBezTo>
                          <a:pt x="177" y="326"/>
                          <a:pt x="160" y="318"/>
                          <a:pt x="141" y="313"/>
                        </a:cubicBezTo>
                        <a:cubicBezTo>
                          <a:pt x="131" y="310"/>
                          <a:pt x="101" y="306"/>
                          <a:pt x="111" y="306"/>
                        </a:cubicBezTo>
                        <a:cubicBezTo>
                          <a:pt x="126" y="306"/>
                          <a:pt x="141" y="311"/>
                          <a:pt x="156" y="313"/>
                        </a:cubicBezTo>
                        <a:cubicBezTo>
                          <a:pt x="208" y="348"/>
                          <a:pt x="184" y="337"/>
                          <a:pt x="224" y="351"/>
                        </a:cubicBezTo>
                        <a:cubicBezTo>
                          <a:pt x="252" y="309"/>
                          <a:pt x="232" y="346"/>
                          <a:pt x="246" y="276"/>
                        </a:cubicBezTo>
                        <a:cubicBezTo>
                          <a:pt x="253" y="243"/>
                          <a:pt x="296" y="213"/>
                          <a:pt x="246" y="246"/>
                        </a:cubicBezTo>
                        <a:cubicBezTo>
                          <a:pt x="220" y="228"/>
                          <a:pt x="219" y="212"/>
                          <a:pt x="201" y="186"/>
                        </a:cubicBezTo>
                        <a:cubicBezTo>
                          <a:pt x="199" y="176"/>
                          <a:pt x="185" y="150"/>
                          <a:pt x="194" y="156"/>
                        </a:cubicBezTo>
                        <a:cubicBezTo>
                          <a:pt x="209" y="166"/>
                          <a:pt x="224" y="201"/>
                          <a:pt x="224" y="201"/>
                        </a:cubicBezTo>
                        <a:cubicBezTo>
                          <a:pt x="229" y="193"/>
                          <a:pt x="237" y="187"/>
                          <a:pt x="239" y="178"/>
                        </a:cubicBezTo>
                        <a:cubicBezTo>
                          <a:pt x="245" y="146"/>
                          <a:pt x="234" y="111"/>
                          <a:pt x="246" y="81"/>
                        </a:cubicBezTo>
                        <a:cubicBezTo>
                          <a:pt x="264" y="34"/>
                          <a:pt x="341" y="0"/>
                          <a:pt x="269" y="36"/>
                        </a:cubicBezTo>
                        <a:cubicBezTo>
                          <a:pt x="269" y="36"/>
                          <a:pt x="279" y="26"/>
                          <a:pt x="284" y="21"/>
                        </a:cubicBezTo>
                        <a:lnTo>
                          <a:pt x="192" y="17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2" name="Group 105"/>
                <p:cNvGrpSpPr>
                  <a:grpSpLocks/>
                </p:cNvGrpSpPr>
                <p:nvPr/>
              </p:nvGrpSpPr>
              <p:grpSpPr bwMode="auto">
                <a:xfrm flipH="1">
                  <a:off x="6031" y="724"/>
                  <a:ext cx="597" cy="1445"/>
                  <a:chOff x="7721" y="539"/>
                  <a:chExt cx="597" cy="1445"/>
                </a:xfrm>
              </p:grpSpPr>
              <p:sp>
                <p:nvSpPr>
                  <p:cNvPr id="209" name="Freeform 106"/>
                  <p:cNvSpPr>
                    <a:spLocks/>
                  </p:cNvSpPr>
                  <p:nvPr/>
                </p:nvSpPr>
                <p:spPr bwMode="auto">
                  <a:xfrm>
                    <a:off x="7721" y="693"/>
                    <a:ext cx="492" cy="1210"/>
                  </a:xfrm>
                  <a:custGeom>
                    <a:avLst/>
                    <a:gdLst>
                      <a:gd name="T0" fmla="*/ 469 w 492"/>
                      <a:gd name="T1" fmla="*/ 1160 h 1210"/>
                      <a:gd name="T2" fmla="*/ 439 w 492"/>
                      <a:gd name="T3" fmla="*/ 1115 h 1210"/>
                      <a:gd name="T4" fmla="*/ 372 w 492"/>
                      <a:gd name="T5" fmla="*/ 1017 h 1210"/>
                      <a:gd name="T6" fmla="*/ 327 w 492"/>
                      <a:gd name="T7" fmla="*/ 950 h 1210"/>
                      <a:gd name="T8" fmla="*/ 319 w 492"/>
                      <a:gd name="T9" fmla="*/ 927 h 1210"/>
                      <a:gd name="T10" fmla="*/ 312 w 492"/>
                      <a:gd name="T11" fmla="*/ 867 h 1210"/>
                      <a:gd name="T12" fmla="*/ 297 w 492"/>
                      <a:gd name="T13" fmla="*/ 845 h 1210"/>
                      <a:gd name="T14" fmla="*/ 237 w 492"/>
                      <a:gd name="T15" fmla="*/ 740 h 1210"/>
                      <a:gd name="T16" fmla="*/ 207 w 492"/>
                      <a:gd name="T17" fmla="*/ 687 h 1210"/>
                      <a:gd name="T18" fmla="*/ 147 w 492"/>
                      <a:gd name="T19" fmla="*/ 627 h 1210"/>
                      <a:gd name="T20" fmla="*/ 19 w 492"/>
                      <a:gd name="T21" fmla="*/ 432 h 1210"/>
                      <a:gd name="T22" fmla="*/ 42 w 492"/>
                      <a:gd name="T23" fmla="*/ 95 h 1210"/>
                      <a:gd name="T24" fmla="*/ 49 w 492"/>
                      <a:gd name="T25" fmla="*/ 12 h 1210"/>
                      <a:gd name="T26" fmla="*/ 72 w 492"/>
                      <a:gd name="T27" fmla="*/ 5 h 1210"/>
                      <a:gd name="T28" fmla="*/ 102 w 492"/>
                      <a:gd name="T29" fmla="*/ 50 h 1210"/>
                      <a:gd name="T30" fmla="*/ 132 w 492"/>
                      <a:gd name="T31" fmla="*/ 117 h 1210"/>
                      <a:gd name="T32" fmla="*/ 222 w 492"/>
                      <a:gd name="T33" fmla="*/ 267 h 1210"/>
                      <a:gd name="T34" fmla="*/ 229 w 492"/>
                      <a:gd name="T35" fmla="*/ 290 h 1210"/>
                      <a:gd name="T36" fmla="*/ 244 w 492"/>
                      <a:gd name="T37" fmla="*/ 312 h 1210"/>
                      <a:gd name="T38" fmla="*/ 304 w 492"/>
                      <a:gd name="T39" fmla="*/ 440 h 1210"/>
                      <a:gd name="T40" fmla="*/ 357 w 492"/>
                      <a:gd name="T41" fmla="*/ 575 h 1210"/>
                      <a:gd name="T42" fmla="*/ 364 w 492"/>
                      <a:gd name="T43" fmla="*/ 635 h 1210"/>
                      <a:gd name="T44" fmla="*/ 394 w 492"/>
                      <a:gd name="T45" fmla="*/ 755 h 1210"/>
                      <a:gd name="T46" fmla="*/ 454 w 492"/>
                      <a:gd name="T47" fmla="*/ 920 h 1210"/>
                      <a:gd name="T48" fmla="*/ 484 w 492"/>
                      <a:gd name="T49" fmla="*/ 1197 h 1210"/>
                      <a:gd name="T50" fmla="*/ 469 w 492"/>
                      <a:gd name="T51" fmla="*/ 1160 h 1210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492"/>
                      <a:gd name="T79" fmla="*/ 0 h 1210"/>
                      <a:gd name="T80" fmla="*/ 492 w 492"/>
                      <a:gd name="T81" fmla="*/ 1210 h 1210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492" h="1210">
                        <a:moveTo>
                          <a:pt x="469" y="1160"/>
                        </a:moveTo>
                        <a:cubicBezTo>
                          <a:pt x="454" y="1111"/>
                          <a:pt x="474" y="1163"/>
                          <a:pt x="439" y="1115"/>
                        </a:cubicBezTo>
                        <a:cubicBezTo>
                          <a:pt x="415" y="1082"/>
                          <a:pt x="400" y="1047"/>
                          <a:pt x="372" y="1017"/>
                        </a:cubicBezTo>
                        <a:cubicBezTo>
                          <a:pt x="361" y="988"/>
                          <a:pt x="349" y="972"/>
                          <a:pt x="327" y="950"/>
                        </a:cubicBezTo>
                        <a:cubicBezTo>
                          <a:pt x="324" y="942"/>
                          <a:pt x="320" y="935"/>
                          <a:pt x="319" y="927"/>
                        </a:cubicBezTo>
                        <a:cubicBezTo>
                          <a:pt x="315" y="907"/>
                          <a:pt x="317" y="886"/>
                          <a:pt x="312" y="867"/>
                        </a:cubicBezTo>
                        <a:cubicBezTo>
                          <a:pt x="310" y="858"/>
                          <a:pt x="301" y="853"/>
                          <a:pt x="297" y="845"/>
                        </a:cubicBezTo>
                        <a:cubicBezTo>
                          <a:pt x="276" y="799"/>
                          <a:pt x="252" y="788"/>
                          <a:pt x="237" y="740"/>
                        </a:cubicBezTo>
                        <a:cubicBezTo>
                          <a:pt x="212" y="659"/>
                          <a:pt x="237" y="732"/>
                          <a:pt x="207" y="687"/>
                        </a:cubicBezTo>
                        <a:cubicBezTo>
                          <a:pt x="187" y="654"/>
                          <a:pt x="178" y="669"/>
                          <a:pt x="147" y="627"/>
                        </a:cubicBezTo>
                        <a:cubicBezTo>
                          <a:pt x="116" y="585"/>
                          <a:pt x="37" y="521"/>
                          <a:pt x="19" y="432"/>
                        </a:cubicBezTo>
                        <a:cubicBezTo>
                          <a:pt x="24" y="247"/>
                          <a:pt x="0" y="212"/>
                          <a:pt x="42" y="95"/>
                        </a:cubicBezTo>
                        <a:cubicBezTo>
                          <a:pt x="44" y="67"/>
                          <a:pt x="40" y="38"/>
                          <a:pt x="49" y="12"/>
                        </a:cubicBezTo>
                        <a:cubicBezTo>
                          <a:pt x="52" y="4"/>
                          <a:pt x="65" y="0"/>
                          <a:pt x="72" y="5"/>
                        </a:cubicBezTo>
                        <a:cubicBezTo>
                          <a:pt x="87" y="16"/>
                          <a:pt x="102" y="50"/>
                          <a:pt x="102" y="50"/>
                        </a:cubicBezTo>
                        <a:cubicBezTo>
                          <a:pt x="120" y="103"/>
                          <a:pt x="108" y="82"/>
                          <a:pt x="132" y="117"/>
                        </a:cubicBezTo>
                        <a:cubicBezTo>
                          <a:pt x="149" y="174"/>
                          <a:pt x="189" y="218"/>
                          <a:pt x="222" y="267"/>
                        </a:cubicBezTo>
                        <a:cubicBezTo>
                          <a:pt x="224" y="275"/>
                          <a:pt x="225" y="283"/>
                          <a:pt x="229" y="290"/>
                        </a:cubicBezTo>
                        <a:cubicBezTo>
                          <a:pt x="233" y="298"/>
                          <a:pt x="241" y="304"/>
                          <a:pt x="244" y="312"/>
                        </a:cubicBezTo>
                        <a:cubicBezTo>
                          <a:pt x="259" y="357"/>
                          <a:pt x="253" y="421"/>
                          <a:pt x="304" y="440"/>
                        </a:cubicBezTo>
                        <a:cubicBezTo>
                          <a:pt x="323" y="618"/>
                          <a:pt x="289" y="417"/>
                          <a:pt x="357" y="575"/>
                        </a:cubicBezTo>
                        <a:cubicBezTo>
                          <a:pt x="365" y="593"/>
                          <a:pt x="360" y="615"/>
                          <a:pt x="364" y="635"/>
                        </a:cubicBezTo>
                        <a:cubicBezTo>
                          <a:pt x="371" y="675"/>
                          <a:pt x="386" y="715"/>
                          <a:pt x="394" y="755"/>
                        </a:cubicBezTo>
                        <a:cubicBezTo>
                          <a:pt x="406" y="813"/>
                          <a:pt x="440" y="863"/>
                          <a:pt x="454" y="920"/>
                        </a:cubicBezTo>
                        <a:cubicBezTo>
                          <a:pt x="475" y="1005"/>
                          <a:pt x="492" y="1111"/>
                          <a:pt x="484" y="1197"/>
                        </a:cubicBezTo>
                        <a:cubicBezTo>
                          <a:pt x="483" y="1210"/>
                          <a:pt x="474" y="1172"/>
                          <a:pt x="469" y="1160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0" name="Freeform 107"/>
                  <p:cNvSpPr>
                    <a:spLocks/>
                  </p:cNvSpPr>
                  <p:nvPr/>
                </p:nvSpPr>
                <p:spPr bwMode="auto">
                  <a:xfrm>
                    <a:off x="7797" y="539"/>
                    <a:ext cx="521" cy="1445"/>
                  </a:xfrm>
                  <a:custGeom>
                    <a:avLst/>
                    <a:gdLst>
                      <a:gd name="T0" fmla="*/ 408 w 521"/>
                      <a:gd name="T1" fmla="*/ 1321 h 1445"/>
                      <a:gd name="T2" fmla="*/ 363 w 521"/>
                      <a:gd name="T3" fmla="*/ 1066 h 1445"/>
                      <a:gd name="T4" fmla="*/ 303 w 521"/>
                      <a:gd name="T5" fmla="*/ 916 h 1445"/>
                      <a:gd name="T6" fmla="*/ 258 w 521"/>
                      <a:gd name="T7" fmla="*/ 759 h 1445"/>
                      <a:gd name="T8" fmla="*/ 243 w 521"/>
                      <a:gd name="T9" fmla="*/ 676 h 1445"/>
                      <a:gd name="T10" fmla="*/ 228 w 521"/>
                      <a:gd name="T11" fmla="*/ 631 h 1445"/>
                      <a:gd name="T12" fmla="*/ 213 w 521"/>
                      <a:gd name="T13" fmla="*/ 601 h 1445"/>
                      <a:gd name="T14" fmla="*/ 168 w 521"/>
                      <a:gd name="T15" fmla="*/ 474 h 1445"/>
                      <a:gd name="T16" fmla="*/ 146 w 521"/>
                      <a:gd name="T17" fmla="*/ 429 h 1445"/>
                      <a:gd name="T18" fmla="*/ 86 w 521"/>
                      <a:gd name="T19" fmla="*/ 324 h 1445"/>
                      <a:gd name="T20" fmla="*/ 33 w 521"/>
                      <a:gd name="T21" fmla="*/ 256 h 1445"/>
                      <a:gd name="T22" fmla="*/ 3 w 521"/>
                      <a:gd name="T23" fmla="*/ 54 h 1445"/>
                      <a:gd name="T24" fmla="*/ 11 w 521"/>
                      <a:gd name="T25" fmla="*/ 9 h 1445"/>
                      <a:gd name="T26" fmla="*/ 48 w 521"/>
                      <a:gd name="T27" fmla="*/ 46 h 1445"/>
                      <a:gd name="T28" fmla="*/ 116 w 521"/>
                      <a:gd name="T29" fmla="*/ 91 h 1445"/>
                      <a:gd name="T30" fmla="*/ 161 w 521"/>
                      <a:gd name="T31" fmla="*/ 121 h 1445"/>
                      <a:gd name="T32" fmla="*/ 183 w 521"/>
                      <a:gd name="T33" fmla="*/ 136 h 1445"/>
                      <a:gd name="T34" fmla="*/ 281 w 521"/>
                      <a:gd name="T35" fmla="*/ 271 h 1445"/>
                      <a:gd name="T36" fmla="*/ 371 w 521"/>
                      <a:gd name="T37" fmla="*/ 406 h 1445"/>
                      <a:gd name="T38" fmla="*/ 446 w 521"/>
                      <a:gd name="T39" fmla="*/ 481 h 1445"/>
                      <a:gd name="T40" fmla="*/ 483 w 521"/>
                      <a:gd name="T41" fmla="*/ 519 h 1445"/>
                      <a:gd name="T42" fmla="*/ 521 w 521"/>
                      <a:gd name="T43" fmla="*/ 631 h 1445"/>
                      <a:gd name="T44" fmla="*/ 506 w 521"/>
                      <a:gd name="T45" fmla="*/ 1141 h 1445"/>
                      <a:gd name="T46" fmla="*/ 483 w 521"/>
                      <a:gd name="T47" fmla="*/ 1231 h 1445"/>
                      <a:gd name="T48" fmla="*/ 453 w 521"/>
                      <a:gd name="T49" fmla="*/ 1276 h 1445"/>
                      <a:gd name="T50" fmla="*/ 438 w 521"/>
                      <a:gd name="T51" fmla="*/ 1321 h 1445"/>
                      <a:gd name="T52" fmla="*/ 431 w 521"/>
                      <a:gd name="T53" fmla="*/ 1359 h 1445"/>
                      <a:gd name="T54" fmla="*/ 384 w 521"/>
                      <a:gd name="T55" fmla="*/ 1445 h 1445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w 521"/>
                      <a:gd name="T85" fmla="*/ 0 h 1445"/>
                      <a:gd name="T86" fmla="*/ 521 w 521"/>
                      <a:gd name="T87" fmla="*/ 1445 h 1445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T84" t="T85" r="T86" b="T87"/>
                    <a:pathLst>
                      <a:path w="521" h="1445">
                        <a:moveTo>
                          <a:pt x="408" y="1321"/>
                        </a:moveTo>
                        <a:cubicBezTo>
                          <a:pt x="406" y="1249"/>
                          <a:pt x="458" y="1091"/>
                          <a:pt x="363" y="1066"/>
                        </a:cubicBezTo>
                        <a:cubicBezTo>
                          <a:pt x="333" y="1022"/>
                          <a:pt x="319" y="967"/>
                          <a:pt x="303" y="916"/>
                        </a:cubicBezTo>
                        <a:cubicBezTo>
                          <a:pt x="287" y="864"/>
                          <a:pt x="269" y="812"/>
                          <a:pt x="258" y="759"/>
                        </a:cubicBezTo>
                        <a:cubicBezTo>
                          <a:pt x="250" y="721"/>
                          <a:pt x="253" y="712"/>
                          <a:pt x="243" y="676"/>
                        </a:cubicBezTo>
                        <a:cubicBezTo>
                          <a:pt x="239" y="661"/>
                          <a:pt x="235" y="645"/>
                          <a:pt x="228" y="631"/>
                        </a:cubicBezTo>
                        <a:cubicBezTo>
                          <a:pt x="223" y="621"/>
                          <a:pt x="217" y="612"/>
                          <a:pt x="213" y="601"/>
                        </a:cubicBezTo>
                        <a:cubicBezTo>
                          <a:pt x="198" y="556"/>
                          <a:pt x="195" y="514"/>
                          <a:pt x="168" y="474"/>
                        </a:cubicBezTo>
                        <a:cubicBezTo>
                          <a:pt x="146" y="400"/>
                          <a:pt x="180" y="504"/>
                          <a:pt x="146" y="429"/>
                        </a:cubicBezTo>
                        <a:cubicBezTo>
                          <a:pt x="128" y="389"/>
                          <a:pt x="124" y="350"/>
                          <a:pt x="86" y="324"/>
                        </a:cubicBezTo>
                        <a:cubicBezTo>
                          <a:pt x="75" y="293"/>
                          <a:pt x="51" y="284"/>
                          <a:pt x="33" y="256"/>
                        </a:cubicBezTo>
                        <a:cubicBezTo>
                          <a:pt x="23" y="189"/>
                          <a:pt x="15" y="121"/>
                          <a:pt x="3" y="54"/>
                        </a:cubicBezTo>
                        <a:cubicBezTo>
                          <a:pt x="6" y="39"/>
                          <a:pt x="0" y="20"/>
                          <a:pt x="11" y="9"/>
                        </a:cubicBezTo>
                        <a:cubicBezTo>
                          <a:pt x="20" y="0"/>
                          <a:pt x="48" y="46"/>
                          <a:pt x="48" y="46"/>
                        </a:cubicBezTo>
                        <a:cubicBezTo>
                          <a:pt x="53" y="51"/>
                          <a:pt x="102" y="82"/>
                          <a:pt x="116" y="91"/>
                        </a:cubicBezTo>
                        <a:cubicBezTo>
                          <a:pt x="131" y="101"/>
                          <a:pt x="146" y="111"/>
                          <a:pt x="161" y="121"/>
                        </a:cubicBezTo>
                        <a:cubicBezTo>
                          <a:pt x="168" y="126"/>
                          <a:pt x="183" y="136"/>
                          <a:pt x="183" y="136"/>
                        </a:cubicBezTo>
                        <a:cubicBezTo>
                          <a:pt x="213" y="182"/>
                          <a:pt x="250" y="224"/>
                          <a:pt x="281" y="271"/>
                        </a:cubicBezTo>
                        <a:cubicBezTo>
                          <a:pt x="311" y="316"/>
                          <a:pt x="341" y="361"/>
                          <a:pt x="371" y="406"/>
                        </a:cubicBezTo>
                        <a:cubicBezTo>
                          <a:pt x="391" y="435"/>
                          <a:pt x="427" y="451"/>
                          <a:pt x="446" y="481"/>
                        </a:cubicBezTo>
                        <a:cubicBezTo>
                          <a:pt x="466" y="511"/>
                          <a:pt x="453" y="499"/>
                          <a:pt x="483" y="519"/>
                        </a:cubicBezTo>
                        <a:cubicBezTo>
                          <a:pt x="496" y="556"/>
                          <a:pt x="508" y="594"/>
                          <a:pt x="521" y="631"/>
                        </a:cubicBezTo>
                        <a:cubicBezTo>
                          <a:pt x="520" y="656"/>
                          <a:pt x="513" y="1045"/>
                          <a:pt x="506" y="1141"/>
                        </a:cubicBezTo>
                        <a:cubicBezTo>
                          <a:pt x="504" y="1164"/>
                          <a:pt x="493" y="1210"/>
                          <a:pt x="483" y="1231"/>
                        </a:cubicBezTo>
                        <a:cubicBezTo>
                          <a:pt x="475" y="1247"/>
                          <a:pt x="453" y="1276"/>
                          <a:pt x="453" y="1276"/>
                        </a:cubicBezTo>
                        <a:cubicBezTo>
                          <a:pt x="448" y="1291"/>
                          <a:pt x="442" y="1306"/>
                          <a:pt x="438" y="1321"/>
                        </a:cubicBezTo>
                        <a:cubicBezTo>
                          <a:pt x="435" y="1333"/>
                          <a:pt x="431" y="1359"/>
                          <a:pt x="431" y="1359"/>
                        </a:cubicBezTo>
                        <a:lnTo>
                          <a:pt x="384" y="1445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1" name="Freeform 108"/>
                  <p:cNvSpPr>
                    <a:spLocks/>
                  </p:cNvSpPr>
                  <p:nvPr/>
                </p:nvSpPr>
                <p:spPr bwMode="auto">
                  <a:xfrm>
                    <a:off x="7821" y="782"/>
                    <a:ext cx="432" cy="1048"/>
                  </a:xfrm>
                  <a:custGeom>
                    <a:avLst/>
                    <a:gdLst>
                      <a:gd name="T0" fmla="*/ 377 w 432"/>
                      <a:gd name="T1" fmla="*/ 1048 h 1048"/>
                      <a:gd name="T2" fmla="*/ 332 w 432"/>
                      <a:gd name="T3" fmla="*/ 958 h 1048"/>
                      <a:gd name="T4" fmla="*/ 324 w 432"/>
                      <a:gd name="T5" fmla="*/ 936 h 1048"/>
                      <a:gd name="T6" fmla="*/ 324 w 432"/>
                      <a:gd name="T7" fmla="*/ 913 h 1048"/>
                      <a:gd name="T8" fmla="*/ 377 w 432"/>
                      <a:gd name="T9" fmla="*/ 966 h 1048"/>
                      <a:gd name="T10" fmla="*/ 362 w 432"/>
                      <a:gd name="T11" fmla="*/ 868 h 1048"/>
                      <a:gd name="T12" fmla="*/ 332 w 432"/>
                      <a:gd name="T13" fmla="*/ 793 h 1048"/>
                      <a:gd name="T14" fmla="*/ 407 w 432"/>
                      <a:gd name="T15" fmla="*/ 711 h 1048"/>
                      <a:gd name="T16" fmla="*/ 384 w 432"/>
                      <a:gd name="T17" fmla="*/ 718 h 1048"/>
                      <a:gd name="T18" fmla="*/ 339 w 432"/>
                      <a:gd name="T19" fmla="*/ 748 h 1048"/>
                      <a:gd name="T20" fmla="*/ 309 w 432"/>
                      <a:gd name="T21" fmla="*/ 793 h 1048"/>
                      <a:gd name="T22" fmla="*/ 279 w 432"/>
                      <a:gd name="T23" fmla="*/ 741 h 1048"/>
                      <a:gd name="T24" fmla="*/ 264 w 432"/>
                      <a:gd name="T25" fmla="*/ 696 h 1048"/>
                      <a:gd name="T26" fmla="*/ 219 w 432"/>
                      <a:gd name="T27" fmla="*/ 681 h 1048"/>
                      <a:gd name="T28" fmla="*/ 272 w 432"/>
                      <a:gd name="T29" fmla="*/ 673 h 1048"/>
                      <a:gd name="T30" fmla="*/ 279 w 432"/>
                      <a:gd name="T31" fmla="*/ 591 h 1048"/>
                      <a:gd name="T32" fmla="*/ 414 w 432"/>
                      <a:gd name="T33" fmla="*/ 478 h 1048"/>
                      <a:gd name="T34" fmla="*/ 369 w 432"/>
                      <a:gd name="T35" fmla="*/ 508 h 1048"/>
                      <a:gd name="T36" fmla="*/ 347 w 432"/>
                      <a:gd name="T37" fmla="*/ 516 h 1048"/>
                      <a:gd name="T38" fmla="*/ 279 w 432"/>
                      <a:gd name="T39" fmla="*/ 568 h 1048"/>
                      <a:gd name="T40" fmla="*/ 257 w 432"/>
                      <a:gd name="T41" fmla="*/ 583 h 1048"/>
                      <a:gd name="T42" fmla="*/ 227 w 432"/>
                      <a:gd name="T43" fmla="*/ 531 h 1048"/>
                      <a:gd name="T44" fmla="*/ 174 w 432"/>
                      <a:gd name="T45" fmla="*/ 448 h 1048"/>
                      <a:gd name="T46" fmla="*/ 189 w 432"/>
                      <a:gd name="T47" fmla="*/ 471 h 1048"/>
                      <a:gd name="T48" fmla="*/ 234 w 432"/>
                      <a:gd name="T49" fmla="*/ 396 h 1048"/>
                      <a:gd name="T50" fmla="*/ 302 w 432"/>
                      <a:gd name="T51" fmla="*/ 366 h 1048"/>
                      <a:gd name="T52" fmla="*/ 324 w 432"/>
                      <a:gd name="T53" fmla="*/ 358 h 1048"/>
                      <a:gd name="T54" fmla="*/ 234 w 432"/>
                      <a:gd name="T55" fmla="*/ 366 h 1048"/>
                      <a:gd name="T56" fmla="*/ 182 w 432"/>
                      <a:gd name="T57" fmla="*/ 336 h 1048"/>
                      <a:gd name="T58" fmla="*/ 174 w 432"/>
                      <a:gd name="T59" fmla="*/ 283 h 1048"/>
                      <a:gd name="T60" fmla="*/ 152 w 432"/>
                      <a:gd name="T61" fmla="*/ 268 h 1048"/>
                      <a:gd name="T62" fmla="*/ 62 w 432"/>
                      <a:gd name="T63" fmla="*/ 276 h 1048"/>
                      <a:gd name="T64" fmla="*/ 197 w 432"/>
                      <a:gd name="T65" fmla="*/ 268 h 1048"/>
                      <a:gd name="T66" fmla="*/ 234 w 432"/>
                      <a:gd name="T67" fmla="*/ 231 h 1048"/>
                      <a:gd name="T68" fmla="*/ 257 w 432"/>
                      <a:gd name="T69" fmla="*/ 216 h 1048"/>
                      <a:gd name="T70" fmla="*/ 204 w 432"/>
                      <a:gd name="T71" fmla="*/ 231 h 1048"/>
                      <a:gd name="T72" fmla="*/ 137 w 432"/>
                      <a:gd name="T73" fmla="*/ 261 h 1048"/>
                      <a:gd name="T74" fmla="*/ 107 w 432"/>
                      <a:gd name="T75" fmla="*/ 171 h 1048"/>
                      <a:gd name="T76" fmla="*/ 99 w 432"/>
                      <a:gd name="T77" fmla="*/ 148 h 1048"/>
                      <a:gd name="T78" fmla="*/ 77 w 432"/>
                      <a:gd name="T79" fmla="*/ 141 h 1048"/>
                      <a:gd name="T80" fmla="*/ 129 w 432"/>
                      <a:gd name="T81" fmla="*/ 133 h 1048"/>
                      <a:gd name="T82" fmla="*/ 167 w 432"/>
                      <a:gd name="T83" fmla="*/ 36 h 1048"/>
                      <a:gd name="T84" fmla="*/ 174 w 432"/>
                      <a:gd name="T85" fmla="*/ 6 h 1048"/>
                      <a:gd name="T86" fmla="*/ 152 w 432"/>
                      <a:gd name="T87" fmla="*/ 13 h 1048"/>
                      <a:gd name="T88" fmla="*/ 92 w 432"/>
                      <a:gd name="T89" fmla="*/ 141 h 1048"/>
                      <a:gd name="T90" fmla="*/ 54 w 432"/>
                      <a:gd name="T91" fmla="*/ 28 h 1048"/>
                      <a:gd name="T92" fmla="*/ 47 w 432"/>
                      <a:gd name="T93" fmla="*/ 58 h 1048"/>
                      <a:gd name="T94" fmla="*/ 39 w 432"/>
                      <a:gd name="T95" fmla="*/ 81 h 1048"/>
                      <a:gd name="T96" fmla="*/ 0 w 432"/>
                      <a:gd name="T97" fmla="*/ 122 h 104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432"/>
                      <a:gd name="T148" fmla="*/ 0 h 1048"/>
                      <a:gd name="T149" fmla="*/ 432 w 432"/>
                      <a:gd name="T150" fmla="*/ 1048 h 1048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432" h="1048">
                        <a:moveTo>
                          <a:pt x="377" y="1048"/>
                        </a:moveTo>
                        <a:cubicBezTo>
                          <a:pt x="369" y="1001"/>
                          <a:pt x="364" y="991"/>
                          <a:pt x="332" y="958"/>
                        </a:cubicBezTo>
                        <a:cubicBezTo>
                          <a:pt x="329" y="951"/>
                          <a:pt x="329" y="942"/>
                          <a:pt x="324" y="936"/>
                        </a:cubicBezTo>
                        <a:cubicBezTo>
                          <a:pt x="305" y="913"/>
                          <a:pt x="285" y="927"/>
                          <a:pt x="324" y="913"/>
                        </a:cubicBezTo>
                        <a:cubicBezTo>
                          <a:pt x="352" y="932"/>
                          <a:pt x="349" y="947"/>
                          <a:pt x="377" y="966"/>
                        </a:cubicBezTo>
                        <a:cubicBezTo>
                          <a:pt x="371" y="933"/>
                          <a:pt x="370" y="900"/>
                          <a:pt x="362" y="868"/>
                        </a:cubicBezTo>
                        <a:cubicBezTo>
                          <a:pt x="356" y="844"/>
                          <a:pt x="340" y="818"/>
                          <a:pt x="332" y="793"/>
                        </a:cubicBezTo>
                        <a:cubicBezTo>
                          <a:pt x="341" y="738"/>
                          <a:pt x="343" y="711"/>
                          <a:pt x="407" y="711"/>
                        </a:cubicBezTo>
                        <a:cubicBezTo>
                          <a:pt x="415" y="711"/>
                          <a:pt x="392" y="716"/>
                          <a:pt x="384" y="718"/>
                        </a:cubicBezTo>
                        <a:cubicBezTo>
                          <a:pt x="369" y="728"/>
                          <a:pt x="354" y="738"/>
                          <a:pt x="339" y="748"/>
                        </a:cubicBezTo>
                        <a:cubicBezTo>
                          <a:pt x="324" y="758"/>
                          <a:pt x="309" y="793"/>
                          <a:pt x="309" y="793"/>
                        </a:cubicBezTo>
                        <a:cubicBezTo>
                          <a:pt x="294" y="771"/>
                          <a:pt x="290" y="767"/>
                          <a:pt x="279" y="741"/>
                        </a:cubicBezTo>
                        <a:cubicBezTo>
                          <a:pt x="278" y="738"/>
                          <a:pt x="267" y="699"/>
                          <a:pt x="264" y="696"/>
                        </a:cubicBezTo>
                        <a:cubicBezTo>
                          <a:pt x="261" y="693"/>
                          <a:pt x="222" y="682"/>
                          <a:pt x="219" y="681"/>
                        </a:cubicBezTo>
                        <a:cubicBezTo>
                          <a:pt x="237" y="678"/>
                          <a:pt x="262" y="688"/>
                          <a:pt x="272" y="673"/>
                        </a:cubicBezTo>
                        <a:cubicBezTo>
                          <a:pt x="287" y="650"/>
                          <a:pt x="275" y="618"/>
                          <a:pt x="279" y="591"/>
                        </a:cubicBezTo>
                        <a:cubicBezTo>
                          <a:pt x="284" y="556"/>
                          <a:pt x="386" y="478"/>
                          <a:pt x="414" y="478"/>
                        </a:cubicBezTo>
                        <a:cubicBezTo>
                          <a:pt x="432" y="478"/>
                          <a:pt x="386" y="502"/>
                          <a:pt x="369" y="508"/>
                        </a:cubicBezTo>
                        <a:cubicBezTo>
                          <a:pt x="362" y="511"/>
                          <a:pt x="354" y="513"/>
                          <a:pt x="347" y="516"/>
                        </a:cubicBezTo>
                        <a:cubicBezTo>
                          <a:pt x="310" y="551"/>
                          <a:pt x="334" y="531"/>
                          <a:pt x="279" y="568"/>
                        </a:cubicBezTo>
                        <a:cubicBezTo>
                          <a:pt x="272" y="573"/>
                          <a:pt x="257" y="583"/>
                          <a:pt x="257" y="583"/>
                        </a:cubicBezTo>
                        <a:cubicBezTo>
                          <a:pt x="223" y="561"/>
                          <a:pt x="240" y="548"/>
                          <a:pt x="227" y="531"/>
                        </a:cubicBezTo>
                        <a:cubicBezTo>
                          <a:pt x="217" y="518"/>
                          <a:pt x="105" y="426"/>
                          <a:pt x="174" y="448"/>
                        </a:cubicBezTo>
                        <a:cubicBezTo>
                          <a:pt x="179" y="456"/>
                          <a:pt x="183" y="465"/>
                          <a:pt x="189" y="471"/>
                        </a:cubicBezTo>
                        <a:cubicBezTo>
                          <a:pt x="238" y="520"/>
                          <a:pt x="205" y="424"/>
                          <a:pt x="234" y="396"/>
                        </a:cubicBezTo>
                        <a:cubicBezTo>
                          <a:pt x="252" y="378"/>
                          <a:pt x="279" y="374"/>
                          <a:pt x="302" y="366"/>
                        </a:cubicBezTo>
                        <a:cubicBezTo>
                          <a:pt x="309" y="364"/>
                          <a:pt x="332" y="358"/>
                          <a:pt x="324" y="358"/>
                        </a:cubicBezTo>
                        <a:cubicBezTo>
                          <a:pt x="294" y="358"/>
                          <a:pt x="264" y="363"/>
                          <a:pt x="234" y="366"/>
                        </a:cubicBezTo>
                        <a:cubicBezTo>
                          <a:pt x="195" y="392"/>
                          <a:pt x="194" y="373"/>
                          <a:pt x="182" y="336"/>
                        </a:cubicBezTo>
                        <a:cubicBezTo>
                          <a:pt x="179" y="318"/>
                          <a:pt x="181" y="299"/>
                          <a:pt x="174" y="283"/>
                        </a:cubicBezTo>
                        <a:cubicBezTo>
                          <a:pt x="170" y="275"/>
                          <a:pt x="161" y="269"/>
                          <a:pt x="152" y="268"/>
                        </a:cubicBezTo>
                        <a:cubicBezTo>
                          <a:pt x="122" y="266"/>
                          <a:pt x="32" y="276"/>
                          <a:pt x="62" y="276"/>
                        </a:cubicBezTo>
                        <a:cubicBezTo>
                          <a:pt x="107" y="276"/>
                          <a:pt x="152" y="271"/>
                          <a:pt x="197" y="268"/>
                        </a:cubicBezTo>
                        <a:cubicBezTo>
                          <a:pt x="260" y="225"/>
                          <a:pt x="180" y="283"/>
                          <a:pt x="234" y="231"/>
                        </a:cubicBezTo>
                        <a:cubicBezTo>
                          <a:pt x="241" y="225"/>
                          <a:pt x="263" y="223"/>
                          <a:pt x="257" y="216"/>
                        </a:cubicBezTo>
                        <a:cubicBezTo>
                          <a:pt x="254" y="213"/>
                          <a:pt x="209" y="229"/>
                          <a:pt x="204" y="231"/>
                        </a:cubicBezTo>
                        <a:cubicBezTo>
                          <a:pt x="180" y="255"/>
                          <a:pt x="171" y="272"/>
                          <a:pt x="137" y="261"/>
                        </a:cubicBezTo>
                        <a:cubicBezTo>
                          <a:pt x="127" y="231"/>
                          <a:pt x="117" y="201"/>
                          <a:pt x="107" y="171"/>
                        </a:cubicBezTo>
                        <a:cubicBezTo>
                          <a:pt x="104" y="163"/>
                          <a:pt x="107" y="150"/>
                          <a:pt x="99" y="148"/>
                        </a:cubicBezTo>
                        <a:cubicBezTo>
                          <a:pt x="92" y="146"/>
                          <a:pt x="84" y="143"/>
                          <a:pt x="77" y="141"/>
                        </a:cubicBezTo>
                        <a:cubicBezTo>
                          <a:pt x="94" y="138"/>
                          <a:pt x="113" y="140"/>
                          <a:pt x="129" y="133"/>
                        </a:cubicBezTo>
                        <a:cubicBezTo>
                          <a:pt x="153" y="122"/>
                          <a:pt x="161" y="57"/>
                          <a:pt x="167" y="36"/>
                        </a:cubicBezTo>
                        <a:cubicBezTo>
                          <a:pt x="170" y="26"/>
                          <a:pt x="180" y="15"/>
                          <a:pt x="174" y="6"/>
                        </a:cubicBezTo>
                        <a:cubicBezTo>
                          <a:pt x="170" y="0"/>
                          <a:pt x="159" y="11"/>
                          <a:pt x="152" y="13"/>
                        </a:cubicBezTo>
                        <a:cubicBezTo>
                          <a:pt x="137" y="57"/>
                          <a:pt x="132" y="114"/>
                          <a:pt x="92" y="141"/>
                        </a:cubicBezTo>
                        <a:cubicBezTo>
                          <a:pt x="69" y="106"/>
                          <a:pt x="65" y="68"/>
                          <a:pt x="54" y="28"/>
                        </a:cubicBezTo>
                        <a:cubicBezTo>
                          <a:pt x="52" y="38"/>
                          <a:pt x="50" y="48"/>
                          <a:pt x="47" y="58"/>
                        </a:cubicBezTo>
                        <a:cubicBezTo>
                          <a:pt x="45" y="66"/>
                          <a:pt x="39" y="81"/>
                          <a:pt x="39" y="81"/>
                        </a:cubicBezTo>
                        <a:lnTo>
                          <a:pt x="0" y="122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3" name="Group 109"/>
                <p:cNvGrpSpPr>
                  <a:grpSpLocks/>
                </p:cNvGrpSpPr>
                <p:nvPr/>
              </p:nvGrpSpPr>
              <p:grpSpPr bwMode="auto">
                <a:xfrm flipH="1">
                  <a:off x="5364" y="1550"/>
                  <a:ext cx="875" cy="1409"/>
                  <a:chOff x="8110" y="1365"/>
                  <a:chExt cx="875" cy="1409"/>
                </a:xfrm>
              </p:grpSpPr>
              <p:sp>
                <p:nvSpPr>
                  <p:cNvPr id="206" name="Freeform 110"/>
                  <p:cNvSpPr>
                    <a:spLocks/>
                  </p:cNvSpPr>
                  <p:nvPr/>
                </p:nvSpPr>
                <p:spPr bwMode="auto">
                  <a:xfrm>
                    <a:off x="8110" y="1371"/>
                    <a:ext cx="867" cy="1403"/>
                  </a:xfrm>
                  <a:custGeom>
                    <a:avLst/>
                    <a:gdLst>
                      <a:gd name="T0" fmla="*/ 28 w 867"/>
                      <a:gd name="T1" fmla="*/ 1374 h 1403"/>
                      <a:gd name="T2" fmla="*/ 65 w 867"/>
                      <a:gd name="T3" fmla="*/ 1037 h 1403"/>
                      <a:gd name="T4" fmla="*/ 118 w 867"/>
                      <a:gd name="T5" fmla="*/ 767 h 1403"/>
                      <a:gd name="T6" fmla="*/ 125 w 867"/>
                      <a:gd name="T7" fmla="*/ 722 h 1403"/>
                      <a:gd name="T8" fmla="*/ 215 w 867"/>
                      <a:gd name="T9" fmla="*/ 617 h 1403"/>
                      <a:gd name="T10" fmla="*/ 283 w 867"/>
                      <a:gd name="T11" fmla="*/ 534 h 1403"/>
                      <a:gd name="T12" fmla="*/ 410 w 867"/>
                      <a:gd name="T13" fmla="*/ 317 h 1403"/>
                      <a:gd name="T14" fmla="*/ 470 w 867"/>
                      <a:gd name="T15" fmla="*/ 257 h 1403"/>
                      <a:gd name="T16" fmla="*/ 530 w 867"/>
                      <a:gd name="T17" fmla="*/ 152 h 1403"/>
                      <a:gd name="T18" fmla="*/ 553 w 867"/>
                      <a:gd name="T19" fmla="*/ 99 h 1403"/>
                      <a:gd name="T20" fmla="*/ 643 w 867"/>
                      <a:gd name="T21" fmla="*/ 54 h 1403"/>
                      <a:gd name="T22" fmla="*/ 860 w 867"/>
                      <a:gd name="T23" fmla="*/ 2 h 1403"/>
                      <a:gd name="T24" fmla="*/ 838 w 867"/>
                      <a:gd name="T25" fmla="*/ 9 h 1403"/>
                      <a:gd name="T26" fmla="*/ 778 w 867"/>
                      <a:gd name="T27" fmla="*/ 62 h 1403"/>
                      <a:gd name="T28" fmla="*/ 748 w 867"/>
                      <a:gd name="T29" fmla="*/ 107 h 1403"/>
                      <a:gd name="T30" fmla="*/ 740 w 867"/>
                      <a:gd name="T31" fmla="*/ 129 h 1403"/>
                      <a:gd name="T32" fmla="*/ 695 w 867"/>
                      <a:gd name="T33" fmla="*/ 174 h 1403"/>
                      <a:gd name="T34" fmla="*/ 635 w 867"/>
                      <a:gd name="T35" fmla="*/ 279 h 1403"/>
                      <a:gd name="T36" fmla="*/ 605 w 867"/>
                      <a:gd name="T37" fmla="*/ 369 h 1403"/>
                      <a:gd name="T38" fmla="*/ 590 w 867"/>
                      <a:gd name="T39" fmla="*/ 414 h 1403"/>
                      <a:gd name="T40" fmla="*/ 560 w 867"/>
                      <a:gd name="T41" fmla="*/ 459 h 1403"/>
                      <a:gd name="T42" fmla="*/ 515 w 867"/>
                      <a:gd name="T43" fmla="*/ 557 h 1403"/>
                      <a:gd name="T44" fmla="*/ 403 w 867"/>
                      <a:gd name="T45" fmla="*/ 797 h 1403"/>
                      <a:gd name="T46" fmla="*/ 358 w 867"/>
                      <a:gd name="T47" fmla="*/ 887 h 1403"/>
                      <a:gd name="T48" fmla="*/ 320 w 867"/>
                      <a:gd name="T49" fmla="*/ 954 h 1403"/>
                      <a:gd name="T50" fmla="*/ 200 w 867"/>
                      <a:gd name="T51" fmla="*/ 1142 h 1403"/>
                      <a:gd name="T52" fmla="*/ 185 w 867"/>
                      <a:gd name="T53" fmla="*/ 1164 h 1403"/>
                      <a:gd name="T54" fmla="*/ 170 w 867"/>
                      <a:gd name="T55" fmla="*/ 1187 h 1403"/>
                      <a:gd name="T56" fmla="*/ 155 w 867"/>
                      <a:gd name="T57" fmla="*/ 1209 h 1403"/>
                      <a:gd name="T58" fmla="*/ 88 w 867"/>
                      <a:gd name="T59" fmla="*/ 1299 h 1403"/>
                      <a:gd name="T60" fmla="*/ 50 w 867"/>
                      <a:gd name="T61" fmla="*/ 1367 h 1403"/>
                      <a:gd name="T62" fmla="*/ 28 w 867"/>
                      <a:gd name="T63" fmla="*/ 1374 h 1403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867"/>
                      <a:gd name="T97" fmla="*/ 0 h 1403"/>
                      <a:gd name="T98" fmla="*/ 867 w 867"/>
                      <a:gd name="T99" fmla="*/ 1403 h 1403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867" h="1403">
                        <a:moveTo>
                          <a:pt x="28" y="1374"/>
                        </a:moveTo>
                        <a:cubicBezTo>
                          <a:pt x="49" y="1263"/>
                          <a:pt x="0" y="1133"/>
                          <a:pt x="65" y="1037"/>
                        </a:cubicBezTo>
                        <a:cubicBezTo>
                          <a:pt x="74" y="944"/>
                          <a:pt x="99" y="858"/>
                          <a:pt x="118" y="767"/>
                        </a:cubicBezTo>
                        <a:cubicBezTo>
                          <a:pt x="121" y="752"/>
                          <a:pt x="119" y="736"/>
                          <a:pt x="125" y="722"/>
                        </a:cubicBezTo>
                        <a:cubicBezTo>
                          <a:pt x="143" y="679"/>
                          <a:pt x="186" y="650"/>
                          <a:pt x="215" y="617"/>
                        </a:cubicBezTo>
                        <a:cubicBezTo>
                          <a:pt x="335" y="480"/>
                          <a:pt x="213" y="604"/>
                          <a:pt x="283" y="534"/>
                        </a:cubicBezTo>
                        <a:cubicBezTo>
                          <a:pt x="308" y="431"/>
                          <a:pt x="302" y="353"/>
                          <a:pt x="410" y="317"/>
                        </a:cubicBezTo>
                        <a:cubicBezTo>
                          <a:pt x="431" y="296"/>
                          <a:pt x="453" y="282"/>
                          <a:pt x="470" y="257"/>
                        </a:cubicBezTo>
                        <a:cubicBezTo>
                          <a:pt x="481" y="217"/>
                          <a:pt x="501" y="181"/>
                          <a:pt x="530" y="152"/>
                        </a:cubicBezTo>
                        <a:cubicBezTo>
                          <a:pt x="538" y="134"/>
                          <a:pt x="542" y="115"/>
                          <a:pt x="553" y="99"/>
                        </a:cubicBezTo>
                        <a:cubicBezTo>
                          <a:pt x="573" y="69"/>
                          <a:pt x="612" y="60"/>
                          <a:pt x="643" y="54"/>
                        </a:cubicBezTo>
                        <a:cubicBezTo>
                          <a:pt x="801" y="23"/>
                          <a:pt x="752" y="38"/>
                          <a:pt x="860" y="2"/>
                        </a:cubicBezTo>
                        <a:cubicBezTo>
                          <a:pt x="867" y="0"/>
                          <a:pt x="838" y="9"/>
                          <a:pt x="838" y="9"/>
                        </a:cubicBezTo>
                        <a:cubicBezTo>
                          <a:pt x="813" y="25"/>
                          <a:pt x="803" y="45"/>
                          <a:pt x="778" y="62"/>
                        </a:cubicBezTo>
                        <a:cubicBezTo>
                          <a:pt x="760" y="130"/>
                          <a:pt x="785" y="61"/>
                          <a:pt x="748" y="107"/>
                        </a:cubicBezTo>
                        <a:cubicBezTo>
                          <a:pt x="743" y="113"/>
                          <a:pt x="745" y="123"/>
                          <a:pt x="740" y="129"/>
                        </a:cubicBezTo>
                        <a:cubicBezTo>
                          <a:pt x="727" y="146"/>
                          <a:pt x="710" y="159"/>
                          <a:pt x="695" y="174"/>
                        </a:cubicBezTo>
                        <a:cubicBezTo>
                          <a:pt x="666" y="203"/>
                          <a:pt x="653" y="243"/>
                          <a:pt x="635" y="279"/>
                        </a:cubicBezTo>
                        <a:cubicBezTo>
                          <a:pt x="629" y="318"/>
                          <a:pt x="627" y="337"/>
                          <a:pt x="605" y="369"/>
                        </a:cubicBezTo>
                        <a:cubicBezTo>
                          <a:pt x="603" y="376"/>
                          <a:pt x="594" y="407"/>
                          <a:pt x="590" y="414"/>
                        </a:cubicBezTo>
                        <a:cubicBezTo>
                          <a:pt x="581" y="430"/>
                          <a:pt x="560" y="459"/>
                          <a:pt x="560" y="459"/>
                        </a:cubicBezTo>
                        <a:cubicBezTo>
                          <a:pt x="551" y="490"/>
                          <a:pt x="533" y="530"/>
                          <a:pt x="515" y="557"/>
                        </a:cubicBezTo>
                        <a:cubicBezTo>
                          <a:pt x="487" y="642"/>
                          <a:pt x="456" y="725"/>
                          <a:pt x="403" y="797"/>
                        </a:cubicBezTo>
                        <a:cubicBezTo>
                          <a:pt x="391" y="829"/>
                          <a:pt x="373" y="857"/>
                          <a:pt x="358" y="887"/>
                        </a:cubicBezTo>
                        <a:cubicBezTo>
                          <a:pt x="343" y="917"/>
                          <a:pt x="346" y="929"/>
                          <a:pt x="320" y="954"/>
                        </a:cubicBezTo>
                        <a:cubicBezTo>
                          <a:pt x="284" y="1027"/>
                          <a:pt x="245" y="1076"/>
                          <a:pt x="200" y="1142"/>
                        </a:cubicBezTo>
                        <a:cubicBezTo>
                          <a:pt x="195" y="1149"/>
                          <a:pt x="190" y="1157"/>
                          <a:pt x="185" y="1164"/>
                        </a:cubicBezTo>
                        <a:cubicBezTo>
                          <a:pt x="180" y="1172"/>
                          <a:pt x="175" y="1179"/>
                          <a:pt x="170" y="1187"/>
                        </a:cubicBezTo>
                        <a:cubicBezTo>
                          <a:pt x="165" y="1194"/>
                          <a:pt x="155" y="1209"/>
                          <a:pt x="155" y="1209"/>
                        </a:cubicBezTo>
                        <a:cubicBezTo>
                          <a:pt x="144" y="1246"/>
                          <a:pt x="119" y="1278"/>
                          <a:pt x="88" y="1299"/>
                        </a:cubicBezTo>
                        <a:cubicBezTo>
                          <a:pt x="74" y="1339"/>
                          <a:pt x="85" y="1315"/>
                          <a:pt x="50" y="1367"/>
                        </a:cubicBezTo>
                        <a:cubicBezTo>
                          <a:pt x="26" y="1403"/>
                          <a:pt x="28" y="1385"/>
                          <a:pt x="28" y="1374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07" name="Freeform 111"/>
                  <p:cNvSpPr>
                    <a:spLocks/>
                  </p:cNvSpPr>
                  <p:nvPr/>
                </p:nvSpPr>
                <p:spPr bwMode="auto">
                  <a:xfrm>
                    <a:off x="8139" y="1365"/>
                    <a:ext cx="846" cy="1406"/>
                  </a:xfrm>
                  <a:custGeom>
                    <a:avLst/>
                    <a:gdLst>
                      <a:gd name="T0" fmla="*/ 6 w 846"/>
                      <a:gd name="T1" fmla="*/ 1373 h 1406"/>
                      <a:gd name="T2" fmla="*/ 89 w 846"/>
                      <a:gd name="T3" fmla="*/ 1260 h 1406"/>
                      <a:gd name="T4" fmla="*/ 216 w 846"/>
                      <a:gd name="T5" fmla="*/ 1035 h 1406"/>
                      <a:gd name="T6" fmla="*/ 246 w 846"/>
                      <a:gd name="T7" fmla="*/ 983 h 1406"/>
                      <a:gd name="T8" fmla="*/ 344 w 846"/>
                      <a:gd name="T9" fmla="*/ 803 h 1406"/>
                      <a:gd name="T10" fmla="*/ 419 w 846"/>
                      <a:gd name="T11" fmla="*/ 600 h 1406"/>
                      <a:gd name="T12" fmla="*/ 494 w 846"/>
                      <a:gd name="T13" fmla="*/ 480 h 1406"/>
                      <a:gd name="T14" fmla="*/ 531 w 846"/>
                      <a:gd name="T15" fmla="*/ 428 h 1406"/>
                      <a:gd name="T16" fmla="*/ 561 w 846"/>
                      <a:gd name="T17" fmla="*/ 360 h 1406"/>
                      <a:gd name="T18" fmla="*/ 576 w 846"/>
                      <a:gd name="T19" fmla="*/ 308 h 1406"/>
                      <a:gd name="T20" fmla="*/ 629 w 846"/>
                      <a:gd name="T21" fmla="*/ 233 h 1406"/>
                      <a:gd name="T22" fmla="*/ 704 w 846"/>
                      <a:gd name="T23" fmla="*/ 128 h 1406"/>
                      <a:gd name="T24" fmla="*/ 786 w 846"/>
                      <a:gd name="T25" fmla="*/ 30 h 1406"/>
                      <a:gd name="T26" fmla="*/ 831 w 846"/>
                      <a:gd name="T27" fmla="*/ 0 h 1406"/>
                      <a:gd name="T28" fmla="*/ 786 w 846"/>
                      <a:gd name="T29" fmla="*/ 120 h 1406"/>
                      <a:gd name="T30" fmla="*/ 696 w 846"/>
                      <a:gd name="T31" fmla="*/ 585 h 1406"/>
                      <a:gd name="T32" fmla="*/ 674 w 846"/>
                      <a:gd name="T33" fmla="*/ 758 h 1406"/>
                      <a:gd name="T34" fmla="*/ 614 w 846"/>
                      <a:gd name="T35" fmla="*/ 915 h 1406"/>
                      <a:gd name="T36" fmla="*/ 479 w 846"/>
                      <a:gd name="T37" fmla="*/ 1080 h 1406"/>
                      <a:gd name="T38" fmla="*/ 456 w 846"/>
                      <a:gd name="T39" fmla="*/ 1110 h 1406"/>
                      <a:gd name="T40" fmla="*/ 434 w 846"/>
                      <a:gd name="T41" fmla="*/ 1125 h 1406"/>
                      <a:gd name="T42" fmla="*/ 329 w 846"/>
                      <a:gd name="T43" fmla="*/ 1208 h 1406"/>
                      <a:gd name="T44" fmla="*/ 194 w 846"/>
                      <a:gd name="T45" fmla="*/ 1305 h 1406"/>
                      <a:gd name="T46" fmla="*/ 111 w 846"/>
                      <a:gd name="T47" fmla="*/ 1343 h 1406"/>
                      <a:gd name="T48" fmla="*/ 66 w 846"/>
                      <a:gd name="T49" fmla="*/ 1358 h 1406"/>
                      <a:gd name="T50" fmla="*/ 6 w 846"/>
                      <a:gd name="T51" fmla="*/ 1395 h 1406"/>
                      <a:gd name="T52" fmla="*/ 6 w 846"/>
                      <a:gd name="T53" fmla="*/ 1373 h 140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846"/>
                      <a:gd name="T82" fmla="*/ 0 h 1406"/>
                      <a:gd name="T83" fmla="*/ 846 w 846"/>
                      <a:gd name="T84" fmla="*/ 1406 h 140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846" h="1406">
                        <a:moveTo>
                          <a:pt x="6" y="1373"/>
                        </a:moveTo>
                        <a:cubicBezTo>
                          <a:pt x="21" y="1330"/>
                          <a:pt x="51" y="1285"/>
                          <a:pt x="89" y="1260"/>
                        </a:cubicBezTo>
                        <a:cubicBezTo>
                          <a:pt x="115" y="1179"/>
                          <a:pt x="166" y="1103"/>
                          <a:pt x="216" y="1035"/>
                        </a:cubicBezTo>
                        <a:cubicBezTo>
                          <a:pt x="234" y="985"/>
                          <a:pt x="210" y="1046"/>
                          <a:pt x="246" y="983"/>
                        </a:cubicBezTo>
                        <a:cubicBezTo>
                          <a:pt x="280" y="924"/>
                          <a:pt x="306" y="859"/>
                          <a:pt x="344" y="803"/>
                        </a:cubicBezTo>
                        <a:cubicBezTo>
                          <a:pt x="361" y="734"/>
                          <a:pt x="380" y="660"/>
                          <a:pt x="419" y="600"/>
                        </a:cubicBezTo>
                        <a:cubicBezTo>
                          <a:pt x="433" y="555"/>
                          <a:pt x="468" y="519"/>
                          <a:pt x="494" y="480"/>
                        </a:cubicBezTo>
                        <a:cubicBezTo>
                          <a:pt x="506" y="462"/>
                          <a:pt x="531" y="428"/>
                          <a:pt x="531" y="428"/>
                        </a:cubicBezTo>
                        <a:cubicBezTo>
                          <a:pt x="565" y="325"/>
                          <a:pt x="528" y="425"/>
                          <a:pt x="561" y="360"/>
                        </a:cubicBezTo>
                        <a:cubicBezTo>
                          <a:pt x="580" y="323"/>
                          <a:pt x="557" y="353"/>
                          <a:pt x="576" y="308"/>
                        </a:cubicBezTo>
                        <a:cubicBezTo>
                          <a:pt x="588" y="278"/>
                          <a:pt x="606" y="256"/>
                          <a:pt x="629" y="233"/>
                        </a:cubicBezTo>
                        <a:cubicBezTo>
                          <a:pt x="638" y="173"/>
                          <a:pt x="652" y="162"/>
                          <a:pt x="704" y="128"/>
                        </a:cubicBezTo>
                        <a:cubicBezTo>
                          <a:pt x="725" y="96"/>
                          <a:pt x="759" y="55"/>
                          <a:pt x="786" y="30"/>
                        </a:cubicBezTo>
                        <a:cubicBezTo>
                          <a:pt x="799" y="18"/>
                          <a:pt x="831" y="0"/>
                          <a:pt x="831" y="0"/>
                        </a:cubicBezTo>
                        <a:cubicBezTo>
                          <a:pt x="846" y="42"/>
                          <a:pt x="810" y="85"/>
                          <a:pt x="786" y="120"/>
                        </a:cubicBezTo>
                        <a:cubicBezTo>
                          <a:pt x="741" y="268"/>
                          <a:pt x="788" y="450"/>
                          <a:pt x="696" y="585"/>
                        </a:cubicBezTo>
                        <a:cubicBezTo>
                          <a:pt x="678" y="643"/>
                          <a:pt x="681" y="698"/>
                          <a:pt x="674" y="758"/>
                        </a:cubicBezTo>
                        <a:cubicBezTo>
                          <a:pt x="669" y="798"/>
                          <a:pt x="636" y="882"/>
                          <a:pt x="614" y="915"/>
                        </a:cubicBezTo>
                        <a:cubicBezTo>
                          <a:pt x="594" y="990"/>
                          <a:pt x="541" y="1036"/>
                          <a:pt x="479" y="1080"/>
                        </a:cubicBezTo>
                        <a:cubicBezTo>
                          <a:pt x="469" y="1087"/>
                          <a:pt x="465" y="1101"/>
                          <a:pt x="456" y="1110"/>
                        </a:cubicBezTo>
                        <a:cubicBezTo>
                          <a:pt x="450" y="1116"/>
                          <a:pt x="441" y="1120"/>
                          <a:pt x="434" y="1125"/>
                        </a:cubicBezTo>
                        <a:cubicBezTo>
                          <a:pt x="407" y="1167"/>
                          <a:pt x="371" y="1184"/>
                          <a:pt x="329" y="1208"/>
                        </a:cubicBezTo>
                        <a:cubicBezTo>
                          <a:pt x="281" y="1235"/>
                          <a:pt x="240" y="1274"/>
                          <a:pt x="194" y="1305"/>
                        </a:cubicBezTo>
                        <a:cubicBezTo>
                          <a:pt x="160" y="1328"/>
                          <a:pt x="150" y="1332"/>
                          <a:pt x="111" y="1343"/>
                        </a:cubicBezTo>
                        <a:cubicBezTo>
                          <a:pt x="96" y="1347"/>
                          <a:pt x="66" y="1358"/>
                          <a:pt x="66" y="1358"/>
                        </a:cubicBezTo>
                        <a:cubicBezTo>
                          <a:pt x="59" y="1368"/>
                          <a:pt x="22" y="1406"/>
                          <a:pt x="6" y="1395"/>
                        </a:cubicBezTo>
                        <a:cubicBezTo>
                          <a:pt x="0" y="1391"/>
                          <a:pt x="6" y="1380"/>
                          <a:pt x="6" y="1373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08" name="Freeform 112"/>
                  <p:cNvSpPr>
                    <a:spLocks/>
                  </p:cNvSpPr>
                  <p:nvPr/>
                </p:nvSpPr>
                <p:spPr bwMode="auto">
                  <a:xfrm>
                    <a:off x="8153" y="1423"/>
                    <a:ext cx="703" cy="1277"/>
                  </a:xfrm>
                  <a:custGeom>
                    <a:avLst/>
                    <a:gdLst>
                      <a:gd name="T0" fmla="*/ 60 w 703"/>
                      <a:gd name="T1" fmla="*/ 1217 h 1277"/>
                      <a:gd name="T2" fmla="*/ 30 w 703"/>
                      <a:gd name="T3" fmla="*/ 1127 h 1277"/>
                      <a:gd name="T4" fmla="*/ 142 w 703"/>
                      <a:gd name="T5" fmla="*/ 1097 h 1277"/>
                      <a:gd name="T6" fmla="*/ 217 w 703"/>
                      <a:gd name="T7" fmla="*/ 1120 h 1277"/>
                      <a:gd name="T8" fmla="*/ 172 w 703"/>
                      <a:gd name="T9" fmla="*/ 1022 h 1277"/>
                      <a:gd name="T10" fmla="*/ 150 w 703"/>
                      <a:gd name="T11" fmla="*/ 895 h 1277"/>
                      <a:gd name="T12" fmla="*/ 255 w 703"/>
                      <a:gd name="T13" fmla="*/ 880 h 1277"/>
                      <a:gd name="T14" fmla="*/ 397 w 703"/>
                      <a:gd name="T15" fmla="*/ 932 h 1277"/>
                      <a:gd name="T16" fmla="*/ 382 w 703"/>
                      <a:gd name="T17" fmla="*/ 947 h 1277"/>
                      <a:gd name="T18" fmla="*/ 262 w 703"/>
                      <a:gd name="T19" fmla="*/ 850 h 1277"/>
                      <a:gd name="T20" fmla="*/ 210 w 703"/>
                      <a:gd name="T21" fmla="*/ 692 h 1277"/>
                      <a:gd name="T22" fmla="*/ 240 w 703"/>
                      <a:gd name="T23" fmla="*/ 745 h 1277"/>
                      <a:gd name="T24" fmla="*/ 322 w 703"/>
                      <a:gd name="T25" fmla="*/ 707 h 1277"/>
                      <a:gd name="T26" fmla="*/ 435 w 703"/>
                      <a:gd name="T27" fmla="*/ 700 h 1277"/>
                      <a:gd name="T28" fmla="*/ 487 w 703"/>
                      <a:gd name="T29" fmla="*/ 775 h 1277"/>
                      <a:gd name="T30" fmla="*/ 442 w 703"/>
                      <a:gd name="T31" fmla="*/ 715 h 1277"/>
                      <a:gd name="T32" fmla="*/ 375 w 703"/>
                      <a:gd name="T33" fmla="*/ 602 h 1277"/>
                      <a:gd name="T34" fmla="*/ 337 w 703"/>
                      <a:gd name="T35" fmla="*/ 557 h 1277"/>
                      <a:gd name="T36" fmla="*/ 397 w 703"/>
                      <a:gd name="T37" fmla="*/ 565 h 1277"/>
                      <a:gd name="T38" fmla="*/ 547 w 703"/>
                      <a:gd name="T39" fmla="*/ 565 h 1277"/>
                      <a:gd name="T40" fmla="*/ 570 w 703"/>
                      <a:gd name="T41" fmla="*/ 610 h 1277"/>
                      <a:gd name="T42" fmla="*/ 525 w 703"/>
                      <a:gd name="T43" fmla="*/ 572 h 1277"/>
                      <a:gd name="T44" fmla="*/ 457 w 703"/>
                      <a:gd name="T45" fmla="*/ 452 h 1277"/>
                      <a:gd name="T46" fmla="*/ 442 w 703"/>
                      <a:gd name="T47" fmla="*/ 377 h 1277"/>
                      <a:gd name="T48" fmla="*/ 420 w 703"/>
                      <a:gd name="T49" fmla="*/ 362 h 1277"/>
                      <a:gd name="T50" fmla="*/ 547 w 703"/>
                      <a:gd name="T51" fmla="*/ 310 h 1277"/>
                      <a:gd name="T52" fmla="*/ 637 w 703"/>
                      <a:gd name="T53" fmla="*/ 325 h 1277"/>
                      <a:gd name="T54" fmla="*/ 547 w 703"/>
                      <a:gd name="T55" fmla="*/ 205 h 1277"/>
                      <a:gd name="T56" fmla="*/ 577 w 703"/>
                      <a:gd name="T57" fmla="*/ 235 h 1277"/>
                      <a:gd name="T58" fmla="*/ 622 w 703"/>
                      <a:gd name="T59" fmla="*/ 130 h 1277"/>
                      <a:gd name="T60" fmla="*/ 622 w 703"/>
                      <a:gd name="T61" fmla="*/ 115 h 1277"/>
                      <a:gd name="T62" fmla="*/ 637 w 703"/>
                      <a:gd name="T63" fmla="*/ 100 h 1277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703"/>
                      <a:gd name="T97" fmla="*/ 0 h 1277"/>
                      <a:gd name="T98" fmla="*/ 703 w 703"/>
                      <a:gd name="T99" fmla="*/ 1277 h 1277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703" h="1277">
                        <a:moveTo>
                          <a:pt x="0" y="1277"/>
                        </a:moveTo>
                        <a:cubicBezTo>
                          <a:pt x="25" y="1260"/>
                          <a:pt x="39" y="1238"/>
                          <a:pt x="60" y="1217"/>
                        </a:cubicBezTo>
                        <a:cubicBezTo>
                          <a:pt x="67" y="1195"/>
                          <a:pt x="72" y="1194"/>
                          <a:pt x="60" y="1172"/>
                        </a:cubicBezTo>
                        <a:cubicBezTo>
                          <a:pt x="51" y="1156"/>
                          <a:pt x="30" y="1127"/>
                          <a:pt x="30" y="1127"/>
                        </a:cubicBezTo>
                        <a:cubicBezTo>
                          <a:pt x="71" y="1114"/>
                          <a:pt x="66" y="1137"/>
                          <a:pt x="75" y="1172"/>
                        </a:cubicBezTo>
                        <a:cubicBezTo>
                          <a:pt x="98" y="1137"/>
                          <a:pt x="105" y="1110"/>
                          <a:pt x="142" y="1097"/>
                        </a:cubicBezTo>
                        <a:cubicBezTo>
                          <a:pt x="197" y="1103"/>
                          <a:pt x="237" y="1111"/>
                          <a:pt x="285" y="1135"/>
                        </a:cubicBezTo>
                        <a:cubicBezTo>
                          <a:pt x="249" y="1146"/>
                          <a:pt x="251" y="1130"/>
                          <a:pt x="217" y="1120"/>
                        </a:cubicBezTo>
                        <a:cubicBezTo>
                          <a:pt x="157" y="1080"/>
                          <a:pt x="190" y="1093"/>
                          <a:pt x="120" y="1082"/>
                        </a:cubicBezTo>
                        <a:cubicBezTo>
                          <a:pt x="130" y="1052"/>
                          <a:pt x="146" y="1040"/>
                          <a:pt x="172" y="1022"/>
                        </a:cubicBezTo>
                        <a:cubicBezTo>
                          <a:pt x="187" y="980"/>
                          <a:pt x="194" y="966"/>
                          <a:pt x="172" y="917"/>
                        </a:cubicBezTo>
                        <a:cubicBezTo>
                          <a:pt x="168" y="908"/>
                          <a:pt x="150" y="895"/>
                          <a:pt x="150" y="895"/>
                        </a:cubicBezTo>
                        <a:cubicBezTo>
                          <a:pt x="159" y="924"/>
                          <a:pt x="178" y="930"/>
                          <a:pt x="195" y="955"/>
                        </a:cubicBezTo>
                        <a:cubicBezTo>
                          <a:pt x="227" y="943"/>
                          <a:pt x="235" y="910"/>
                          <a:pt x="255" y="880"/>
                        </a:cubicBezTo>
                        <a:cubicBezTo>
                          <a:pt x="265" y="865"/>
                          <a:pt x="292" y="861"/>
                          <a:pt x="307" y="857"/>
                        </a:cubicBezTo>
                        <a:cubicBezTo>
                          <a:pt x="379" y="872"/>
                          <a:pt x="356" y="883"/>
                          <a:pt x="397" y="932"/>
                        </a:cubicBezTo>
                        <a:cubicBezTo>
                          <a:pt x="404" y="940"/>
                          <a:pt x="428" y="947"/>
                          <a:pt x="420" y="955"/>
                        </a:cubicBezTo>
                        <a:cubicBezTo>
                          <a:pt x="411" y="964"/>
                          <a:pt x="395" y="950"/>
                          <a:pt x="382" y="947"/>
                        </a:cubicBezTo>
                        <a:cubicBezTo>
                          <a:pt x="368" y="919"/>
                          <a:pt x="358" y="867"/>
                          <a:pt x="322" y="857"/>
                        </a:cubicBezTo>
                        <a:cubicBezTo>
                          <a:pt x="303" y="852"/>
                          <a:pt x="282" y="852"/>
                          <a:pt x="262" y="850"/>
                        </a:cubicBezTo>
                        <a:cubicBezTo>
                          <a:pt x="310" y="777"/>
                          <a:pt x="256" y="748"/>
                          <a:pt x="217" y="700"/>
                        </a:cubicBezTo>
                        <a:cubicBezTo>
                          <a:pt x="204" y="757"/>
                          <a:pt x="207" y="755"/>
                          <a:pt x="210" y="692"/>
                        </a:cubicBezTo>
                        <a:cubicBezTo>
                          <a:pt x="210" y="683"/>
                          <a:pt x="221" y="707"/>
                          <a:pt x="225" y="715"/>
                        </a:cubicBezTo>
                        <a:cubicBezTo>
                          <a:pt x="230" y="725"/>
                          <a:pt x="234" y="735"/>
                          <a:pt x="240" y="745"/>
                        </a:cubicBezTo>
                        <a:cubicBezTo>
                          <a:pt x="256" y="773"/>
                          <a:pt x="271" y="773"/>
                          <a:pt x="300" y="782"/>
                        </a:cubicBezTo>
                        <a:cubicBezTo>
                          <a:pt x="304" y="768"/>
                          <a:pt x="314" y="715"/>
                          <a:pt x="322" y="707"/>
                        </a:cubicBezTo>
                        <a:cubicBezTo>
                          <a:pt x="333" y="696"/>
                          <a:pt x="352" y="697"/>
                          <a:pt x="367" y="692"/>
                        </a:cubicBezTo>
                        <a:cubicBezTo>
                          <a:pt x="390" y="695"/>
                          <a:pt x="414" y="692"/>
                          <a:pt x="435" y="700"/>
                        </a:cubicBezTo>
                        <a:cubicBezTo>
                          <a:pt x="443" y="703"/>
                          <a:pt x="444" y="716"/>
                          <a:pt x="450" y="722"/>
                        </a:cubicBezTo>
                        <a:cubicBezTo>
                          <a:pt x="459" y="731"/>
                          <a:pt x="557" y="821"/>
                          <a:pt x="487" y="775"/>
                        </a:cubicBezTo>
                        <a:cubicBezTo>
                          <a:pt x="478" y="761"/>
                          <a:pt x="476" y="743"/>
                          <a:pt x="465" y="730"/>
                        </a:cubicBezTo>
                        <a:cubicBezTo>
                          <a:pt x="459" y="723"/>
                          <a:pt x="449" y="721"/>
                          <a:pt x="442" y="715"/>
                        </a:cubicBezTo>
                        <a:cubicBezTo>
                          <a:pt x="402" y="681"/>
                          <a:pt x="391" y="680"/>
                          <a:pt x="337" y="670"/>
                        </a:cubicBezTo>
                        <a:cubicBezTo>
                          <a:pt x="346" y="645"/>
                          <a:pt x="375" y="602"/>
                          <a:pt x="375" y="602"/>
                        </a:cubicBezTo>
                        <a:cubicBezTo>
                          <a:pt x="372" y="590"/>
                          <a:pt x="375" y="575"/>
                          <a:pt x="367" y="565"/>
                        </a:cubicBezTo>
                        <a:cubicBezTo>
                          <a:pt x="360" y="557"/>
                          <a:pt x="347" y="560"/>
                          <a:pt x="337" y="557"/>
                        </a:cubicBezTo>
                        <a:cubicBezTo>
                          <a:pt x="264" y="535"/>
                          <a:pt x="290" y="541"/>
                          <a:pt x="330" y="550"/>
                        </a:cubicBezTo>
                        <a:cubicBezTo>
                          <a:pt x="356" y="568"/>
                          <a:pt x="366" y="575"/>
                          <a:pt x="397" y="565"/>
                        </a:cubicBezTo>
                        <a:cubicBezTo>
                          <a:pt x="415" y="538"/>
                          <a:pt x="425" y="515"/>
                          <a:pt x="457" y="505"/>
                        </a:cubicBezTo>
                        <a:cubicBezTo>
                          <a:pt x="495" y="517"/>
                          <a:pt x="515" y="543"/>
                          <a:pt x="547" y="565"/>
                        </a:cubicBezTo>
                        <a:cubicBezTo>
                          <a:pt x="550" y="572"/>
                          <a:pt x="551" y="580"/>
                          <a:pt x="555" y="587"/>
                        </a:cubicBezTo>
                        <a:cubicBezTo>
                          <a:pt x="559" y="595"/>
                          <a:pt x="576" y="604"/>
                          <a:pt x="570" y="610"/>
                        </a:cubicBezTo>
                        <a:cubicBezTo>
                          <a:pt x="564" y="616"/>
                          <a:pt x="554" y="601"/>
                          <a:pt x="547" y="595"/>
                        </a:cubicBezTo>
                        <a:cubicBezTo>
                          <a:pt x="539" y="588"/>
                          <a:pt x="532" y="580"/>
                          <a:pt x="525" y="572"/>
                        </a:cubicBezTo>
                        <a:cubicBezTo>
                          <a:pt x="509" y="528"/>
                          <a:pt x="481" y="524"/>
                          <a:pt x="442" y="505"/>
                        </a:cubicBezTo>
                        <a:cubicBezTo>
                          <a:pt x="423" y="475"/>
                          <a:pt x="423" y="464"/>
                          <a:pt x="457" y="452"/>
                        </a:cubicBezTo>
                        <a:cubicBezTo>
                          <a:pt x="486" y="424"/>
                          <a:pt x="494" y="414"/>
                          <a:pt x="450" y="400"/>
                        </a:cubicBezTo>
                        <a:cubicBezTo>
                          <a:pt x="447" y="392"/>
                          <a:pt x="448" y="383"/>
                          <a:pt x="442" y="377"/>
                        </a:cubicBezTo>
                        <a:cubicBezTo>
                          <a:pt x="437" y="372"/>
                          <a:pt x="427" y="373"/>
                          <a:pt x="420" y="370"/>
                        </a:cubicBezTo>
                        <a:cubicBezTo>
                          <a:pt x="364" y="343"/>
                          <a:pt x="411" y="359"/>
                          <a:pt x="420" y="362"/>
                        </a:cubicBezTo>
                        <a:cubicBezTo>
                          <a:pt x="454" y="413"/>
                          <a:pt x="433" y="401"/>
                          <a:pt x="472" y="415"/>
                        </a:cubicBezTo>
                        <a:cubicBezTo>
                          <a:pt x="539" y="392"/>
                          <a:pt x="484" y="330"/>
                          <a:pt x="547" y="310"/>
                        </a:cubicBezTo>
                        <a:cubicBezTo>
                          <a:pt x="567" y="312"/>
                          <a:pt x="587" y="314"/>
                          <a:pt x="607" y="317"/>
                        </a:cubicBezTo>
                        <a:cubicBezTo>
                          <a:pt x="617" y="319"/>
                          <a:pt x="647" y="325"/>
                          <a:pt x="637" y="325"/>
                        </a:cubicBezTo>
                        <a:cubicBezTo>
                          <a:pt x="604" y="325"/>
                          <a:pt x="564" y="310"/>
                          <a:pt x="532" y="302"/>
                        </a:cubicBezTo>
                        <a:cubicBezTo>
                          <a:pt x="551" y="248"/>
                          <a:pt x="560" y="274"/>
                          <a:pt x="547" y="205"/>
                        </a:cubicBezTo>
                        <a:cubicBezTo>
                          <a:pt x="545" y="195"/>
                          <a:pt x="535" y="166"/>
                          <a:pt x="540" y="175"/>
                        </a:cubicBezTo>
                        <a:cubicBezTo>
                          <a:pt x="575" y="240"/>
                          <a:pt x="533" y="205"/>
                          <a:pt x="577" y="235"/>
                        </a:cubicBezTo>
                        <a:cubicBezTo>
                          <a:pt x="587" y="220"/>
                          <a:pt x="603" y="207"/>
                          <a:pt x="607" y="190"/>
                        </a:cubicBezTo>
                        <a:cubicBezTo>
                          <a:pt x="612" y="170"/>
                          <a:pt x="612" y="148"/>
                          <a:pt x="622" y="130"/>
                        </a:cubicBezTo>
                        <a:cubicBezTo>
                          <a:pt x="626" y="123"/>
                          <a:pt x="637" y="125"/>
                          <a:pt x="645" y="122"/>
                        </a:cubicBezTo>
                        <a:cubicBezTo>
                          <a:pt x="637" y="120"/>
                          <a:pt x="620" y="123"/>
                          <a:pt x="622" y="115"/>
                        </a:cubicBezTo>
                        <a:cubicBezTo>
                          <a:pt x="639" y="39"/>
                          <a:pt x="703" y="0"/>
                          <a:pt x="645" y="40"/>
                        </a:cubicBezTo>
                        <a:cubicBezTo>
                          <a:pt x="637" y="63"/>
                          <a:pt x="626" y="77"/>
                          <a:pt x="637" y="100"/>
                        </a:cubicBezTo>
                        <a:lnTo>
                          <a:pt x="568" y="21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4" name="Group 113"/>
                <p:cNvGrpSpPr>
                  <a:grpSpLocks/>
                </p:cNvGrpSpPr>
                <p:nvPr/>
              </p:nvGrpSpPr>
              <p:grpSpPr bwMode="auto">
                <a:xfrm flipH="1">
                  <a:off x="6026" y="1794"/>
                  <a:ext cx="710" cy="1376"/>
                  <a:chOff x="7613" y="1609"/>
                  <a:chExt cx="710" cy="1376"/>
                </a:xfrm>
              </p:grpSpPr>
              <p:sp>
                <p:nvSpPr>
                  <p:cNvPr id="203" name="Freeform 114"/>
                  <p:cNvSpPr>
                    <a:spLocks/>
                  </p:cNvSpPr>
                  <p:nvPr/>
                </p:nvSpPr>
                <p:spPr bwMode="auto">
                  <a:xfrm>
                    <a:off x="7613" y="1614"/>
                    <a:ext cx="618" cy="1351"/>
                  </a:xfrm>
                  <a:custGeom>
                    <a:avLst/>
                    <a:gdLst>
                      <a:gd name="T0" fmla="*/ 300 w 618"/>
                      <a:gd name="T1" fmla="*/ 1349 h 1351"/>
                      <a:gd name="T2" fmla="*/ 262 w 618"/>
                      <a:gd name="T3" fmla="*/ 1281 h 1351"/>
                      <a:gd name="T4" fmla="*/ 262 w 618"/>
                      <a:gd name="T5" fmla="*/ 794 h 1351"/>
                      <a:gd name="T6" fmla="*/ 240 w 618"/>
                      <a:gd name="T7" fmla="*/ 471 h 1351"/>
                      <a:gd name="T8" fmla="*/ 217 w 618"/>
                      <a:gd name="T9" fmla="*/ 456 h 1351"/>
                      <a:gd name="T10" fmla="*/ 187 w 618"/>
                      <a:gd name="T11" fmla="*/ 374 h 1351"/>
                      <a:gd name="T12" fmla="*/ 157 w 618"/>
                      <a:gd name="T13" fmla="*/ 231 h 1351"/>
                      <a:gd name="T14" fmla="*/ 28 w 618"/>
                      <a:gd name="T15" fmla="*/ 10 h 1351"/>
                      <a:gd name="T16" fmla="*/ 7 w 618"/>
                      <a:gd name="T17" fmla="*/ 44 h 1351"/>
                      <a:gd name="T18" fmla="*/ 120 w 618"/>
                      <a:gd name="T19" fmla="*/ 14 h 1351"/>
                      <a:gd name="T20" fmla="*/ 397 w 618"/>
                      <a:gd name="T21" fmla="*/ 44 h 1351"/>
                      <a:gd name="T22" fmla="*/ 442 w 618"/>
                      <a:gd name="T23" fmla="*/ 81 h 1351"/>
                      <a:gd name="T24" fmla="*/ 532 w 618"/>
                      <a:gd name="T25" fmla="*/ 126 h 1351"/>
                      <a:gd name="T26" fmla="*/ 562 w 618"/>
                      <a:gd name="T27" fmla="*/ 171 h 1351"/>
                      <a:gd name="T28" fmla="*/ 577 w 618"/>
                      <a:gd name="T29" fmla="*/ 216 h 1351"/>
                      <a:gd name="T30" fmla="*/ 547 w 618"/>
                      <a:gd name="T31" fmla="*/ 876 h 1351"/>
                      <a:gd name="T32" fmla="*/ 517 w 618"/>
                      <a:gd name="T33" fmla="*/ 989 h 1351"/>
                      <a:gd name="T34" fmla="*/ 450 w 618"/>
                      <a:gd name="T35" fmla="*/ 1109 h 1351"/>
                      <a:gd name="T36" fmla="*/ 435 w 618"/>
                      <a:gd name="T37" fmla="*/ 1131 h 1351"/>
                      <a:gd name="T38" fmla="*/ 412 w 618"/>
                      <a:gd name="T39" fmla="*/ 1154 h 1351"/>
                      <a:gd name="T40" fmla="*/ 382 w 618"/>
                      <a:gd name="T41" fmla="*/ 1206 h 1351"/>
                      <a:gd name="T42" fmla="*/ 360 w 618"/>
                      <a:gd name="T43" fmla="*/ 1281 h 1351"/>
                      <a:gd name="T44" fmla="*/ 315 w 618"/>
                      <a:gd name="T45" fmla="*/ 1326 h 1351"/>
                      <a:gd name="T46" fmla="*/ 300 w 618"/>
                      <a:gd name="T47" fmla="*/ 1349 h 1351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618"/>
                      <a:gd name="T73" fmla="*/ 0 h 1351"/>
                      <a:gd name="T74" fmla="*/ 618 w 618"/>
                      <a:gd name="T75" fmla="*/ 1351 h 1351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618" h="1351">
                        <a:moveTo>
                          <a:pt x="300" y="1349"/>
                        </a:moveTo>
                        <a:cubicBezTo>
                          <a:pt x="285" y="1326"/>
                          <a:pt x="277" y="1304"/>
                          <a:pt x="262" y="1281"/>
                        </a:cubicBezTo>
                        <a:cubicBezTo>
                          <a:pt x="221" y="1153"/>
                          <a:pt x="238" y="919"/>
                          <a:pt x="262" y="794"/>
                        </a:cubicBezTo>
                        <a:cubicBezTo>
                          <a:pt x="262" y="789"/>
                          <a:pt x="262" y="537"/>
                          <a:pt x="240" y="471"/>
                        </a:cubicBezTo>
                        <a:cubicBezTo>
                          <a:pt x="237" y="462"/>
                          <a:pt x="225" y="461"/>
                          <a:pt x="217" y="456"/>
                        </a:cubicBezTo>
                        <a:cubicBezTo>
                          <a:pt x="202" y="426"/>
                          <a:pt x="192" y="411"/>
                          <a:pt x="187" y="374"/>
                        </a:cubicBezTo>
                        <a:cubicBezTo>
                          <a:pt x="183" y="346"/>
                          <a:pt x="198" y="253"/>
                          <a:pt x="157" y="231"/>
                        </a:cubicBezTo>
                        <a:cubicBezTo>
                          <a:pt x="114" y="157"/>
                          <a:pt x="81" y="77"/>
                          <a:pt x="28" y="10"/>
                        </a:cubicBezTo>
                        <a:cubicBezTo>
                          <a:pt x="20" y="0"/>
                          <a:pt x="0" y="33"/>
                          <a:pt x="7" y="44"/>
                        </a:cubicBezTo>
                        <a:cubicBezTo>
                          <a:pt x="9" y="47"/>
                          <a:pt x="112" y="17"/>
                          <a:pt x="120" y="14"/>
                        </a:cubicBezTo>
                        <a:cubicBezTo>
                          <a:pt x="264" y="19"/>
                          <a:pt x="296" y="7"/>
                          <a:pt x="397" y="44"/>
                        </a:cubicBezTo>
                        <a:cubicBezTo>
                          <a:pt x="414" y="60"/>
                          <a:pt x="422" y="70"/>
                          <a:pt x="442" y="81"/>
                        </a:cubicBezTo>
                        <a:cubicBezTo>
                          <a:pt x="472" y="97"/>
                          <a:pt x="532" y="126"/>
                          <a:pt x="532" y="126"/>
                        </a:cubicBezTo>
                        <a:cubicBezTo>
                          <a:pt x="542" y="141"/>
                          <a:pt x="556" y="154"/>
                          <a:pt x="562" y="171"/>
                        </a:cubicBezTo>
                        <a:cubicBezTo>
                          <a:pt x="567" y="186"/>
                          <a:pt x="577" y="216"/>
                          <a:pt x="577" y="216"/>
                        </a:cubicBezTo>
                        <a:cubicBezTo>
                          <a:pt x="576" y="315"/>
                          <a:pt x="618" y="682"/>
                          <a:pt x="547" y="876"/>
                        </a:cubicBezTo>
                        <a:cubicBezTo>
                          <a:pt x="542" y="922"/>
                          <a:pt x="542" y="951"/>
                          <a:pt x="517" y="989"/>
                        </a:cubicBezTo>
                        <a:cubicBezTo>
                          <a:pt x="506" y="1035"/>
                          <a:pt x="490" y="1082"/>
                          <a:pt x="450" y="1109"/>
                        </a:cubicBezTo>
                        <a:cubicBezTo>
                          <a:pt x="445" y="1116"/>
                          <a:pt x="441" y="1124"/>
                          <a:pt x="435" y="1131"/>
                        </a:cubicBezTo>
                        <a:cubicBezTo>
                          <a:pt x="428" y="1139"/>
                          <a:pt x="418" y="1145"/>
                          <a:pt x="412" y="1154"/>
                        </a:cubicBezTo>
                        <a:cubicBezTo>
                          <a:pt x="400" y="1170"/>
                          <a:pt x="393" y="1189"/>
                          <a:pt x="382" y="1206"/>
                        </a:cubicBezTo>
                        <a:cubicBezTo>
                          <a:pt x="375" y="1231"/>
                          <a:pt x="376" y="1260"/>
                          <a:pt x="360" y="1281"/>
                        </a:cubicBezTo>
                        <a:cubicBezTo>
                          <a:pt x="347" y="1298"/>
                          <a:pt x="330" y="1311"/>
                          <a:pt x="315" y="1326"/>
                        </a:cubicBezTo>
                        <a:cubicBezTo>
                          <a:pt x="290" y="1351"/>
                          <a:pt x="281" y="1349"/>
                          <a:pt x="300" y="1349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04" name="Freeform 115"/>
                  <p:cNvSpPr>
                    <a:spLocks/>
                  </p:cNvSpPr>
                  <p:nvPr/>
                </p:nvSpPr>
                <p:spPr bwMode="auto">
                  <a:xfrm>
                    <a:off x="7680" y="1609"/>
                    <a:ext cx="643" cy="1376"/>
                  </a:xfrm>
                  <a:custGeom>
                    <a:avLst/>
                    <a:gdLst>
                      <a:gd name="T0" fmla="*/ 233 w 643"/>
                      <a:gd name="T1" fmla="*/ 1331 h 1376"/>
                      <a:gd name="T2" fmla="*/ 263 w 643"/>
                      <a:gd name="T3" fmla="*/ 1129 h 1376"/>
                      <a:gd name="T4" fmla="*/ 285 w 643"/>
                      <a:gd name="T5" fmla="*/ 1024 h 1376"/>
                      <a:gd name="T6" fmla="*/ 323 w 643"/>
                      <a:gd name="T7" fmla="*/ 814 h 1376"/>
                      <a:gd name="T8" fmla="*/ 300 w 643"/>
                      <a:gd name="T9" fmla="*/ 214 h 1376"/>
                      <a:gd name="T10" fmla="*/ 233 w 643"/>
                      <a:gd name="T11" fmla="*/ 139 h 1376"/>
                      <a:gd name="T12" fmla="*/ 165 w 643"/>
                      <a:gd name="T13" fmla="*/ 86 h 1376"/>
                      <a:gd name="T14" fmla="*/ 0 w 643"/>
                      <a:gd name="T15" fmla="*/ 56 h 1376"/>
                      <a:gd name="T16" fmla="*/ 150 w 643"/>
                      <a:gd name="T17" fmla="*/ 11 h 1376"/>
                      <a:gd name="T18" fmla="*/ 360 w 643"/>
                      <a:gd name="T19" fmla="*/ 26 h 1376"/>
                      <a:gd name="T20" fmla="*/ 420 w 643"/>
                      <a:gd name="T21" fmla="*/ 101 h 1376"/>
                      <a:gd name="T22" fmla="*/ 540 w 643"/>
                      <a:gd name="T23" fmla="*/ 289 h 1376"/>
                      <a:gd name="T24" fmla="*/ 600 w 643"/>
                      <a:gd name="T25" fmla="*/ 431 h 1376"/>
                      <a:gd name="T26" fmla="*/ 630 w 643"/>
                      <a:gd name="T27" fmla="*/ 574 h 1376"/>
                      <a:gd name="T28" fmla="*/ 593 w 643"/>
                      <a:gd name="T29" fmla="*/ 821 h 1376"/>
                      <a:gd name="T30" fmla="*/ 578 w 643"/>
                      <a:gd name="T31" fmla="*/ 896 h 1376"/>
                      <a:gd name="T32" fmla="*/ 555 w 643"/>
                      <a:gd name="T33" fmla="*/ 941 h 1376"/>
                      <a:gd name="T34" fmla="*/ 540 w 643"/>
                      <a:gd name="T35" fmla="*/ 1031 h 1376"/>
                      <a:gd name="T36" fmla="*/ 488 w 643"/>
                      <a:gd name="T37" fmla="*/ 1099 h 1376"/>
                      <a:gd name="T38" fmla="*/ 428 w 643"/>
                      <a:gd name="T39" fmla="*/ 1181 h 1376"/>
                      <a:gd name="T40" fmla="*/ 413 w 643"/>
                      <a:gd name="T41" fmla="*/ 1226 h 1376"/>
                      <a:gd name="T42" fmla="*/ 308 w 643"/>
                      <a:gd name="T43" fmla="*/ 1316 h 1376"/>
                      <a:gd name="T44" fmla="*/ 263 w 643"/>
                      <a:gd name="T45" fmla="*/ 1354 h 1376"/>
                      <a:gd name="T46" fmla="*/ 218 w 643"/>
                      <a:gd name="T47" fmla="*/ 1376 h 1376"/>
                      <a:gd name="T48" fmla="*/ 321 w 643"/>
                      <a:gd name="T49" fmla="*/ 1275 h 137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643"/>
                      <a:gd name="T76" fmla="*/ 0 h 1376"/>
                      <a:gd name="T77" fmla="*/ 643 w 643"/>
                      <a:gd name="T78" fmla="*/ 1376 h 137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643" h="1376">
                        <a:moveTo>
                          <a:pt x="233" y="1331"/>
                        </a:moveTo>
                        <a:cubicBezTo>
                          <a:pt x="238" y="1262"/>
                          <a:pt x="245" y="1196"/>
                          <a:pt x="263" y="1129"/>
                        </a:cubicBezTo>
                        <a:cubicBezTo>
                          <a:pt x="268" y="1090"/>
                          <a:pt x="276" y="1061"/>
                          <a:pt x="285" y="1024"/>
                        </a:cubicBezTo>
                        <a:cubicBezTo>
                          <a:pt x="291" y="950"/>
                          <a:pt x="290" y="881"/>
                          <a:pt x="323" y="814"/>
                        </a:cubicBezTo>
                        <a:cubicBezTo>
                          <a:pt x="331" y="642"/>
                          <a:pt x="412" y="322"/>
                          <a:pt x="300" y="214"/>
                        </a:cubicBezTo>
                        <a:cubicBezTo>
                          <a:pt x="292" y="151"/>
                          <a:pt x="292" y="150"/>
                          <a:pt x="233" y="139"/>
                        </a:cubicBezTo>
                        <a:cubicBezTo>
                          <a:pt x="209" y="123"/>
                          <a:pt x="192" y="98"/>
                          <a:pt x="165" y="86"/>
                        </a:cubicBezTo>
                        <a:cubicBezTo>
                          <a:pt x="106" y="60"/>
                          <a:pt x="67" y="62"/>
                          <a:pt x="0" y="56"/>
                        </a:cubicBezTo>
                        <a:cubicBezTo>
                          <a:pt x="50" y="41"/>
                          <a:pt x="99" y="24"/>
                          <a:pt x="150" y="11"/>
                        </a:cubicBezTo>
                        <a:cubicBezTo>
                          <a:pt x="220" y="15"/>
                          <a:pt x="295" y="0"/>
                          <a:pt x="360" y="26"/>
                        </a:cubicBezTo>
                        <a:cubicBezTo>
                          <a:pt x="390" y="38"/>
                          <a:pt x="402" y="75"/>
                          <a:pt x="420" y="101"/>
                        </a:cubicBezTo>
                        <a:cubicBezTo>
                          <a:pt x="463" y="163"/>
                          <a:pt x="479" y="242"/>
                          <a:pt x="540" y="289"/>
                        </a:cubicBezTo>
                        <a:cubicBezTo>
                          <a:pt x="551" y="339"/>
                          <a:pt x="582" y="382"/>
                          <a:pt x="600" y="431"/>
                        </a:cubicBezTo>
                        <a:cubicBezTo>
                          <a:pt x="609" y="479"/>
                          <a:pt x="619" y="527"/>
                          <a:pt x="630" y="574"/>
                        </a:cubicBezTo>
                        <a:cubicBezTo>
                          <a:pt x="626" y="665"/>
                          <a:pt x="643" y="747"/>
                          <a:pt x="593" y="821"/>
                        </a:cubicBezTo>
                        <a:cubicBezTo>
                          <a:pt x="591" y="836"/>
                          <a:pt x="587" y="877"/>
                          <a:pt x="578" y="896"/>
                        </a:cubicBezTo>
                        <a:cubicBezTo>
                          <a:pt x="562" y="929"/>
                          <a:pt x="563" y="908"/>
                          <a:pt x="555" y="941"/>
                        </a:cubicBezTo>
                        <a:cubicBezTo>
                          <a:pt x="548" y="971"/>
                          <a:pt x="551" y="1003"/>
                          <a:pt x="540" y="1031"/>
                        </a:cubicBezTo>
                        <a:cubicBezTo>
                          <a:pt x="529" y="1059"/>
                          <a:pt x="508" y="1078"/>
                          <a:pt x="488" y="1099"/>
                        </a:cubicBezTo>
                        <a:cubicBezTo>
                          <a:pt x="465" y="1162"/>
                          <a:pt x="505" y="1060"/>
                          <a:pt x="428" y="1181"/>
                        </a:cubicBezTo>
                        <a:cubicBezTo>
                          <a:pt x="419" y="1194"/>
                          <a:pt x="419" y="1212"/>
                          <a:pt x="413" y="1226"/>
                        </a:cubicBezTo>
                        <a:cubicBezTo>
                          <a:pt x="397" y="1263"/>
                          <a:pt x="339" y="1295"/>
                          <a:pt x="308" y="1316"/>
                        </a:cubicBezTo>
                        <a:cubicBezTo>
                          <a:pt x="248" y="1356"/>
                          <a:pt x="324" y="1302"/>
                          <a:pt x="263" y="1354"/>
                        </a:cubicBezTo>
                        <a:cubicBezTo>
                          <a:pt x="250" y="1365"/>
                          <a:pt x="218" y="1376"/>
                          <a:pt x="218" y="1376"/>
                        </a:cubicBezTo>
                        <a:lnTo>
                          <a:pt x="321" y="1275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05" name="Freeform 116"/>
                  <p:cNvSpPr>
                    <a:spLocks/>
                  </p:cNvSpPr>
                  <p:nvPr/>
                </p:nvSpPr>
                <p:spPr bwMode="auto">
                  <a:xfrm>
                    <a:off x="7718" y="1615"/>
                    <a:ext cx="538" cy="1325"/>
                  </a:xfrm>
                  <a:custGeom>
                    <a:avLst/>
                    <a:gdLst>
                      <a:gd name="T0" fmla="*/ 210 w 538"/>
                      <a:gd name="T1" fmla="*/ 1168 h 1325"/>
                      <a:gd name="T2" fmla="*/ 337 w 538"/>
                      <a:gd name="T3" fmla="*/ 1108 h 1325"/>
                      <a:gd name="T4" fmla="*/ 337 w 538"/>
                      <a:gd name="T5" fmla="*/ 1130 h 1325"/>
                      <a:gd name="T6" fmla="*/ 217 w 538"/>
                      <a:gd name="T7" fmla="*/ 1018 h 1325"/>
                      <a:gd name="T8" fmla="*/ 142 w 538"/>
                      <a:gd name="T9" fmla="*/ 1018 h 1325"/>
                      <a:gd name="T10" fmla="*/ 240 w 538"/>
                      <a:gd name="T11" fmla="*/ 965 h 1325"/>
                      <a:gd name="T12" fmla="*/ 277 w 538"/>
                      <a:gd name="T13" fmla="*/ 898 h 1325"/>
                      <a:gd name="T14" fmla="*/ 442 w 538"/>
                      <a:gd name="T15" fmla="*/ 958 h 1325"/>
                      <a:gd name="T16" fmla="*/ 375 w 538"/>
                      <a:gd name="T17" fmla="*/ 905 h 1325"/>
                      <a:gd name="T18" fmla="*/ 202 w 538"/>
                      <a:gd name="T19" fmla="*/ 748 h 1325"/>
                      <a:gd name="T20" fmla="*/ 285 w 538"/>
                      <a:gd name="T21" fmla="*/ 778 h 1325"/>
                      <a:gd name="T22" fmla="*/ 525 w 538"/>
                      <a:gd name="T23" fmla="*/ 613 h 1325"/>
                      <a:gd name="T24" fmla="*/ 465 w 538"/>
                      <a:gd name="T25" fmla="*/ 628 h 1325"/>
                      <a:gd name="T26" fmla="*/ 367 w 538"/>
                      <a:gd name="T27" fmla="*/ 673 h 1325"/>
                      <a:gd name="T28" fmla="*/ 292 w 538"/>
                      <a:gd name="T29" fmla="*/ 620 h 1325"/>
                      <a:gd name="T30" fmla="*/ 195 w 538"/>
                      <a:gd name="T31" fmla="*/ 598 h 1325"/>
                      <a:gd name="T32" fmla="*/ 307 w 538"/>
                      <a:gd name="T33" fmla="*/ 605 h 1325"/>
                      <a:gd name="T34" fmla="*/ 337 w 538"/>
                      <a:gd name="T35" fmla="*/ 485 h 1325"/>
                      <a:gd name="T36" fmla="*/ 405 w 538"/>
                      <a:gd name="T37" fmla="*/ 403 h 1325"/>
                      <a:gd name="T38" fmla="*/ 382 w 538"/>
                      <a:gd name="T39" fmla="*/ 418 h 1325"/>
                      <a:gd name="T40" fmla="*/ 330 w 538"/>
                      <a:gd name="T41" fmla="*/ 485 h 1325"/>
                      <a:gd name="T42" fmla="*/ 172 w 538"/>
                      <a:gd name="T43" fmla="*/ 410 h 1325"/>
                      <a:gd name="T44" fmla="*/ 277 w 538"/>
                      <a:gd name="T45" fmla="*/ 425 h 1325"/>
                      <a:gd name="T46" fmla="*/ 315 w 538"/>
                      <a:gd name="T47" fmla="*/ 290 h 1325"/>
                      <a:gd name="T48" fmla="*/ 337 w 538"/>
                      <a:gd name="T49" fmla="*/ 215 h 1325"/>
                      <a:gd name="T50" fmla="*/ 270 w 538"/>
                      <a:gd name="T51" fmla="*/ 260 h 1325"/>
                      <a:gd name="T52" fmla="*/ 157 w 538"/>
                      <a:gd name="T53" fmla="*/ 238 h 1325"/>
                      <a:gd name="T54" fmla="*/ 292 w 538"/>
                      <a:gd name="T55" fmla="*/ 118 h 1325"/>
                      <a:gd name="T56" fmla="*/ 240 w 538"/>
                      <a:gd name="T57" fmla="*/ 148 h 1325"/>
                      <a:gd name="T58" fmla="*/ 157 w 538"/>
                      <a:gd name="T59" fmla="*/ 110 h 1325"/>
                      <a:gd name="T60" fmla="*/ 120 w 538"/>
                      <a:gd name="T61" fmla="*/ 80 h 1325"/>
                      <a:gd name="T62" fmla="*/ 135 w 538"/>
                      <a:gd name="T63" fmla="*/ 58 h 132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538"/>
                      <a:gd name="T97" fmla="*/ 0 h 1325"/>
                      <a:gd name="T98" fmla="*/ 538 w 538"/>
                      <a:gd name="T99" fmla="*/ 1325 h 132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538" h="1325">
                        <a:moveTo>
                          <a:pt x="195" y="1325"/>
                        </a:moveTo>
                        <a:cubicBezTo>
                          <a:pt x="212" y="1271"/>
                          <a:pt x="177" y="1217"/>
                          <a:pt x="210" y="1168"/>
                        </a:cubicBezTo>
                        <a:cubicBezTo>
                          <a:pt x="218" y="1127"/>
                          <a:pt x="223" y="1114"/>
                          <a:pt x="262" y="1100"/>
                        </a:cubicBezTo>
                        <a:cubicBezTo>
                          <a:pt x="287" y="1103"/>
                          <a:pt x="313" y="1102"/>
                          <a:pt x="337" y="1108"/>
                        </a:cubicBezTo>
                        <a:cubicBezTo>
                          <a:pt x="346" y="1110"/>
                          <a:pt x="360" y="1114"/>
                          <a:pt x="360" y="1123"/>
                        </a:cubicBezTo>
                        <a:cubicBezTo>
                          <a:pt x="360" y="1131"/>
                          <a:pt x="345" y="1128"/>
                          <a:pt x="337" y="1130"/>
                        </a:cubicBezTo>
                        <a:cubicBezTo>
                          <a:pt x="308" y="1087"/>
                          <a:pt x="281" y="1098"/>
                          <a:pt x="225" y="1093"/>
                        </a:cubicBezTo>
                        <a:cubicBezTo>
                          <a:pt x="222" y="1068"/>
                          <a:pt x="226" y="1042"/>
                          <a:pt x="217" y="1018"/>
                        </a:cubicBezTo>
                        <a:cubicBezTo>
                          <a:pt x="214" y="1011"/>
                          <a:pt x="203" y="1010"/>
                          <a:pt x="195" y="1010"/>
                        </a:cubicBezTo>
                        <a:cubicBezTo>
                          <a:pt x="177" y="1010"/>
                          <a:pt x="124" y="1018"/>
                          <a:pt x="142" y="1018"/>
                        </a:cubicBezTo>
                        <a:cubicBezTo>
                          <a:pt x="167" y="1018"/>
                          <a:pt x="192" y="1013"/>
                          <a:pt x="217" y="1010"/>
                        </a:cubicBezTo>
                        <a:cubicBezTo>
                          <a:pt x="231" y="989"/>
                          <a:pt x="234" y="989"/>
                          <a:pt x="240" y="965"/>
                        </a:cubicBezTo>
                        <a:cubicBezTo>
                          <a:pt x="240" y="963"/>
                          <a:pt x="248" y="912"/>
                          <a:pt x="255" y="905"/>
                        </a:cubicBezTo>
                        <a:cubicBezTo>
                          <a:pt x="260" y="900"/>
                          <a:pt x="270" y="900"/>
                          <a:pt x="277" y="898"/>
                        </a:cubicBezTo>
                        <a:cubicBezTo>
                          <a:pt x="312" y="903"/>
                          <a:pt x="348" y="905"/>
                          <a:pt x="382" y="913"/>
                        </a:cubicBezTo>
                        <a:cubicBezTo>
                          <a:pt x="410" y="920"/>
                          <a:pt x="415" y="948"/>
                          <a:pt x="442" y="958"/>
                        </a:cubicBezTo>
                        <a:cubicBezTo>
                          <a:pt x="387" y="976"/>
                          <a:pt x="420" y="936"/>
                          <a:pt x="397" y="913"/>
                        </a:cubicBezTo>
                        <a:cubicBezTo>
                          <a:pt x="391" y="907"/>
                          <a:pt x="382" y="909"/>
                          <a:pt x="375" y="905"/>
                        </a:cubicBezTo>
                        <a:cubicBezTo>
                          <a:pt x="339" y="887"/>
                          <a:pt x="309" y="875"/>
                          <a:pt x="270" y="868"/>
                        </a:cubicBezTo>
                        <a:cubicBezTo>
                          <a:pt x="262" y="756"/>
                          <a:pt x="299" y="748"/>
                          <a:pt x="202" y="748"/>
                        </a:cubicBezTo>
                        <a:cubicBezTo>
                          <a:pt x="189" y="748"/>
                          <a:pt x="227" y="753"/>
                          <a:pt x="240" y="755"/>
                        </a:cubicBezTo>
                        <a:cubicBezTo>
                          <a:pt x="244" y="758"/>
                          <a:pt x="276" y="783"/>
                          <a:pt x="285" y="778"/>
                        </a:cubicBezTo>
                        <a:cubicBezTo>
                          <a:pt x="304" y="768"/>
                          <a:pt x="330" y="733"/>
                          <a:pt x="330" y="733"/>
                        </a:cubicBezTo>
                        <a:cubicBezTo>
                          <a:pt x="366" y="661"/>
                          <a:pt x="443" y="613"/>
                          <a:pt x="525" y="613"/>
                        </a:cubicBezTo>
                        <a:cubicBezTo>
                          <a:pt x="538" y="613"/>
                          <a:pt x="499" y="617"/>
                          <a:pt x="487" y="620"/>
                        </a:cubicBezTo>
                        <a:cubicBezTo>
                          <a:pt x="479" y="622"/>
                          <a:pt x="472" y="626"/>
                          <a:pt x="465" y="628"/>
                        </a:cubicBezTo>
                        <a:cubicBezTo>
                          <a:pt x="455" y="631"/>
                          <a:pt x="445" y="633"/>
                          <a:pt x="435" y="635"/>
                        </a:cubicBezTo>
                        <a:cubicBezTo>
                          <a:pt x="412" y="650"/>
                          <a:pt x="390" y="658"/>
                          <a:pt x="367" y="673"/>
                        </a:cubicBezTo>
                        <a:cubicBezTo>
                          <a:pt x="346" y="701"/>
                          <a:pt x="333" y="721"/>
                          <a:pt x="300" y="733"/>
                        </a:cubicBezTo>
                        <a:cubicBezTo>
                          <a:pt x="297" y="695"/>
                          <a:pt x="303" y="656"/>
                          <a:pt x="292" y="620"/>
                        </a:cubicBezTo>
                        <a:cubicBezTo>
                          <a:pt x="287" y="603"/>
                          <a:pt x="258" y="609"/>
                          <a:pt x="240" y="605"/>
                        </a:cubicBezTo>
                        <a:cubicBezTo>
                          <a:pt x="225" y="602"/>
                          <a:pt x="180" y="598"/>
                          <a:pt x="195" y="598"/>
                        </a:cubicBezTo>
                        <a:cubicBezTo>
                          <a:pt x="212" y="598"/>
                          <a:pt x="230" y="603"/>
                          <a:pt x="247" y="605"/>
                        </a:cubicBezTo>
                        <a:cubicBezTo>
                          <a:pt x="287" y="619"/>
                          <a:pt x="281" y="645"/>
                          <a:pt x="307" y="605"/>
                        </a:cubicBezTo>
                        <a:cubicBezTo>
                          <a:pt x="310" y="570"/>
                          <a:pt x="306" y="534"/>
                          <a:pt x="315" y="500"/>
                        </a:cubicBezTo>
                        <a:cubicBezTo>
                          <a:pt x="317" y="491"/>
                          <a:pt x="330" y="491"/>
                          <a:pt x="337" y="485"/>
                        </a:cubicBezTo>
                        <a:cubicBezTo>
                          <a:pt x="361" y="465"/>
                          <a:pt x="371" y="443"/>
                          <a:pt x="397" y="425"/>
                        </a:cubicBezTo>
                        <a:cubicBezTo>
                          <a:pt x="400" y="418"/>
                          <a:pt x="399" y="409"/>
                          <a:pt x="405" y="403"/>
                        </a:cubicBezTo>
                        <a:cubicBezTo>
                          <a:pt x="411" y="397"/>
                          <a:pt x="427" y="387"/>
                          <a:pt x="427" y="395"/>
                        </a:cubicBezTo>
                        <a:cubicBezTo>
                          <a:pt x="427" y="405"/>
                          <a:pt x="387" y="416"/>
                          <a:pt x="382" y="418"/>
                        </a:cubicBezTo>
                        <a:cubicBezTo>
                          <a:pt x="375" y="425"/>
                          <a:pt x="366" y="432"/>
                          <a:pt x="360" y="440"/>
                        </a:cubicBezTo>
                        <a:cubicBezTo>
                          <a:pt x="349" y="454"/>
                          <a:pt x="330" y="485"/>
                          <a:pt x="330" y="485"/>
                        </a:cubicBezTo>
                        <a:cubicBezTo>
                          <a:pt x="319" y="469"/>
                          <a:pt x="320" y="446"/>
                          <a:pt x="307" y="433"/>
                        </a:cubicBezTo>
                        <a:cubicBezTo>
                          <a:pt x="298" y="424"/>
                          <a:pt x="181" y="410"/>
                          <a:pt x="172" y="410"/>
                        </a:cubicBezTo>
                        <a:cubicBezTo>
                          <a:pt x="157" y="410"/>
                          <a:pt x="202" y="416"/>
                          <a:pt x="217" y="418"/>
                        </a:cubicBezTo>
                        <a:cubicBezTo>
                          <a:pt x="237" y="421"/>
                          <a:pt x="257" y="423"/>
                          <a:pt x="277" y="425"/>
                        </a:cubicBezTo>
                        <a:cubicBezTo>
                          <a:pt x="355" y="452"/>
                          <a:pt x="325" y="378"/>
                          <a:pt x="307" y="328"/>
                        </a:cubicBezTo>
                        <a:cubicBezTo>
                          <a:pt x="310" y="315"/>
                          <a:pt x="311" y="302"/>
                          <a:pt x="315" y="290"/>
                        </a:cubicBezTo>
                        <a:cubicBezTo>
                          <a:pt x="319" y="279"/>
                          <a:pt x="327" y="271"/>
                          <a:pt x="330" y="260"/>
                        </a:cubicBezTo>
                        <a:cubicBezTo>
                          <a:pt x="334" y="245"/>
                          <a:pt x="337" y="215"/>
                          <a:pt x="337" y="215"/>
                        </a:cubicBezTo>
                        <a:cubicBezTo>
                          <a:pt x="329" y="265"/>
                          <a:pt x="329" y="267"/>
                          <a:pt x="285" y="283"/>
                        </a:cubicBezTo>
                        <a:cubicBezTo>
                          <a:pt x="280" y="275"/>
                          <a:pt x="274" y="268"/>
                          <a:pt x="270" y="260"/>
                        </a:cubicBezTo>
                        <a:cubicBezTo>
                          <a:pt x="264" y="248"/>
                          <a:pt x="267" y="228"/>
                          <a:pt x="255" y="223"/>
                        </a:cubicBezTo>
                        <a:cubicBezTo>
                          <a:pt x="244" y="219"/>
                          <a:pt x="175" y="234"/>
                          <a:pt x="157" y="238"/>
                        </a:cubicBezTo>
                        <a:cubicBezTo>
                          <a:pt x="92" y="282"/>
                          <a:pt x="234" y="232"/>
                          <a:pt x="247" y="230"/>
                        </a:cubicBezTo>
                        <a:cubicBezTo>
                          <a:pt x="235" y="167"/>
                          <a:pt x="197" y="143"/>
                          <a:pt x="292" y="118"/>
                        </a:cubicBezTo>
                        <a:cubicBezTo>
                          <a:pt x="304" y="115"/>
                          <a:pt x="273" y="134"/>
                          <a:pt x="262" y="140"/>
                        </a:cubicBezTo>
                        <a:cubicBezTo>
                          <a:pt x="255" y="144"/>
                          <a:pt x="247" y="145"/>
                          <a:pt x="240" y="148"/>
                        </a:cubicBezTo>
                        <a:cubicBezTo>
                          <a:pt x="215" y="145"/>
                          <a:pt x="188" y="150"/>
                          <a:pt x="165" y="140"/>
                        </a:cubicBezTo>
                        <a:cubicBezTo>
                          <a:pt x="156" y="136"/>
                          <a:pt x="167" y="112"/>
                          <a:pt x="157" y="110"/>
                        </a:cubicBezTo>
                        <a:cubicBezTo>
                          <a:pt x="106" y="99"/>
                          <a:pt x="52" y="105"/>
                          <a:pt x="0" y="103"/>
                        </a:cubicBezTo>
                        <a:cubicBezTo>
                          <a:pt x="44" y="98"/>
                          <a:pt x="79" y="94"/>
                          <a:pt x="120" y="80"/>
                        </a:cubicBezTo>
                        <a:cubicBezTo>
                          <a:pt x="129" y="52"/>
                          <a:pt x="130" y="43"/>
                          <a:pt x="150" y="13"/>
                        </a:cubicBezTo>
                        <a:cubicBezTo>
                          <a:pt x="159" y="0"/>
                          <a:pt x="135" y="58"/>
                          <a:pt x="135" y="58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5" name="Group 117"/>
                <p:cNvGrpSpPr>
                  <a:grpSpLocks/>
                </p:cNvGrpSpPr>
                <p:nvPr/>
              </p:nvGrpSpPr>
              <p:grpSpPr bwMode="auto">
                <a:xfrm flipH="1">
                  <a:off x="5239" y="2768"/>
                  <a:ext cx="1253" cy="477"/>
                  <a:chOff x="7857" y="2583"/>
                  <a:chExt cx="1253" cy="477"/>
                </a:xfrm>
              </p:grpSpPr>
              <p:sp>
                <p:nvSpPr>
                  <p:cNvPr id="200" name="Freeform 118"/>
                  <p:cNvSpPr>
                    <a:spLocks/>
                  </p:cNvSpPr>
                  <p:nvPr/>
                </p:nvSpPr>
                <p:spPr bwMode="auto">
                  <a:xfrm>
                    <a:off x="7857" y="2583"/>
                    <a:ext cx="1253" cy="440"/>
                  </a:xfrm>
                  <a:custGeom>
                    <a:avLst/>
                    <a:gdLst>
                      <a:gd name="T0" fmla="*/ 18 w 1253"/>
                      <a:gd name="T1" fmla="*/ 395 h 440"/>
                      <a:gd name="T2" fmla="*/ 56 w 1253"/>
                      <a:gd name="T3" fmla="*/ 387 h 440"/>
                      <a:gd name="T4" fmla="*/ 116 w 1253"/>
                      <a:gd name="T5" fmla="*/ 320 h 440"/>
                      <a:gd name="T6" fmla="*/ 221 w 1253"/>
                      <a:gd name="T7" fmla="*/ 215 h 440"/>
                      <a:gd name="T8" fmla="*/ 288 w 1253"/>
                      <a:gd name="T9" fmla="*/ 155 h 440"/>
                      <a:gd name="T10" fmla="*/ 311 w 1253"/>
                      <a:gd name="T11" fmla="*/ 132 h 440"/>
                      <a:gd name="T12" fmla="*/ 453 w 1253"/>
                      <a:gd name="T13" fmla="*/ 57 h 440"/>
                      <a:gd name="T14" fmla="*/ 761 w 1253"/>
                      <a:gd name="T15" fmla="*/ 20 h 440"/>
                      <a:gd name="T16" fmla="*/ 993 w 1253"/>
                      <a:gd name="T17" fmla="*/ 27 h 440"/>
                      <a:gd name="T18" fmla="*/ 1038 w 1253"/>
                      <a:gd name="T19" fmla="*/ 35 h 440"/>
                      <a:gd name="T20" fmla="*/ 1053 w 1253"/>
                      <a:gd name="T21" fmla="*/ 57 h 440"/>
                      <a:gd name="T22" fmla="*/ 1076 w 1253"/>
                      <a:gd name="T23" fmla="*/ 72 h 440"/>
                      <a:gd name="T24" fmla="*/ 1188 w 1253"/>
                      <a:gd name="T25" fmla="*/ 200 h 440"/>
                      <a:gd name="T26" fmla="*/ 1196 w 1253"/>
                      <a:gd name="T27" fmla="*/ 252 h 440"/>
                      <a:gd name="T28" fmla="*/ 1173 w 1253"/>
                      <a:gd name="T29" fmla="*/ 207 h 440"/>
                      <a:gd name="T30" fmla="*/ 978 w 1253"/>
                      <a:gd name="T31" fmla="*/ 162 h 440"/>
                      <a:gd name="T32" fmla="*/ 678 w 1253"/>
                      <a:gd name="T33" fmla="*/ 192 h 440"/>
                      <a:gd name="T34" fmla="*/ 461 w 1253"/>
                      <a:gd name="T35" fmla="*/ 237 h 440"/>
                      <a:gd name="T36" fmla="*/ 228 w 1253"/>
                      <a:gd name="T37" fmla="*/ 320 h 440"/>
                      <a:gd name="T38" fmla="*/ 153 w 1253"/>
                      <a:gd name="T39" fmla="*/ 380 h 440"/>
                      <a:gd name="T40" fmla="*/ 138 w 1253"/>
                      <a:gd name="T41" fmla="*/ 402 h 440"/>
                      <a:gd name="T42" fmla="*/ 71 w 1253"/>
                      <a:gd name="T43" fmla="*/ 410 h 440"/>
                      <a:gd name="T44" fmla="*/ 26 w 1253"/>
                      <a:gd name="T45" fmla="*/ 425 h 440"/>
                      <a:gd name="T46" fmla="*/ 3 w 1253"/>
                      <a:gd name="T47" fmla="*/ 432 h 440"/>
                      <a:gd name="T48" fmla="*/ 18 w 1253"/>
                      <a:gd name="T49" fmla="*/ 395 h 440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253"/>
                      <a:gd name="T76" fmla="*/ 0 h 440"/>
                      <a:gd name="T77" fmla="*/ 1253 w 1253"/>
                      <a:gd name="T78" fmla="*/ 440 h 440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253" h="440">
                        <a:moveTo>
                          <a:pt x="18" y="395"/>
                        </a:moveTo>
                        <a:cubicBezTo>
                          <a:pt x="31" y="392"/>
                          <a:pt x="45" y="394"/>
                          <a:pt x="56" y="387"/>
                        </a:cubicBezTo>
                        <a:cubicBezTo>
                          <a:pt x="116" y="349"/>
                          <a:pt x="86" y="354"/>
                          <a:pt x="116" y="320"/>
                        </a:cubicBezTo>
                        <a:cubicBezTo>
                          <a:pt x="147" y="285"/>
                          <a:pt x="182" y="240"/>
                          <a:pt x="221" y="215"/>
                        </a:cubicBezTo>
                        <a:cubicBezTo>
                          <a:pt x="254" y="170"/>
                          <a:pt x="233" y="192"/>
                          <a:pt x="288" y="155"/>
                        </a:cubicBezTo>
                        <a:cubicBezTo>
                          <a:pt x="297" y="149"/>
                          <a:pt x="302" y="139"/>
                          <a:pt x="311" y="132"/>
                        </a:cubicBezTo>
                        <a:cubicBezTo>
                          <a:pt x="358" y="95"/>
                          <a:pt x="397" y="73"/>
                          <a:pt x="453" y="57"/>
                        </a:cubicBezTo>
                        <a:cubicBezTo>
                          <a:pt x="530" y="0"/>
                          <a:pt x="688" y="22"/>
                          <a:pt x="761" y="20"/>
                        </a:cubicBezTo>
                        <a:cubicBezTo>
                          <a:pt x="838" y="22"/>
                          <a:pt x="916" y="23"/>
                          <a:pt x="993" y="27"/>
                        </a:cubicBezTo>
                        <a:cubicBezTo>
                          <a:pt x="1008" y="28"/>
                          <a:pt x="1024" y="28"/>
                          <a:pt x="1038" y="35"/>
                        </a:cubicBezTo>
                        <a:cubicBezTo>
                          <a:pt x="1046" y="39"/>
                          <a:pt x="1047" y="51"/>
                          <a:pt x="1053" y="57"/>
                        </a:cubicBezTo>
                        <a:cubicBezTo>
                          <a:pt x="1060" y="63"/>
                          <a:pt x="1069" y="66"/>
                          <a:pt x="1076" y="72"/>
                        </a:cubicBezTo>
                        <a:cubicBezTo>
                          <a:pt x="1137" y="128"/>
                          <a:pt x="1143" y="138"/>
                          <a:pt x="1188" y="200"/>
                        </a:cubicBezTo>
                        <a:cubicBezTo>
                          <a:pt x="1201" y="218"/>
                          <a:pt x="1253" y="291"/>
                          <a:pt x="1196" y="252"/>
                        </a:cubicBezTo>
                        <a:cubicBezTo>
                          <a:pt x="1191" y="238"/>
                          <a:pt x="1185" y="217"/>
                          <a:pt x="1173" y="207"/>
                        </a:cubicBezTo>
                        <a:cubicBezTo>
                          <a:pt x="1132" y="174"/>
                          <a:pt x="1027" y="169"/>
                          <a:pt x="978" y="162"/>
                        </a:cubicBezTo>
                        <a:cubicBezTo>
                          <a:pt x="803" y="169"/>
                          <a:pt x="800" y="173"/>
                          <a:pt x="678" y="192"/>
                        </a:cubicBezTo>
                        <a:cubicBezTo>
                          <a:pt x="609" y="217"/>
                          <a:pt x="533" y="229"/>
                          <a:pt x="461" y="237"/>
                        </a:cubicBezTo>
                        <a:cubicBezTo>
                          <a:pt x="385" y="264"/>
                          <a:pt x="298" y="280"/>
                          <a:pt x="228" y="320"/>
                        </a:cubicBezTo>
                        <a:cubicBezTo>
                          <a:pt x="203" y="334"/>
                          <a:pt x="173" y="360"/>
                          <a:pt x="153" y="380"/>
                        </a:cubicBezTo>
                        <a:cubicBezTo>
                          <a:pt x="147" y="386"/>
                          <a:pt x="146" y="399"/>
                          <a:pt x="138" y="402"/>
                        </a:cubicBezTo>
                        <a:cubicBezTo>
                          <a:pt x="117" y="410"/>
                          <a:pt x="93" y="407"/>
                          <a:pt x="71" y="410"/>
                        </a:cubicBezTo>
                        <a:cubicBezTo>
                          <a:pt x="9" y="429"/>
                          <a:pt x="86" y="405"/>
                          <a:pt x="26" y="425"/>
                        </a:cubicBezTo>
                        <a:cubicBezTo>
                          <a:pt x="18" y="428"/>
                          <a:pt x="5" y="440"/>
                          <a:pt x="3" y="432"/>
                        </a:cubicBezTo>
                        <a:cubicBezTo>
                          <a:pt x="0" y="419"/>
                          <a:pt x="13" y="407"/>
                          <a:pt x="18" y="395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01" name="Freeform 119"/>
                  <p:cNvSpPr>
                    <a:spLocks/>
                  </p:cNvSpPr>
                  <p:nvPr/>
                </p:nvSpPr>
                <p:spPr bwMode="auto">
                  <a:xfrm>
                    <a:off x="7903" y="2743"/>
                    <a:ext cx="1191" cy="317"/>
                  </a:xfrm>
                  <a:custGeom>
                    <a:avLst/>
                    <a:gdLst>
                      <a:gd name="T0" fmla="*/ 2 w 1191"/>
                      <a:gd name="T1" fmla="*/ 257 h 317"/>
                      <a:gd name="T2" fmla="*/ 85 w 1191"/>
                      <a:gd name="T3" fmla="*/ 242 h 317"/>
                      <a:gd name="T4" fmla="*/ 130 w 1191"/>
                      <a:gd name="T5" fmla="*/ 205 h 317"/>
                      <a:gd name="T6" fmla="*/ 220 w 1191"/>
                      <a:gd name="T7" fmla="*/ 145 h 317"/>
                      <a:gd name="T8" fmla="*/ 242 w 1191"/>
                      <a:gd name="T9" fmla="*/ 122 h 317"/>
                      <a:gd name="T10" fmla="*/ 445 w 1191"/>
                      <a:gd name="T11" fmla="*/ 85 h 317"/>
                      <a:gd name="T12" fmla="*/ 722 w 1191"/>
                      <a:gd name="T13" fmla="*/ 32 h 317"/>
                      <a:gd name="T14" fmla="*/ 1090 w 1191"/>
                      <a:gd name="T15" fmla="*/ 25 h 317"/>
                      <a:gd name="T16" fmla="*/ 1135 w 1191"/>
                      <a:gd name="T17" fmla="*/ 70 h 317"/>
                      <a:gd name="T18" fmla="*/ 1157 w 1191"/>
                      <a:gd name="T19" fmla="*/ 92 h 317"/>
                      <a:gd name="T20" fmla="*/ 1142 w 1191"/>
                      <a:gd name="T21" fmla="*/ 205 h 317"/>
                      <a:gd name="T22" fmla="*/ 1090 w 1191"/>
                      <a:gd name="T23" fmla="*/ 137 h 317"/>
                      <a:gd name="T24" fmla="*/ 940 w 1191"/>
                      <a:gd name="T25" fmla="*/ 167 h 317"/>
                      <a:gd name="T26" fmla="*/ 587 w 1191"/>
                      <a:gd name="T27" fmla="*/ 265 h 317"/>
                      <a:gd name="T28" fmla="*/ 520 w 1191"/>
                      <a:gd name="T29" fmla="*/ 302 h 317"/>
                      <a:gd name="T30" fmla="*/ 475 w 1191"/>
                      <a:gd name="T31" fmla="*/ 317 h 317"/>
                      <a:gd name="T32" fmla="*/ 325 w 1191"/>
                      <a:gd name="T33" fmla="*/ 310 h 317"/>
                      <a:gd name="T34" fmla="*/ 280 w 1191"/>
                      <a:gd name="T35" fmla="*/ 295 h 317"/>
                      <a:gd name="T36" fmla="*/ 47 w 1191"/>
                      <a:gd name="T37" fmla="*/ 295 h 317"/>
                      <a:gd name="T38" fmla="*/ 2 w 1191"/>
                      <a:gd name="T39" fmla="*/ 257 h 31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1191"/>
                      <a:gd name="T61" fmla="*/ 0 h 317"/>
                      <a:gd name="T62" fmla="*/ 1191 w 1191"/>
                      <a:gd name="T63" fmla="*/ 317 h 31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1191" h="317">
                        <a:moveTo>
                          <a:pt x="2" y="257"/>
                        </a:moveTo>
                        <a:cubicBezTo>
                          <a:pt x="27" y="254"/>
                          <a:pt x="60" y="255"/>
                          <a:pt x="85" y="242"/>
                        </a:cubicBezTo>
                        <a:cubicBezTo>
                          <a:pt x="114" y="227"/>
                          <a:pt x="103" y="226"/>
                          <a:pt x="130" y="205"/>
                        </a:cubicBezTo>
                        <a:cubicBezTo>
                          <a:pt x="158" y="184"/>
                          <a:pt x="190" y="164"/>
                          <a:pt x="220" y="145"/>
                        </a:cubicBezTo>
                        <a:cubicBezTo>
                          <a:pt x="229" y="139"/>
                          <a:pt x="233" y="127"/>
                          <a:pt x="242" y="122"/>
                        </a:cubicBezTo>
                        <a:cubicBezTo>
                          <a:pt x="289" y="95"/>
                          <a:pt x="387" y="93"/>
                          <a:pt x="445" y="85"/>
                        </a:cubicBezTo>
                        <a:cubicBezTo>
                          <a:pt x="531" y="42"/>
                          <a:pt x="628" y="38"/>
                          <a:pt x="722" y="32"/>
                        </a:cubicBezTo>
                        <a:cubicBezTo>
                          <a:pt x="828" y="0"/>
                          <a:pt x="994" y="22"/>
                          <a:pt x="1090" y="25"/>
                        </a:cubicBezTo>
                        <a:cubicBezTo>
                          <a:pt x="1105" y="40"/>
                          <a:pt x="1120" y="55"/>
                          <a:pt x="1135" y="70"/>
                        </a:cubicBezTo>
                        <a:cubicBezTo>
                          <a:pt x="1142" y="77"/>
                          <a:pt x="1157" y="92"/>
                          <a:pt x="1157" y="92"/>
                        </a:cubicBezTo>
                        <a:cubicBezTo>
                          <a:pt x="1171" y="132"/>
                          <a:pt x="1191" y="277"/>
                          <a:pt x="1142" y="205"/>
                        </a:cubicBezTo>
                        <a:cubicBezTo>
                          <a:pt x="1133" y="168"/>
                          <a:pt x="1120" y="158"/>
                          <a:pt x="1090" y="137"/>
                        </a:cubicBezTo>
                        <a:cubicBezTo>
                          <a:pt x="953" y="147"/>
                          <a:pt x="1021" y="141"/>
                          <a:pt x="940" y="167"/>
                        </a:cubicBezTo>
                        <a:cubicBezTo>
                          <a:pt x="839" y="268"/>
                          <a:pt x="727" y="259"/>
                          <a:pt x="587" y="265"/>
                        </a:cubicBezTo>
                        <a:cubicBezTo>
                          <a:pt x="566" y="296"/>
                          <a:pt x="555" y="292"/>
                          <a:pt x="520" y="302"/>
                        </a:cubicBezTo>
                        <a:cubicBezTo>
                          <a:pt x="505" y="306"/>
                          <a:pt x="475" y="317"/>
                          <a:pt x="475" y="317"/>
                        </a:cubicBezTo>
                        <a:cubicBezTo>
                          <a:pt x="425" y="315"/>
                          <a:pt x="375" y="316"/>
                          <a:pt x="325" y="310"/>
                        </a:cubicBezTo>
                        <a:cubicBezTo>
                          <a:pt x="309" y="308"/>
                          <a:pt x="280" y="295"/>
                          <a:pt x="280" y="295"/>
                        </a:cubicBezTo>
                        <a:cubicBezTo>
                          <a:pt x="201" y="301"/>
                          <a:pt x="127" y="311"/>
                          <a:pt x="47" y="295"/>
                        </a:cubicBezTo>
                        <a:cubicBezTo>
                          <a:pt x="0" y="286"/>
                          <a:pt x="2" y="280"/>
                          <a:pt x="2" y="257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02" name="Freeform 120"/>
                  <p:cNvSpPr>
                    <a:spLocks/>
                  </p:cNvSpPr>
                  <p:nvPr/>
                </p:nvSpPr>
                <p:spPr bwMode="auto">
                  <a:xfrm>
                    <a:off x="7935" y="2628"/>
                    <a:ext cx="966" cy="376"/>
                  </a:xfrm>
                  <a:custGeom>
                    <a:avLst/>
                    <a:gdLst>
                      <a:gd name="T0" fmla="*/ 0 w 966"/>
                      <a:gd name="T1" fmla="*/ 372 h 376"/>
                      <a:gd name="T2" fmla="*/ 68 w 966"/>
                      <a:gd name="T3" fmla="*/ 320 h 376"/>
                      <a:gd name="T4" fmla="*/ 83 w 966"/>
                      <a:gd name="T5" fmla="*/ 290 h 376"/>
                      <a:gd name="T6" fmla="*/ 90 w 966"/>
                      <a:gd name="T7" fmla="*/ 267 h 376"/>
                      <a:gd name="T8" fmla="*/ 83 w 966"/>
                      <a:gd name="T9" fmla="*/ 297 h 376"/>
                      <a:gd name="T10" fmla="*/ 75 w 966"/>
                      <a:gd name="T11" fmla="*/ 320 h 376"/>
                      <a:gd name="T12" fmla="*/ 143 w 966"/>
                      <a:gd name="T13" fmla="*/ 305 h 376"/>
                      <a:gd name="T14" fmla="*/ 218 w 966"/>
                      <a:gd name="T15" fmla="*/ 237 h 376"/>
                      <a:gd name="T16" fmla="*/ 263 w 966"/>
                      <a:gd name="T17" fmla="*/ 207 h 376"/>
                      <a:gd name="T18" fmla="*/ 278 w 966"/>
                      <a:gd name="T19" fmla="*/ 140 h 376"/>
                      <a:gd name="T20" fmla="*/ 345 w 966"/>
                      <a:gd name="T21" fmla="*/ 222 h 376"/>
                      <a:gd name="T22" fmla="*/ 360 w 966"/>
                      <a:gd name="T23" fmla="*/ 267 h 376"/>
                      <a:gd name="T24" fmla="*/ 368 w 966"/>
                      <a:gd name="T25" fmla="*/ 290 h 376"/>
                      <a:gd name="T26" fmla="*/ 360 w 966"/>
                      <a:gd name="T27" fmla="*/ 350 h 376"/>
                      <a:gd name="T28" fmla="*/ 360 w 966"/>
                      <a:gd name="T29" fmla="*/ 222 h 376"/>
                      <a:gd name="T30" fmla="*/ 435 w 966"/>
                      <a:gd name="T31" fmla="*/ 215 h 376"/>
                      <a:gd name="T32" fmla="*/ 450 w 966"/>
                      <a:gd name="T33" fmla="*/ 170 h 376"/>
                      <a:gd name="T34" fmla="*/ 450 w 966"/>
                      <a:gd name="T35" fmla="*/ 110 h 376"/>
                      <a:gd name="T36" fmla="*/ 458 w 966"/>
                      <a:gd name="T37" fmla="*/ 185 h 376"/>
                      <a:gd name="T38" fmla="*/ 533 w 966"/>
                      <a:gd name="T39" fmla="*/ 192 h 376"/>
                      <a:gd name="T40" fmla="*/ 540 w 966"/>
                      <a:gd name="T41" fmla="*/ 245 h 376"/>
                      <a:gd name="T42" fmla="*/ 555 w 966"/>
                      <a:gd name="T43" fmla="*/ 305 h 376"/>
                      <a:gd name="T44" fmla="*/ 540 w 966"/>
                      <a:gd name="T45" fmla="*/ 282 h 376"/>
                      <a:gd name="T46" fmla="*/ 570 w 966"/>
                      <a:gd name="T47" fmla="*/ 140 h 376"/>
                      <a:gd name="T48" fmla="*/ 645 w 966"/>
                      <a:gd name="T49" fmla="*/ 132 h 376"/>
                      <a:gd name="T50" fmla="*/ 653 w 966"/>
                      <a:gd name="T51" fmla="*/ 110 h 376"/>
                      <a:gd name="T52" fmla="*/ 660 w 966"/>
                      <a:gd name="T53" fmla="*/ 72 h 376"/>
                      <a:gd name="T54" fmla="*/ 683 w 966"/>
                      <a:gd name="T55" fmla="*/ 177 h 376"/>
                      <a:gd name="T56" fmla="*/ 728 w 966"/>
                      <a:gd name="T57" fmla="*/ 207 h 376"/>
                      <a:gd name="T58" fmla="*/ 743 w 966"/>
                      <a:gd name="T59" fmla="*/ 230 h 376"/>
                      <a:gd name="T60" fmla="*/ 758 w 966"/>
                      <a:gd name="T61" fmla="*/ 275 h 376"/>
                      <a:gd name="T62" fmla="*/ 750 w 966"/>
                      <a:gd name="T63" fmla="*/ 297 h 376"/>
                      <a:gd name="T64" fmla="*/ 743 w 966"/>
                      <a:gd name="T65" fmla="*/ 252 h 376"/>
                      <a:gd name="T66" fmla="*/ 698 w 966"/>
                      <a:gd name="T67" fmla="*/ 185 h 376"/>
                      <a:gd name="T68" fmla="*/ 750 w 966"/>
                      <a:gd name="T69" fmla="*/ 132 h 376"/>
                      <a:gd name="T70" fmla="*/ 818 w 966"/>
                      <a:gd name="T71" fmla="*/ 57 h 376"/>
                      <a:gd name="T72" fmla="*/ 810 w 966"/>
                      <a:gd name="T73" fmla="*/ 80 h 376"/>
                      <a:gd name="T74" fmla="*/ 780 w 966"/>
                      <a:gd name="T75" fmla="*/ 125 h 376"/>
                      <a:gd name="T76" fmla="*/ 908 w 966"/>
                      <a:gd name="T77" fmla="*/ 200 h 376"/>
                      <a:gd name="T78" fmla="*/ 915 w 966"/>
                      <a:gd name="T79" fmla="*/ 222 h 376"/>
                      <a:gd name="T80" fmla="*/ 900 w 966"/>
                      <a:gd name="T81" fmla="*/ 200 h 376"/>
                      <a:gd name="T82" fmla="*/ 885 w 966"/>
                      <a:gd name="T83" fmla="*/ 140 h 376"/>
                      <a:gd name="T84" fmla="*/ 915 w 966"/>
                      <a:gd name="T85" fmla="*/ 95 h 376"/>
                      <a:gd name="T86" fmla="*/ 923 w 966"/>
                      <a:gd name="T87" fmla="*/ 72 h 376"/>
                      <a:gd name="T88" fmla="*/ 908 w 966"/>
                      <a:gd name="T89" fmla="*/ 125 h 376"/>
                      <a:gd name="T90" fmla="*/ 960 w 966"/>
                      <a:gd name="T91" fmla="*/ 155 h 376"/>
                      <a:gd name="T92" fmla="*/ 966 w 966"/>
                      <a:gd name="T93" fmla="*/ 76 h 37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966"/>
                      <a:gd name="T142" fmla="*/ 0 h 376"/>
                      <a:gd name="T143" fmla="*/ 966 w 966"/>
                      <a:gd name="T144" fmla="*/ 376 h 37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966" h="376">
                        <a:moveTo>
                          <a:pt x="0" y="372"/>
                        </a:moveTo>
                        <a:cubicBezTo>
                          <a:pt x="56" y="362"/>
                          <a:pt x="31" y="376"/>
                          <a:pt x="68" y="320"/>
                        </a:cubicBezTo>
                        <a:cubicBezTo>
                          <a:pt x="74" y="311"/>
                          <a:pt x="79" y="300"/>
                          <a:pt x="83" y="290"/>
                        </a:cubicBezTo>
                        <a:cubicBezTo>
                          <a:pt x="86" y="283"/>
                          <a:pt x="88" y="275"/>
                          <a:pt x="90" y="267"/>
                        </a:cubicBezTo>
                        <a:cubicBezTo>
                          <a:pt x="93" y="257"/>
                          <a:pt x="86" y="287"/>
                          <a:pt x="83" y="297"/>
                        </a:cubicBezTo>
                        <a:cubicBezTo>
                          <a:pt x="81" y="305"/>
                          <a:pt x="78" y="312"/>
                          <a:pt x="75" y="320"/>
                        </a:cubicBezTo>
                        <a:cubicBezTo>
                          <a:pt x="118" y="348"/>
                          <a:pt x="98" y="319"/>
                          <a:pt x="143" y="305"/>
                        </a:cubicBezTo>
                        <a:cubicBezTo>
                          <a:pt x="154" y="246"/>
                          <a:pt x="161" y="256"/>
                          <a:pt x="218" y="237"/>
                        </a:cubicBezTo>
                        <a:cubicBezTo>
                          <a:pt x="235" y="231"/>
                          <a:pt x="263" y="207"/>
                          <a:pt x="263" y="207"/>
                        </a:cubicBezTo>
                        <a:cubicBezTo>
                          <a:pt x="281" y="181"/>
                          <a:pt x="288" y="171"/>
                          <a:pt x="278" y="140"/>
                        </a:cubicBezTo>
                        <a:cubicBezTo>
                          <a:pt x="256" y="223"/>
                          <a:pt x="264" y="214"/>
                          <a:pt x="345" y="222"/>
                        </a:cubicBezTo>
                        <a:cubicBezTo>
                          <a:pt x="350" y="237"/>
                          <a:pt x="355" y="252"/>
                          <a:pt x="360" y="267"/>
                        </a:cubicBezTo>
                        <a:cubicBezTo>
                          <a:pt x="363" y="275"/>
                          <a:pt x="368" y="290"/>
                          <a:pt x="368" y="290"/>
                        </a:cubicBezTo>
                        <a:cubicBezTo>
                          <a:pt x="365" y="310"/>
                          <a:pt x="378" y="359"/>
                          <a:pt x="360" y="350"/>
                        </a:cubicBezTo>
                        <a:cubicBezTo>
                          <a:pt x="352" y="346"/>
                          <a:pt x="349" y="231"/>
                          <a:pt x="360" y="222"/>
                        </a:cubicBezTo>
                        <a:cubicBezTo>
                          <a:pt x="379" y="206"/>
                          <a:pt x="410" y="217"/>
                          <a:pt x="435" y="215"/>
                        </a:cubicBezTo>
                        <a:cubicBezTo>
                          <a:pt x="440" y="200"/>
                          <a:pt x="449" y="186"/>
                          <a:pt x="450" y="170"/>
                        </a:cubicBezTo>
                        <a:cubicBezTo>
                          <a:pt x="459" y="19"/>
                          <a:pt x="463" y="0"/>
                          <a:pt x="450" y="110"/>
                        </a:cubicBezTo>
                        <a:cubicBezTo>
                          <a:pt x="453" y="135"/>
                          <a:pt x="440" y="167"/>
                          <a:pt x="458" y="185"/>
                        </a:cubicBezTo>
                        <a:cubicBezTo>
                          <a:pt x="476" y="203"/>
                          <a:pt x="513" y="177"/>
                          <a:pt x="533" y="192"/>
                        </a:cubicBezTo>
                        <a:cubicBezTo>
                          <a:pt x="547" y="203"/>
                          <a:pt x="537" y="228"/>
                          <a:pt x="540" y="245"/>
                        </a:cubicBezTo>
                        <a:cubicBezTo>
                          <a:pt x="543" y="260"/>
                          <a:pt x="562" y="291"/>
                          <a:pt x="555" y="305"/>
                        </a:cubicBezTo>
                        <a:cubicBezTo>
                          <a:pt x="551" y="313"/>
                          <a:pt x="545" y="290"/>
                          <a:pt x="540" y="282"/>
                        </a:cubicBezTo>
                        <a:cubicBezTo>
                          <a:pt x="537" y="245"/>
                          <a:pt x="511" y="157"/>
                          <a:pt x="570" y="140"/>
                        </a:cubicBezTo>
                        <a:cubicBezTo>
                          <a:pt x="594" y="133"/>
                          <a:pt x="620" y="135"/>
                          <a:pt x="645" y="132"/>
                        </a:cubicBezTo>
                        <a:cubicBezTo>
                          <a:pt x="648" y="125"/>
                          <a:pt x="651" y="118"/>
                          <a:pt x="653" y="110"/>
                        </a:cubicBezTo>
                        <a:cubicBezTo>
                          <a:pt x="656" y="98"/>
                          <a:pt x="660" y="72"/>
                          <a:pt x="660" y="72"/>
                        </a:cubicBezTo>
                        <a:cubicBezTo>
                          <a:pt x="663" y="101"/>
                          <a:pt x="654" y="152"/>
                          <a:pt x="683" y="177"/>
                        </a:cubicBezTo>
                        <a:cubicBezTo>
                          <a:pt x="697" y="189"/>
                          <a:pt x="728" y="207"/>
                          <a:pt x="728" y="207"/>
                        </a:cubicBezTo>
                        <a:cubicBezTo>
                          <a:pt x="733" y="215"/>
                          <a:pt x="739" y="222"/>
                          <a:pt x="743" y="230"/>
                        </a:cubicBezTo>
                        <a:cubicBezTo>
                          <a:pt x="749" y="244"/>
                          <a:pt x="758" y="275"/>
                          <a:pt x="758" y="275"/>
                        </a:cubicBezTo>
                        <a:cubicBezTo>
                          <a:pt x="755" y="282"/>
                          <a:pt x="754" y="304"/>
                          <a:pt x="750" y="297"/>
                        </a:cubicBezTo>
                        <a:cubicBezTo>
                          <a:pt x="742" y="284"/>
                          <a:pt x="746" y="267"/>
                          <a:pt x="743" y="252"/>
                        </a:cubicBezTo>
                        <a:cubicBezTo>
                          <a:pt x="737" y="223"/>
                          <a:pt x="718" y="205"/>
                          <a:pt x="698" y="185"/>
                        </a:cubicBezTo>
                        <a:cubicBezTo>
                          <a:pt x="676" y="119"/>
                          <a:pt x="667" y="142"/>
                          <a:pt x="750" y="132"/>
                        </a:cubicBezTo>
                        <a:cubicBezTo>
                          <a:pt x="787" y="121"/>
                          <a:pt x="798" y="88"/>
                          <a:pt x="818" y="57"/>
                        </a:cubicBezTo>
                        <a:cubicBezTo>
                          <a:pt x="822" y="50"/>
                          <a:pt x="814" y="73"/>
                          <a:pt x="810" y="80"/>
                        </a:cubicBezTo>
                        <a:cubicBezTo>
                          <a:pt x="801" y="96"/>
                          <a:pt x="780" y="125"/>
                          <a:pt x="780" y="125"/>
                        </a:cubicBezTo>
                        <a:cubicBezTo>
                          <a:pt x="930" y="136"/>
                          <a:pt x="849" y="109"/>
                          <a:pt x="908" y="200"/>
                        </a:cubicBezTo>
                        <a:cubicBezTo>
                          <a:pt x="910" y="207"/>
                          <a:pt x="923" y="222"/>
                          <a:pt x="915" y="222"/>
                        </a:cubicBezTo>
                        <a:cubicBezTo>
                          <a:pt x="906" y="222"/>
                          <a:pt x="903" y="208"/>
                          <a:pt x="900" y="200"/>
                        </a:cubicBezTo>
                        <a:cubicBezTo>
                          <a:pt x="893" y="181"/>
                          <a:pt x="892" y="159"/>
                          <a:pt x="885" y="140"/>
                        </a:cubicBezTo>
                        <a:cubicBezTo>
                          <a:pt x="904" y="85"/>
                          <a:pt x="877" y="152"/>
                          <a:pt x="915" y="95"/>
                        </a:cubicBezTo>
                        <a:cubicBezTo>
                          <a:pt x="920" y="88"/>
                          <a:pt x="923" y="64"/>
                          <a:pt x="923" y="72"/>
                        </a:cubicBezTo>
                        <a:cubicBezTo>
                          <a:pt x="923" y="77"/>
                          <a:pt x="910" y="118"/>
                          <a:pt x="908" y="125"/>
                        </a:cubicBezTo>
                        <a:cubicBezTo>
                          <a:pt x="924" y="136"/>
                          <a:pt x="948" y="141"/>
                          <a:pt x="960" y="155"/>
                        </a:cubicBezTo>
                        <a:lnTo>
                          <a:pt x="966" y="76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6" name="Group 121"/>
                <p:cNvGrpSpPr>
                  <a:grpSpLocks/>
                </p:cNvGrpSpPr>
                <p:nvPr/>
              </p:nvGrpSpPr>
              <p:grpSpPr bwMode="auto">
                <a:xfrm flipH="1">
                  <a:off x="6402" y="2413"/>
                  <a:ext cx="666" cy="1036"/>
                  <a:chOff x="7281" y="2228"/>
                  <a:chExt cx="666" cy="1036"/>
                </a:xfrm>
              </p:grpSpPr>
              <p:sp>
                <p:nvSpPr>
                  <p:cNvPr id="197" name="Freeform 122"/>
                  <p:cNvSpPr>
                    <a:spLocks/>
                  </p:cNvSpPr>
                  <p:nvPr/>
                </p:nvSpPr>
                <p:spPr bwMode="auto">
                  <a:xfrm>
                    <a:off x="7281" y="2323"/>
                    <a:ext cx="605" cy="941"/>
                  </a:xfrm>
                  <a:custGeom>
                    <a:avLst/>
                    <a:gdLst>
                      <a:gd name="T0" fmla="*/ 122 w 605"/>
                      <a:gd name="T1" fmla="*/ 895 h 941"/>
                      <a:gd name="T2" fmla="*/ 212 w 605"/>
                      <a:gd name="T3" fmla="*/ 782 h 941"/>
                      <a:gd name="T4" fmla="*/ 287 w 605"/>
                      <a:gd name="T5" fmla="*/ 640 h 941"/>
                      <a:gd name="T6" fmla="*/ 317 w 605"/>
                      <a:gd name="T7" fmla="*/ 580 h 941"/>
                      <a:gd name="T8" fmla="*/ 324 w 605"/>
                      <a:gd name="T9" fmla="*/ 550 h 941"/>
                      <a:gd name="T10" fmla="*/ 339 w 605"/>
                      <a:gd name="T11" fmla="*/ 505 h 941"/>
                      <a:gd name="T12" fmla="*/ 362 w 605"/>
                      <a:gd name="T13" fmla="*/ 265 h 941"/>
                      <a:gd name="T14" fmla="*/ 474 w 605"/>
                      <a:gd name="T15" fmla="*/ 25 h 941"/>
                      <a:gd name="T16" fmla="*/ 482 w 605"/>
                      <a:gd name="T17" fmla="*/ 2 h 941"/>
                      <a:gd name="T18" fmla="*/ 497 w 605"/>
                      <a:gd name="T19" fmla="*/ 32 h 941"/>
                      <a:gd name="T20" fmla="*/ 549 w 605"/>
                      <a:gd name="T21" fmla="*/ 160 h 941"/>
                      <a:gd name="T22" fmla="*/ 429 w 605"/>
                      <a:gd name="T23" fmla="*/ 752 h 941"/>
                      <a:gd name="T24" fmla="*/ 399 w 605"/>
                      <a:gd name="T25" fmla="*/ 790 h 941"/>
                      <a:gd name="T26" fmla="*/ 384 w 605"/>
                      <a:gd name="T27" fmla="*/ 812 h 941"/>
                      <a:gd name="T28" fmla="*/ 242 w 605"/>
                      <a:gd name="T29" fmla="*/ 902 h 941"/>
                      <a:gd name="T30" fmla="*/ 99 w 605"/>
                      <a:gd name="T31" fmla="*/ 932 h 941"/>
                      <a:gd name="T32" fmla="*/ 69 w 605"/>
                      <a:gd name="T33" fmla="*/ 940 h 941"/>
                      <a:gd name="T34" fmla="*/ 0 w 605"/>
                      <a:gd name="T35" fmla="*/ 921 h 94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5"/>
                      <a:gd name="T55" fmla="*/ 0 h 941"/>
                      <a:gd name="T56" fmla="*/ 605 w 605"/>
                      <a:gd name="T57" fmla="*/ 941 h 94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5" h="941">
                        <a:moveTo>
                          <a:pt x="122" y="895"/>
                        </a:moveTo>
                        <a:cubicBezTo>
                          <a:pt x="156" y="859"/>
                          <a:pt x="169" y="810"/>
                          <a:pt x="212" y="782"/>
                        </a:cubicBezTo>
                        <a:cubicBezTo>
                          <a:pt x="228" y="732"/>
                          <a:pt x="262" y="686"/>
                          <a:pt x="287" y="640"/>
                        </a:cubicBezTo>
                        <a:cubicBezTo>
                          <a:pt x="298" y="620"/>
                          <a:pt x="317" y="580"/>
                          <a:pt x="317" y="580"/>
                        </a:cubicBezTo>
                        <a:cubicBezTo>
                          <a:pt x="319" y="570"/>
                          <a:pt x="321" y="560"/>
                          <a:pt x="324" y="550"/>
                        </a:cubicBezTo>
                        <a:cubicBezTo>
                          <a:pt x="328" y="535"/>
                          <a:pt x="339" y="505"/>
                          <a:pt x="339" y="505"/>
                        </a:cubicBezTo>
                        <a:cubicBezTo>
                          <a:pt x="344" y="424"/>
                          <a:pt x="354" y="346"/>
                          <a:pt x="362" y="265"/>
                        </a:cubicBezTo>
                        <a:cubicBezTo>
                          <a:pt x="372" y="162"/>
                          <a:pt x="362" y="62"/>
                          <a:pt x="474" y="25"/>
                        </a:cubicBezTo>
                        <a:cubicBezTo>
                          <a:pt x="477" y="17"/>
                          <a:pt x="474" y="0"/>
                          <a:pt x="482" y="2"/>
                        </a:cubicBezTo>
                        <a:cubicBezTo>
                          <a:pt x="493" y="5"/>
                          <a:pt x="493" y="22"/>
                          <a:pt x="497" y="32"/>
                        </a:cubicBezTo>
                        <a:cubicBezTo>
                          <a:pt x="516" y="77"/>
                          <a:pt x="522" y="118"/>
                          <a:pt x="549" y="160"/>
                        </a:cubicBezTo>
                        <a:cubicBezTo>
                          <a:pt x="599" y="347"/>
                          <a:pt x="605" y="623"/>
                          <a:pt x="429" y="752"/>
                        </a:cubicBezTo>
                        <a:cubicBezTo>
                          <a:pt x="416" y="796"/>
                          <a:pt x="433" y="757"/>
                          <a:pt x="399" y="790"/>
                        </a:cubicBezTo>
                        <a:cubicBezTo>
                          <a:pt x="393" y="796"/>
                          <a:pt x="391" y="806"/>
                          <a:pt x="384" y="812"/>
                        </a:cubicBezTo>
                        <a:cubicBezTo>
                          <a:pt x="346" y="845"/>
                          <a:pt x="290" y="887"/>
                          <a:pt x="242" y="902"/>
                        </a:cubicBezTo>
                        <a:cubicBezTo>
                          <a:pt x="200" y="929"/>
                          <a:pt x="148" y="926"/>
                          <a:pt x="99" y="932"/>
                        </a:cubicBezTo>
                        <a:cubicBezTo>
                          <a:pt x="74" y="941"/>
                          <a:pt x="85" y="940"/>
                          <a:pt x="69" y="940"/>
                        </a:cubicBezTo>
                        <a:lnTo>
                          <a:pt x="0" y="921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98" name="Freeform 123"/>
                  <p:cNvSpPr>
                    <a:spLocks/>
                  </p:cNvSpPr>
                  <p:nvPr/>
                </p:nvSpPr>
                <p:spPr bwMode="auto">
                  <a:xfrm>
                    <a:off x="7365" y="2228"/>
                    <a:ext cx="582" cy="1027"/>
                  </a:xfrm>
                  <a:custGeom>
                    <a:avLst/>
                    <a:gdLst>
                      <a:gd name="T0" fmla="*/ 0 w 582"/>
                      <a:gd name="T1" fmla="*/ 1027 h 1027"/>
                      <a:gd name="T2" fmla="*/ 105 w 582"/>
                      <a:gd name="T3" fmla="*/ 997 h 1027"/>
                      <a:gd name="T4" fmla="*/ 173 w 582"/>
                      <a:gd name="T5" fmla="*/ 952 h 1027"/>
                      <a:gd name="T6" fmla="*/ 240 w 582"/>
                      <a:gd name="T7" fmla="*/ 930 h 1027"/>
                      <a:gd name="T8" fmla="*/ 308 w 582"/>
                      <a:gd name="T9" fmla="*/ 870 h 1027"/>
                      <a:gd name="T10" fmla="*/ 345 w 582"/>
                      <a:gd name="T11" fmla="*/ 832 h 1027"/>
                      <a:gd name="T12" fmla="*/ 390 w 582"/>
                      <a:gd name="T13" fmla="*/ 765 h 1027"/>
                      <a:gd name="T14" fmla="*/ 465 w 582"/>
                      <a:gd name="T15" fmla="*/ 487 h 1027"/>
                      <a:gd name="T16" fmla="*/ 405 w 582"/>
                      <a:gd name="T17" fmla="*/ 112 h 1027"/>
                      <a:gd name="T18" fmla="*/ 398 w 582"/>
                      <a:gd name="T19" fmla="*/ 45 h 1027"/>
                      <a:gd name="T20" fmla="*/ 390 w 582"/>
                      <a:gd name="T21" fmla="*/ 15 h 1027"/>
                      <a:gd name="T22" fmla="*/ 413 w 582"/>
                      <a:gd name="T23" fmla="*/ 0 h 1027"/>
                      <a:gd name="T24" fmla="*/ 488 w 582"/>
                      <a:gd name="T25" fmla="*/ 112 h 1027"/>
                      <a:gd name="T26" fmla="*/ 495 w 582"/>
                      <a:gd name="T27" fmla="*/ 142 h 1027"/>
                      <a:gd name="T28" fmla="*/ 518 w 582"/>
                      <a:gd name="T29" fmla="*/ 157 h 1027"/>
                      <a:gd name="T30" fmla="*/ 578 w 582"/>
                      <a:gd name="T31" fmla="*/ 232 h 1027"/>
                      <a:gd name="T32" fmla="*/ 555 w 582"/>
                      <a:gd name="T33" fmla="*/ 442 h 1027"/>
                      <a:gd name="T34" fmla="*/ 540 w 582"/>
                      <a:gd name="T35" fmla="*/ 495 h 1027"/>
                      <a:gd name="T36" fmla="*/ 510 w 582"/>
                      <a:gd name="T37" fmla="*/ 540 h 1027"/>
                      <a:gd name="T38" fmla="*/ 450 w 582"/>
                      <a:gd name="T39" fmla="*/ 817 h 1027"/>
                      <a:gd name="T40" fmla="*/ 405 w 582"/>
                      <a:gd name="T41" fmla="*/ 885 h 1027"/>
                      <a:gd name="T42" fmla="*/ 360 w 582"/>
                      <a:gd name="T43" fmla="*/ 915 h 1027"/>
                      <a:gd name="T44" fmla="*/ 338 w 582"/>
                      <a:gd name="T45" fmla="*/ 937 h 1027"/>
                      <a:gd name="T46" fmla="*/ 68 w 582"/>
                      <a:gd name="T47" fmla="*/ 1012 h 1027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582"/>
                      <a:gd name="T73" fmla="*/ 0 h 1027"/>
                      <a:gd name="T74" fmla="*/ 582 w 582"/>
                      <a:gd name="T75" fmla="*/ 1027 h 1027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582" h="1027">
                        <a:moveTo>
                          <a:pt x="0" y="1027"/>
                        </a:moveTo>
                        <a:cubicBezTo>
                          <a:pt x="32" y="1021"/>
                          <a:pt x="76" y="1014"/>
                          <a:pt x="105" y="997"/>
                        </a:cubicBezTo>
                        <a:cubicBezTo>
                          <a:pt x="129" y="984"/>
                          <a:pt x="147" y="960"/>
                          <a:pt x="173" y="952"/>
                        </a:cubicBezTo>
                        <a:cubicBezTo>
                          <a:pt x="195" y="945"/>
                          <a:pt x="240" y="930"/>
                          <a:pt x="240" y="930"/>
                        </a:cubicBezTo>
                        <a:cubicBezTo>
                          <a:pt x="261" y="909"/>
                          <a:pt x="288" y="893"/>
                          <a:pt x="308" y="870"/>
                        </a:cubicBezTo>
                        <a:cubicBezTo>
                          <a:pt x="342" y="830"/>
                          <a:pt x="302" y="861"/>
                          <a:pt x="345" y="832"/>
                        </a:cubicBezTo>
                        <a:cubicBezTo>
                          <a:pt x="356" y="803"/>
                          <a:pt x="368" y="787"/>
                          <a:pt x="390" y="765"/>
                        </a:cubicBezTo>
                        <a:cubicBezTo>
                          <a:pt x="431" y="670"/>
                          <a:pt x="455" y="592"/>
                          <a:pt x="465" y="487"/>
                        </a:cubicBezTo>
                        <a:cubicBezTo>
                          <a:pt x="461" y="320"/>
                          <a:pt x="484" y="233"/>
                          <a:pt x="405" y="112"/>
                        </a:cubicBezTo>
                        <a:cubicBezTo>
                          <a:pt x="403" y="90"/>
                          <a:pt x="401" y="67"/>
                          <a:pt x="398" y="45"/>
                        </a:cubicBezTo>
                        <a:cubicBezTo>
                          <a:pt x="396" y="35"/>
                          <a:pt x="387" y="25"/>
                          <a:pt x="390" y="15"/>
                        </a:cubicBezTo>
                        <a:cubicBezTo>
                          <a:pt x="393" y="6"/>
                          <a:pt x="405" y="5"/>
                          <a:pt x="413" y="0"/>
                        </a:cubicBezTo>
                        <a:cubicBezTo>
                          <a:pt x="448" y="35"/>
                          <a:pt x="462" y="73"/>
                          <a:pt x="488" y="112"/>
                        </a:cubicBezTo>
                        <a:cubicBezTo>
                          <a:pt x="490" y="122"/>
                          <a:pt x="489" y="133"/>
                          <a:pt x="495" y="142"/>
                        </a:cubicBezTo>
                        <a:cubicBezTo>
                          <a:pt x="500" y="150"/>
                          <a:pt x="512" y="151"/>
                          <a:pt x="518" y="157"/>
                        </a:cubicBezTo>
                        <a:cubicBezTo>
                          <a:pt x="541" y="180"/>
                          <a:pt x="554" y="209"/>
                          <a:pt x="578" y="232"/>
                        </a:cubicBezTo>
                        <a:cubicBezTo>
                          <a:pt x="570" y="383"/>
                          <a:pt x="582" y="341"/>
                          <a:pt x="555" y="442"/>
                        </a:cubicBezTo>
                        <a:cubicBezTo>
                          <a:pt x="550" y="460"/>
                          <a:pt x="548" y="478"/>
                          <a:pt x="540" y="495"/>
                        </a:cubicBezTo>
                        <a:cubicBezTo>
                          <a:pt x="532" y="511"/>
                          <a:pt x="510" y="540"/>
                          <a:pt x="510" y="540"/>
                        </a:cubicBezTo>
                        <a:cubicBezTo>
                          <a:pt x="504" y="678"/>
                          <a:pt x="510" y="713"/>
                          <a:pt x="450" y="817"/>
                        </a:cubicBezTo>
                        <a:cubicBezTo>
                          <a:pt x="432" y="849"/>
                          <a:pt x="436" y="865"/>
                          <a:pt x="405" y="885"/>
                        </a:cubicBezTo>
                        <a:cubicBezTo>
                          <a:pt x="373" y="932"/>
                          <a:pt x="412" y="885"/>
                          <a:pt x="360" y="915"/>
                        </a:cubicBezTo>
                        <a:cubicBezTo>
                          <a:pt x="351" y="920"/>
                          <a:pt x="347" y="931"/>
                          <a:pt x="338" y="937"/>
                        </a:cubicBezTo>
                        <a:cubicBezTo>
                          <a:pt x="268" y="984"/>
                          <a:pt x="154" y="1012"/>
                          <a:pt x="68" y="1012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99" name="Freeform 124"/>
                  <p:cNvSpPr>
                    <a:spLocks/>
                  </p:cNvSpPr>
                  <p:nvPr/>
                </p:nvSpPr>
                <p:spPr bwMode="auto">
                  <a:xfrm>
                    <a:off x="7508" y="2423"/>
                    <a:ext cx="382" cy="787"/>
                  </a:xfrm>
                  <a:custGeom>
                    <a:avLst/>
                    <a:gdLst>
                      <a:gd name="T0" fmla="*/ 0 w 382"/>
                      <a:gd name="T1" fmla="*/ 787 h 787"/>
                      <a:gd name="T2" fmla="*/ 60 w 382"/>
                      <a:gd name="T3" fmla="*/ 735 h 787"/>
                      <a:gd name="T4" fmla="*/ 75 w 382"/>
                      <a:gd name="T5" fmla="*/ 690 h 787"/>
                      <a:gd name="T6" fmla="*/ 82 w 382"/>
                      <a:gd name="T7" fmla="*/ 712 h 787"/>
                      <a:gd name="T8" fmla="*/ 105 w 382"/>
                      <a:gd name="T9" fmla="*/ 720 h 787"/>
                      <a:gd name="T10" fmla="*/ 150 w 382"/>
                      <a:gd name="T11" fmla="*/ 697 h 787"/>
                      <a:gd name="T12" fmla="*/ 195 w 382"/>
                      <a:gd name="T13" fmla="*/ 637 h 787"/>
                      <a:gd name="T14" fmla="*/ 217 w 382"/>
                      <a:gd name="T15" fmla="*/ 592 h 787"/>
                      <a:gd name="T16" fmla="*/ 172 w 382"/>
                      <a:gd name="T17" fmla="*/ 457 h 787"/>
                      <a:gd name="T18" fmla="*/ 195 w 382"/>
                      <a:gd name="T19" fmla="*/ 450 h 787"/>
                      <a:gd name="T20" fmla="*/ 210 w 382"/>
                      <a:gd name="T21" fmla="*/ 495 h 787"/>
                      <a:gd name="T22" fmla="*/ 225 w 382"/>
                      <a:gd name="T23" fmla="*/ 517 h 787"/>
                      <a:gd name="T24" fmla="*/ 232 w 382"/>
                      <a:gd name="T25" fmla="*/ 540 h 787"/>
                      <a:gd name="T26" fmla="*/ 292 w 382"/>
                      <a:gd name="T27" fmla="*/ 510 h 787"/>
                      <a:gd name="T28" fmla="*/ 315 w 382"/>
                      <a:gd name="T29" fmla="*/ 502 h 787"/>
                      <a:gd name="T30" fmla="*/ 262 w 382"/>
                      <a:gd name="T31" fmla="*/ 532 h 787"/>
                      <a:gd name="T32" fmla="*/ 270 w 382"/>
                      <a:gd name="T33" fmla="*/ 457 h 787"/>
                      <a:gd name="T34" fmla="*/ 285 w 382"/>
                      <a:gd name="T35" fmla="*/ 352 h 787"/>
                      <a:gd name="T36" fmla="*/ 255 w 382"/>
                      <a:gd name="T37" fmla="*/ 300 h 787"/>
                      <a:gd name="T38" fmla="*/ 232 w 382"/>
                      <a:gd name="T39" fmla="*/ 292 h 787"/>
                      <a:gd name="T40" fmla="*/ 202 w 382"/>
                      <a:gd name="T41" fmla="*/ 285 h 787"/>
                      <a:gd name="T42" fmla="*/ 270 w 382"/>
                      <a:gd name="T43" fmla="*/ 292 h 787"/>
                      <a:gd name="T44" fmla="*/ 307 w 382"/>
                      <a:gd name="T45" fmla="*/ 330 h 787"/>
                      <a:gd name="T46" fmla="*/ 322 w 382"/>
                      <a:gd name="T47" fmla="*/ 307 h 787"/>
                      <a:gd name="T48" fmla="*/ 345 w 382"/>
                      <a:gd name="T49" fmla="*/ 240 h 787"/>
                      <a:gd name="T50" fmla="*/ 352 w 382"/>
                      <a:gd name="T51" fmla="*/ 217 h 787"/>
                      <a:gd name="T52" fmla="*/ 367 w 382"/>
                      <a:gd name="T53" fmla="*/ 195 h 787"/>
                      <a:gd name="T54" fmla="*/ 345 w 382"/>
                      <a:gd name="T55" fmla="*/ 202 h 787"/>
                      <a:gd name="T56" fmla="*/ 330 w 382"/>
                      <a:gd name="T57" fmla="*/ 225 h 787"/>
                      <a:gd name="T58" fmla="*/ 322 w 382"/>
                      <a:gd name="T59" fmla="*/ 247 h 787"/>
                      <a:gd name="T60" fmla="*/ 292 w 382"/>
                      <a:gd name="T61" fmla="*/ 150 h 787"/>
                      <a:gd name="T62" fmla="*/ 270 w 382"/>
                      <a:gd name="T63" fmla="*/ 142 h 787"/>
                      <a:gd name="T64" fmla="*/ 225 w 382"/>
                      <a:gd name="T65" fmla="*/ 112 h 787"/>
                      <a:gd name="T66" fmla="*/ 247 w 382"/>
                      <a:gd name="T67" fmla="*/ 105 h 787"/>
                      <a:gd name="T68" fmla="*/ 292 w 382"/>
                      <a:gd name="T69" fmla="*/ 135 h 787"/>
                      <a:gd name="T70" fmla="*/ 337 w 382"/>
                      <a:gd name="T71" fmla="*/ 150 h 787"/>
                      <a:gd name="T72" fmla="*/ 352 w 382"/>
                      <a:gd name="T73" fmla="*/ 105 h 787"/>
                      <a:gd name="T74" fmla="*/ 382 w 382"/>
                      <a:gd name="T75" fmla="*/ 60 h 787"/>
                      <a:gd name="T76" fmla="*/ 330 w 382"/>
                      <a:gd name="T77" fmla="*/ 82 h 787"/>
                      <a:gd name="T78" fmla="*/ 322 w 382"/>
                      <a:gd name="T79" fmla="*/ 142 h 787"/>
                      <a:gd name="T80" fmla="*/ 315 w 382"/>
                      <a:gd name="T81" fmla="*/ 120 h 787"/>
                      <a:gd name="T82" fmla="*/ 300 w 382"/>
                      <a:gd name="T83" fmla="*/ 52 h 787"/>
                      <a:gd name="T84" fmla="*/ 270 w 382"/>
                      <a:gd name="T85" fmla="*/ 0 h 787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82"/>
                      <a:gd name="T130" fmla="*/ 0 h 787"/>
                      <a:gd name="T131" fmla="*/ 382 w 382"/>
                      <a:gd name="T132" fmla="*/ 787 h 787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82" h="787">
                        <a:moveTo>
                          <a:pt x="0" y="787"/>
                        </a:moveTo>
                        <a:cubicBezTo>
                          <a:pt x="52" y="752"/>
                          <a:pt x="35" y="772"/>
                          <a:pt x="60" y="735"/>
                        </a:cubicBezTo>
                        <a:cubicBezTo>
                          <a:pt x="60" y="735"/>
                          <a:pt x="73" y="690"/>
                          <a:pt x="75" y="690"/>
                        </a:cubicBezTo>
                        <a:cubicBezTo>
                          <a:pt x="83" y="690"/>
                          <a:pt x="77" y="707"/>
                          <a:pt x="82" y="712"/>
                        </a:cubicBezTo>
                        <a:cubicBezTo>
                          <a:pt x="88" y="718"/>
                          <a:pt x="97" y="717"/>
                          <a:pt x="105" y="720"/>
                        </a:cubicBezTo>
                        <a:cubicBezTo>
                          <a:pt x="117" y="716"/>
                          <a:pt x="143" y="708"/>
                          <a:pt x="150" y="697"/>
                        </a:cubicBezTo>
                        <a:cubicBezTo>
                          <a:pt x="172" y="664"/>
                          <a:pt x="144" y="655"/>
                          <a:pt x="195" y="637"/>
                        </a:cubicBezTo>
                        <a:cubicBezTo>
                          <a:pt x="200" y="621"/>
                          <a:pt x="216" y="609"/>
                          <a:pt x="217" y="592"/>
                        </a:cubicBezTo>
                        <a:cubicBezTo>
                          <a:pt x="222" y="521"/>
                          <a:pt x="223" y="490"/>
                          <a:pt x="172" y="457"/>
                        </a:cubicBezTo>
                        <a:cubicBezTo>
                          <a:pt x="180" y="455"/>
                          <a:pt x="189" y="444"/>
                          <a:pt x="195" y="450"/>
                        </a:cubicBezTo>
                        <a:cubicBezTo>
                          <a:pt x="206" y="461"/>
                          <a:pt x="201" y="482"/>
                          <a:pt x="210" y="495"/>
                        </a:cubicBezTo>
                        <a:cubicBezTo>
                          <a:pt x="215" y="502"/>
                          <a:pt x="220" y="510"/>
                          <a:pt x="225" y="517"/>
                        </a:cubicBezTo>
                        <a:cubicBezTo>
                          <a:pt x="227" y="525"/>
                          <a:pt x="227" y="534"/>
                          <a:pt x="232" y="540"/>
                        </a:cubicBezTo>
                        <a:cubicBezTo>
                          <a:pt x="264" y="581"/>
                          <a:pt x="272" y="526"/>
                          <a:pt x="292" y="510"/>
                        </a:cubicBezTo>
                        <a:cubicBezTo>
                          <a:pt x="298" y="505"/>
                          <a:pt x="307" y="505"/>
                          <a:pt x="315" y="502"/>
                        </a:cubicBezTo>
                        <a:cubicBezTo>
                          <a:pt x="282" y="492"/>
                          <a:pt x="273" y="501"/>
                          <a:pt x="262" y="532"/>
                        </a:cubicBezTo>
                        <a:cubicBezTo>
                          <a:pt x="252" y="501"/>
                          <a:pt x="264" y="489"/>
                          <a:pt x="270" y="457"/>
                        </a:cubicBezTo>
                        <a:cubicBezTo>
                          <a:pt x="276" y="422"/>
                          <a:pt x="280" y="387"/>
                          <a:pt x="285" y="352"/>
                        </a:cubicBezTo>
                        <a:cubicBezTo>
                          <a:pt x="277" y="315"/>
                          <a:pt x="286" y="316"/>
                          <a:pt x="255" y="300"/>
                        </a:cubicBezTo>
                        <a:cubicBezTo>
                          <a:pt x="248" y="296"/>
                          <a:pt x="240" y="294"/>
                          <a:pt x="232" y="292"/>
                        </a:cubicBezTo>
                        <a:cubicBezTo>
                          <a:pt x="222" y="289"/>
                          <a:pt x="192" y="285"/>
                          <a:pt x="202" y="285"/>
                        </a:cubicBezTo>
                        <a:cubicBezTo>
                          <a:pt x="225" y="285"/>
                          <a:pt x="247" y="290"/>
                          <a:pt x="270" y="292"/>
                        </a:cubicBezTo>
                        <a:cubicBezTo>
                          <a:pt x="274" y="298"/>
                          <a:pt x="293" y="333"/>
                          <a:pt x="307" y="330"/>
                        </a:cubicBezTo>
                        <a:cubicBezTo>
                          <a:pt x="316" y="328"/>
                          <a:pt x="318" y="315"/>
                          <a:pt x="322" y="307"/>
                        </a:cubicBezTo>
                        <a:cubicBezTo>
                          <a:pt x="332" y="287"/>
                          <a:pt x="338" y="261"/>
                          <a:pt x="345" y="240"/>
                        </a:cubicBezTo>
                        <a:cubicBezTo>
                          <a:pt x="348" y="232"/>
                          <a:pt x="348" y="224"/>
                          <a:pt x="352" y="217"/>
                        </a:cubicBezTo>
                        <a:cubicBezTo>
                          <a:pt x="356" y="209"/>
                          <a:pt x="371" y="203"/>
                          <a:pt x="367" y="195"/>
                        </a:cubicBezTo>
                        <a:cubicBezTo>
                          <a:pt x="364" y="188"/>
                          <a:pt x="352" y="200"/>
                          <a:pt x="345" y="202"/>
                        </a:cubicBezTo>
                        <a:cubicBezTo>
                          <a:pt x="340" y="210"/>
                          <a:pt x="334" y="217"/>
                          <a:pt x="330" y="225"/>
                        </a:cubicBezTo>
                        <a:cubicBezTo>
                          <a:pt x="326" y="232"/>
                          <a:pt x="325" y="254"/>
                          <a:pt x="322" y="247"/>
                        </a:cubicBezTo>
                        <a:cubicBezTo>
                          <a:pt x="306" y="216"/>
                          <a:pt x="324" y="176"/>
                          <a:pt x="292" y="150"/>
                        </a:cubicBezTo>
                        <a:cubicBezTo>
                          <a:pt x="286" y="145"/>
                          <a:pt x="277" y="146"/>
                          <a:pt x="270" y="142"/>
                        </a:cubicBezTo>
                        <a:cubicBezTo>
                          <a:pt x="254" y="133"/>
                          <a:pt x="225" y="112"/>
                          <a:pt x="225" y="112"/>
                        </a:cubicBezTo>
                        <a:cubicBezTo>
                          <a:pt x="232" y="110"/>
                          <a:pt x="240" y="103"/>
                          <a:pt x="247" y="105"/>
                        </a:cubicBezTo>
                        <a:cubicBezTo>
                          <a:pt x="264" y="111"/>
                          <a:pt x="292" y="135"/>
                          <a:pt x="292" y="135"/>
                        </a:cubicBezTo>
                        <a:cubicBezTo>
                          <a:pt x="301" y="148"/>
                          <a:pt x="312" y="179"/>
                          <a:pt x="337" y="150"/>
                        </a:cubicBezTo>
                        <a:cubicBezTo>
                          <a:pt x="347" y="138"/>
                          <a:pt x="343" y="118"/>
                          <a:pt x="352" y="105"/>
                        </a:cubicBezTo>
                        <a:cubicBezTo>
                          <a:pt x="362" y="90"/>
                          <a:pt x="382" y="60"/>
                          <a:pt x="382" y="60"/>
                        </a:cubicBezTo>
                        <a:cubicBezTo>
                          <a:pt x="352" y="49"/>
                          <a:pt x="340" y="50"/>
                          <a:pt x="330" y="82"/>
                        </a:cubicBezTo>
                        <a:cubicBezTo>
                          <a:pt x="327" y="102"/>
                          <a:pt x="329" y="123"/>
                          <a:pt x="322" y="142"/>
                        </a:cubicBezTo>
                        <a:cubicBezTo>
                          <a:pt x="319" y="149"/>
                          <a:pt x="317" y="127"/>
                          <a:pt x="315" y="120"/>
                        </a:cubicBezTo>
                        <a:cubicBezTo>
                          <a:pt x="309" y="97"/>
                          <a:pt x="305" y="75"/>
                          <a:pt x="300" y="52"/>
                        </a:cubicBezTo>
                        <a:cubicBezTo>
                          <a:pt x="294" y="23"/>
                          <a:pt x="270" y="27"/>
                          <a:pt x="270" y="0"/>
                        </a:cubicBez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7" name="Group 125"/>
                <p:cNvGrpSpPr>
                  <a:grpSpLocks/>
                </p:cNvGrpSpPr>
                <p:nvPr/>
              </p:nvGrpSpPr>
              <p:grpSpPr bwMode="auto">
                <a:xfrm flipH="1">
                  <a:off x="6816" y="2793"/>
                  <a:ext cx="965" cy="881"/>
                  <a:chOff x="6568" y="2608"/>
                  <a:chExt cx="965" cy="881"/>
                </a:xfrm>
              </p:grpSpPr>
              <p:sp>
                <p:nvSpPr>
                  <p:cNvPr id="194" name="Freeform 126"/>
                  <p:cNvSpPr>
                    <a:spLocks/>
                  </p:cNvSpPr>
                  <p:nvPr/>
                </p:nvSpPr>
                <p:spPr bwMode="auto">
                  <a:xfrm>
                    <a:off x="6593" y="2708"/>
                    <a:ext cx="922" cy="742"/>
                  </a:xfrm>
                  <a:custGeom>
                    <a:avLst/>
                    <a:gdLst>
                      <a:gd name="T0" fmla="*/ 0 w 922"/>
                      <a:gd name="T1" fmla="*/ 742 h 742"/>
                      <a:gd name="T2" fmla="*/ 112 w 922"/>
                      <a:gd name="T3" fmla="*/ 697 h 742"/>
                      <a:gd name="T4" fmla="*/ 210 w 922"/>
                      <a:gd name="T5" fmla="*/ 682 h 742"/>
                      <a:gd name="T6" fmla="*/ 367 w 922"/>
                      <a:gd name="T7" fmla="*/ 615 h 742"/>
                      <a:gd name="T8" fmla="*/ 405 w 922"/>
                      <a:gd name="T9" fmla="*/ 577 h 742"/>
                      <a:gd name="T10" fmla="*/ 540 w 922"/>
                      <a:gd name="T11" fmla="*/ 450 h 742"/>
                      <a:gd name="T12" fmla="*/ 667 w 922"/>
                      <a:gd name="T13" fmla="*/ 315 h 742"/>
                      <a:gd name="T14" fmla="*/ 757 w 922"/>
                      <a:gd name="T15" fmla="*/ 225 h 742"/>
                      <a:gd name="T16" fmla="*/ 787 w 922"/>
                      <a:gd name="T17" fmla="*/ 180 h 742"/>
                      <a:gd name="T18" fmla="*/ 795 w 922"/>
                      <a:gd name="T19" fmla="*/ 157 h 742"/>
                      <a:gd name="T20" fmla="*/ 855 w 922"/>
                      <a:gd name="T21" fmla="*/ 75 h 742"/>
                      <a:gd name="T22" fmla="*/ 870 w 922"/>
                      <a:gd name="T23" fmla="*/ 45 h 742"/>
                      <a:gd name="T24" fmla="*/ 900 w 922"/>
                      <a:gd name="T25" fmla="*/ 0 h 742"/>
                      <a:gd name="T26" fmla="*/ 922 w 922"/>
                      <a:gd name="T27" fmla="*/ 247 h 742"/>
                      <a:gd name="T28" fmla="*/ 915 w 922"/>
                      <a:gd name="T29" fmla="*/ 367 h 742"/>
                      <a:gd name="T30" fmla="*/ 810 w 922"/>
                      <a:gd name="T31" fmla="*/ 495 h 742"/>
                      <a:gd name="T32" fmla="*/ 660 w 922"/>
                      <a:gd name="T33" fmla="*/ 577 h 742"/>
                      <a:gd name="T34" fmla="*/ 517 w 922"/>
                      <a:gd name="T35" fmla="*/ 667 h 742"/>
                      <a:gd name="T36" fmla="*/ 67 w 922"/>
                      <a:gd name="T37" fmla="*/ 712 h 742"/>
                      <a:gd name="T38" fmla="*/ 0 w 922"/>
                      <a:gd name="T39" fmla="*/ 742 h 742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922"/>
                      <a:gd name="T61" fmla="*/ 0 h 742"/>
                      <a:gd name="T62" fmla="*/ 922 w 922"/>
                      <a:gd name="T63" fmla="*/ 742 h 742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922" h="742">
                        <a:moveTo>
                          <a:pt x="0" y="742"/>
                        </a:moveTo>
                        <a:cubicBezTo>
                          <a:pt x="40" y="733"/>
                          <a:pt x="73" y="706"/>
                          <a:pt x="112" y="697"/>
                        </a:cubicBezTo>
                        <a:cubicBezTo>
                          <a:pt x="144" y="689"/>
                          <a:pt x="210" y="682"/>
                          <a:pt x="210" y="682"/>
                        </a:cubicBezTo>
                        <a:cubicBezTo>
                          <a:pt x="263" y="664"/>
                          <a:pt x="322" y="646"/>
                          <a:pt x="367" y="615"/>
                        </a:cubicBezTo>
                        <a:cubicBezTo>
                          <a:pt x="405" y="557"/>
                          <a:pt x="357" y="624"/>
                          <a:pt x="405" y="577"/>
                        </a:cubicBezTo>
                        <a:cubicBezTo>
                          <a:pt x="449" y="534"/>
                          <a:pt x="493" y="490"/>
                          <a:pt x="540" y="450"/>
                        </a:cubicBezTo>
                        <a:cubicBezTo>
                          <a:pt x="588" y="409"/>
                          <a:pt x="616" y="352"/>
                          <a:pt x="667" y="315"/>
                        </a:cubicBezTo>
                        <a:cubicBezTo>
                          <a:pt x="691" y="278"/>
                          <a:pt x="721" y="249"/>
                          <a:pt x="757" y="225"/>
                        </a:cubicBezTo>
                        <a:cubicBezTo>
                          <a:pt x="776" y="170"/>
                          <a:pt x="749" y="237"/>
                          <a:pt x="787" y="180"/>
                        </a:cubicBezTo>
                        <a:cubicBezTo>
                          <a:pt x="792" y="173"/>
                          <a:pt x="790" y="164"/>
                          <a:pt x="795" y="157"/>
                        </a:cubicBezTo>
                        <a:cubicBezTo>
                          <a:pt x="813" y="129"/>
                          <a:pt x="837" y="104"/>
                          <a:pt x="855" y="75"/>
                        </a:cubicBezTo>
                        <a:cubicBezTo>
                          <a:pt x="861" y="66"/>
                          <a:pt x="864" y="55"/>
                          <a:pt x="870" y="45"/>
                        </a:cubicBezTo>
                        <a:cubicBezTo>
                          <a:pt x="879" y="30"/>
                          <a:pt x="900" y="0"/>
                          <a:pt x="900" y="0"/>
                        </a:cubicBezTo>
                        <a:cubicBezTo>
                          <a:pt x="904" y="89"/>
                          <a:pt x="913" y="161"/>
                          <a:pt x="922" y="247"/>
                        </a:cubicBezTo>
                        <a:cubicBezTo>
                          <a:pt x="920" y="287"/>
                          <a:pt x="919" y="327"/>
                          <a:pt x="915" y="367"/>
                        </a:cubicBezTo>
                        <a:cubicBezTo>
                          <a:pt x="910" y="419"/>
                          <a:pt x="850" y="468"/>
                          <a:pt x="810" y="495"/>
                        </a:cubicBezTo>
                        <a:cubicBezTo>
                          <a:pt x="769" y="555"/>
                          <a:pt x="722" y="557"/>
                          <a:pt x="660" y="577"/>
                        </a:cubicBezTo>
                        <a:cubicBezTo>
                          <a:pt x="617" y="606"/>
                          <a:pt x="568" y="650"/>
                          <a:pt x="517" y="667"/>
                        </a:cubicBezTo>
                        <a:cubicBezTo>
                          <a:pt x="372" y="715"/>
                          <a:pt x="218" y="712"/>
                          <a:pt x="67" y="712"/>
                        </a:cubicBezTo>
                        <a:lnTo>
                          <a:pt x="0" y="742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95" name="Freeform 127"/>
                  <p:cNvSpPr>
                    <a:spLocks/>
                  </p:cNvSpPr>
                  <p:nvPr/>
                </p:nvSpPr>
                <p:spPr bwMode="auto">
                  <a:xfrm>
                    <a:off x="6568" y="2608"/>
                    <a:ext cx="965" cy="881"/>
                  </a:xfrm>
                  <a:custGeom>
                    <a:avLst/>
                    <a:gdLst>
                      <a:gd name="T0" fmla="*/ 32 w 965"/>
                      <a:gd name="T1" fmla="*/ 835 h 881"/>
                      <a:gd name="T2" fmla="*/ 160 w 965"/>
                      <a:gd name="T3" fmla="*/ 745 h 881"/>
                      <a:gd name="T4" fmla="*/ 205 w 965"/>
                      <a:gd name="T5" fmla="*/ 715 h 881"/>
                      <a:gd name="T6" fmla="*/ 250 w 965"/>
                      <a:gd name="T7" fmla="*/ 647 h 881"/>
                      <a:gd name="T8" fmla="*/ 295 w 965"/>
                      <a:gd name="T9" fmla="*/ 617 h 881"/>
                      <a:gd name="T10" fmla="*/ 407 w 965"/>
                      <a:gd name="T11" fmla="*/ 512 h 881"/>
                      <a:gd name="T12" fmla="*/ 445 w 965"/>
                      <a:gd name="T13" fmla="*/ 467 h 881"/>
                      <a:gd name="T14" fmla="*/ 452 w 965"/>
                      <a:gd name="T15" fmla="*/ 445 h 881"/>
                      <a:gd name="T16" fmla="*/ 497 w 965"/>
                      <a:gd name="T17" fmla="*/ 377 h 881"/>
                      <a:gd name="T18" fmla="*/ 617 w 965"/>
                      <a:gd name="T19" fmla="*/ 287 h 881"/>
                      <a:gd name="T20" fmla="*/ 692 w 965"/>
                      <a:gd name="T21" fmla="*/ 235 h 881"/>
                      <a:gd name="T22" fmla="*/ 797 w 965"/>
                      <a:gd name="T23" fmla="*/ 205 h 881"/>
                      <a:gd name="T24" fmla="*/ 955 w 965"/>
                      <a:gd name="T25" fmla="*/ 32 h 881"/>
                      <a:gd name="T26" fmla="*/ 872 w 965"/>
                      <a:gd name="T27" fmla="*/ 130 h 881"/>
                      <a:gd name="T28" fmla="*/ 872 w 965"/>
                      <a:gd name="T29" fmla="*/ 197 h 881"/>
                      <a:gd name="T30" fmla="*/ 805 w 965"/>
                      <a:gd name="T31" fmla="*/ 332 h 881"/>
                      <a:gd name="T32" fmla="*/ 767 w 965"/>
                      <a:gd name="T33" fmla="*/ 400 h 881"/>
                      <a:gd name="T34" fmla="*/ 752 w 965"/>
                      <a:gd name="T35" fmla="*/ 422 h 881"/>
                      <a:gd name="T36" fmla="*/ 580 w 965"/>
                      <a:gd name="T37" fmla="*/ 632 h 881"/>
                      <a:gd name="T38" fmla="*/ 452 w 965"/>
                      <a:gd name="T39" fmla="*/ 700 h 881"/>
                      <a:gd name="T40" fmla="*/ 340 w 965"/>
                      <a:gd name="T41" fmla="*/ 782 h 881"/>
                      <a:gd name="T42" fmla="*/ 310 w 965"/>
                      <a:gd name="T43" fmla="*/ 805 h 881"/>
                      <a:gd name="T44" fmla="*/ 205 w 965"/>
                      <a:gd name="T45" fmla="*/ 827 h 881"/>
                      <a:gd name="T46" fmla="*/ 70 w 965"/>
                      <a:gd name="T47" fmla="*/ 842 h 881"/>
                      <a:gd name="T48" fmla="*/ 32 w 965"/>
                      <a:gd name="T49" fmla="*/ 835 h 88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965"/>
                      <a:gd name="T76" fmla="*/ 0 h 881"/>
                      <a:gd name="T77" fmla="*/ 965 w 965"/>
                      <a:gd name="T78" fmla="*/ 881 h 88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965" h="881">
                        <a:moveTo>
                          <a:pt x="32" y="835"/>
                        </a:moveTo>
                        <a:cubicBezTo>
                          <a:pt x="48" y="789"/>
                          <a:pt x="114" y="759"/>
                          <a:pt x="160" y="745"/>
                        </a:cubicBezTo>
                        <a:cubicBezTo>
                          <a:pt x="175" y="735"/>
                          <a:pt x="190" y="725"/>
                          <a:pt x="205" y="715"/>
                        </a:cubicBezTo>
                        <a:cubicBezTo>
                          <a:pt x="228" y="700"/>
                          <a:pt x="227" y="662"/>
                          <a:pt x="250" y="647"/>
                        </a:cubicBezTo>
                        <a:cubicBezTo>
                          <a:pt x="265" y="637"/>
                          <a:pt x="280" y="627"/>
                          <a:pt x="295" y="617"/>
                        </a:cubicBezTo>
                        <a:cubicBezTo>
                          <a:pt x="323" y="576"/>
                          <a:pt x="366" y="540"/>
                          <a:pt x="407" y="512"/>
                        </a:cubicBezTo>
                        <a:cubicBezTo>
                          <a:pt x="418" y="496"/>
                          <a:pt x="434" y="483"/>
                          <a:pt x="445" y="467"/>
                        </a:cubicBezTo>
                        <a:cubicBezTo>
                          <a:pt x="449" y="461"/>
                          <a:pt x="448" y="452"/>
                          <a:pt x="452" y="445"/>
                        </a:cubicBezTo>
                        <a:cubicBezTo>
                          <a:pt x="465" y="421"/>
                          <a:pt x="482" y="400"/>
                          <a:pt x="497" y="377"/>
                        </a:cubicBezTo>
                        <a:cubicBezTo>
                          <a:pt x="514" y="352"/>
                          <a:pt x="591" y="305"/>
                          <a:pt x="617" y="287"/>
                        </a:cubicBezTo>
                        <a:cubicBezTo>
                          <a:pt x="629" y="278"/>
                          <a:pt x="684" y="237"/>
                          <a:pt x="692" y="235"/>
                        </a:cubicBezTo>
                        <a:cubicBezTo>
                          <a:pt x="720" y="228"/>
                          <a:pt x="769" y="217"/>
                          <a:pt x="797" y="205"/>
                        </a:cubicBezTo>
                        <a:cubicBezTo>
                          <a:pt x="838" y="187"/>
                          <a:pt x="916" y="44"/>
                          <a:pt x="955" y="32"/>
                        </a:cubicBezTo>
                        <a:cubicBezTo>
                          <a:pt x="965" y="0"/>
                          <a:pt x="891" y="100"/>
                          <a:pt x="872" y="130"/>
                        </a:cubicBezTo>
                        <a:cubicBezTo>
                          <a:pt x="856" y="179"/>
                          <a:pt x="888" y="106"/>
                          <a:pt x="872" y="197"/>
                        </a:cubicBezTo>
                        <a:cubicBezTo>
                          <a:pt x="865" y="234"/>
                          <a:pt x="819" y="299"/>
                          <a:pt x="805" y="332"/>
                        </a:cubicBezTo>
                        <a:cubicBezTo>
                          <a:pt x="782" y="386"/>
                          <a:pt x="823" y="317"/>
                          <a:pt x="767" y="400"/>
                        </a:cubicBezTo>
                        <a:cubicBezTo>
                          <a:pt x="762" y="407"/>
                          <a:pt x="752" y="422"/>
                          <a:pt x="752" y="422"/>
                        </a:cubicBezTo>
                        <a:cubicBezTo>
                          <a:pt x="730" y="494"/>
                          <a:pt x="645" y="596"/>
                          <a:pt x="580" y="632"/>
                        </a:cubicBezTo>
                        <a:cubicBezTo>
                          <a:pt x="534" y="657"/>
                          <a:pt x="496" y="671"/>
                          <a:pt x="452" y="700"/>
                        </a:cubicBezTo>
                        <a:cubicBezTo>
                          <a:pt x="414" y="726"/>
                          <a:pt x="377" y="754"/>
                          <a:pt x="340" y="782"/>
                        </a:cubicBezTo>
                        <a:cubicBezTo>
                          <a:pt x="330" y="790"/>
                          <a:pt x="322" y="802"/>
                          <a:pt x="310" y="805"/>
                        </a:cubicBezTo>
                        <a:cubicBezTo>
                          <a:pt x="258" y="818"/>
                          <a:pt x="253" y="821"/>
                          <a:pt x="205" y="827"/>
                        </a:cubicBezTo>
                        <a:cubicBezTo>
                          <a:pt x="160" y="832"/>
                          <a:pt x="70" y="842"/>
                          <a:pt x="70" y="842"/>
                        </a:cubicBezTo>
                        <a:cubicBezTo>
                          <a:pt x="41" y="850"/>
                          <a:pt x="0" y="881"/>
                          <a:pt x="32" y="835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96" name="Freeform 128"/>
                  <p:cNvSpPr>
                    <a:spLocks/>
                  </p:cNvSpPr>
                  <p:nvPr/>
                </p:nvSpPr>
                <p:spPr bwMode="auto">
                  <a:xfrm>
                    <a:off x="6675" y="2704"/>
                    <a:ext cx="786" cy="744"/>
                  </a:xfrm>
                  <a:custGeom>
                    <a:avLst/>
                    <a:gdLst>
                      <a:gd name="T0" fmla="*/ 0 w 786"/>
                      <a:gd name="T1" fmla="*/ 739 h 744"/>
                      <a:gd name="T2" fmla="*/ 203 w 786"/>
                      <a:gd name="T3" fmla="*/ 709 h 744"/>
                      <a:gd name="T4" fmla="*/ 270 w 786"/>
                      <a:gd name="T5" fmla="*/ 619 h 744"/>
                      <a:gd name="T6" fmla="*/ 300 w 786"/>
                      <a:gd name="T7" fmla="*/ 514 h 744"/>
                      <a:gd name="T8" fmla="*/ 293 w 786"/>
                      <a:gd name="T9" fmla="*/ 611 h 744"/>
                      <a:gd name="T10" fmla="*/ 285 w 786"/>
                      <a:gd name="T11" fmla="*/ 634 h 744"/>
                      <a:gd name="T12" fmla="*/ 353 w 786"/>
                      <a:gd name="T13" fmla="*/ 604 h 744"/>
                      <a:gd name="T14" fmla="*/ 405 w 786"/>
                      <a:gd name="T15" fmla="*/ 544 h 744"/>
                      <a:gd name="T16" fmla="*/ 413 w 786"/>
                      <a:gd name="T17" fmla="*/ 416 h 744"/>
                      <a:gd name="T18" fmla="*/ 413 w 786"/>
                      <a:gd name="T19" fmla="*/ 326 h 744"/>
                      <a:gd name="T20" fmla="*/ 420 w 786"/>
                      <a:gd name="T21" fmla="*/ 544 h 744"/>
                      <a:gd name="T22" fmla="*/ 488 w 786"/>
                      <a:gd name="T23" fmla="*/ 551 h 744"/>
                      <a:gd name="T24" fmla="*/ 510 w 786"/>
                      <a:gd name="T25" fmla="*/ 611 h 744"/>
                      <a:gd name="T26" fmla="*/ 465 w 786"/>
                      <a:gd name="T27" fmla="*/ 559 h 744"/>
                      <a:gd name="T28" fmla="*/ 450 w 786"/>
                      <a:gd name="T29" fmla="*/ 536 h 744"/>
                      <a:gd name="T30" fmla="*/ 495 w 786"/>
                      <a:gd name="T31" fmla="*/ 506 h 744"/>
                      <a:gd name="T32" fmla="*/ 533 w 786"/>
                      <a:gd name="T33" fmla="*/ 439 h 744"/>
                      <a:gd name="T34" fmla="*/ 540 w 786"/>
                      <a:gd name="T35" fmla="*/ 326 h 744"/>
                      <a:gd name="T36" fmla="*/ 533 w 786"/>
                      <a:gd name="T37" fmla="*/ 386 h 744"/>
                      <a:gd name="T38" fmla="*/ 540 w 786"/>
                      <a:gd name="T39" fmla="*/ 439 h 744"/>
                      <a:gd name="T40" fmla="*/ 563 w 786"/>
                      <a:gd name="T41" fmla="*/ 454 h 744"/>
                      <a:gd name="T42" fmla="*/ 630 w 786"/>
                      <a:gd name="T43" fmla="*/ 439 h 744"/>
                      <a:gd name="T44" fmla="*/ 683 w 786"/>
                      <a:gd name="T45" fmla="*/ 409 h 744"/>
                      <a:gd name="T46" fmla="*/ 585 w 786"/>
                      <a:gd name="T47" fmla="*/ 446 h 744"/>
                      <a:gd name="T48" fmla="*/ 593 w 786"/>
                      <a:gd name="T49" fmla="*/ 424 h 744"/>
                      <a:gd name="T50" fmla="*/ 608 w 786"/>
                      <a:gd name="T51" fmla="*/ 401 h 744"/>
                      <a:gd name="T52" fmla="*/ 653 w 786"/>
                      <a:gd name="T53" fmla="*/ 349 h 744"/>
                      <a:gd name="T54" fmla="*/ 675 w 786"/>
                      <a:gd name="T55" fmla="*/ 326 h 744"/>
                      <a:gd name="T56" fmla="*/ 705 w 786"/>
                      <a:gd name="T57" fmla="*/ 311 h 744"/>
                      <a:gd name="T58" fmla="*/ 743 w 786"/>
                      <a:gd name="T59" fmla="*/ 281 h 744"/>
                      <a:gd name="T60" fmla="*/ 750 w 786"/>
                      <a:gd name="T61" fmla="*/ 304 h 744"/>
                      <a:gd name="T62" fmla="*/ 660 w 786"/>
                      <a:gd name="T63" fmla="*/ 341 h 744"/>
                      <a:gd name="T64" fmla="*/ 638 w 786"/>
                      <a:gd name="T65" fmla="*/ 364 h 744"/>
                      <a:gd name="T66" fmla="*/ 653 w 786"/>
                      <a:gd name="T67" fmla="*/ 296 h 744"/>
                      <a:gd name="T68" fmla="*/ 683 w 786"/>
                      <a:gd name="T69" fmla="*/ 251 h 744"/>
                      <a:gd name="T70" fmla="*/ 690 w 786"/>
                      <a:gd name="T71" fmla="*/ 229 h 744"/>
                      <a:gd name="T72" fmla="*/ 713 w 786"/>
                      <a:gd name="T73" fmla="*/ 244 h 744"/>
                      <a:gd name="T74" fmla="*/ 728 w 786"/>
                      <a:gd name="T75" fmla="*/ 221 h 744"/>
                      <a:gd name="T76" fmla="*/ 750 w 786"/>
                      <a:gd name="T77" fmla="*/ 206 h 744"/>
                      <a:gd name="T78" fmla="*/ 728 w 786"/>
                      <a:gd name="T79" fmla="*/ 214 h 744"/>
                      <a:gd name="T80" fmla="*/ 705 w 786"/>
                      <a:gd name="T81" fmla="*/ 214 h 744"/>
                      <a:gd name="T82" fmla="*/ 735 w 786"/>
                      <a:gd name="T83" fmla="*/ 146 h 744"/>
                      <a:gd name="T84" fmla="*/ 750 w 786"/>
                      <a:gd name="T85" fmla="*/ 64 h 744"/>
                      <a:gd name="T86" fmla="*/ 786 w 786"/>
                      <a:gd name="T87" fmla="*/ 0 h 74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786"/>
                      <a:gd name="T133" fmla="*/ 0 h 744"/>
                      <a:gd name="T134" fmla="*/ 786 w 786"/>
                      <a:gd name="T135" fmla="*/ 744 h 744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786" h="744">
                        <a:moveTo>
                          <a:pt x="0" y="739"/>
                        </a:moveTo>
                        <a:cubicBezTo>
                          <a:pt x="63" y="733"/>
                          <a:pt x="150" y="744"/>
                          <a:pt x="203" y="709"/>
                        </a:cubicBezTo>
                        <a:cubicBezTo>
                          <a:pt x="223" y="679"/>
                          <a:pt x="258" y="654"/>
                          <a:pt x="270" y="619"/>
                        </a:cubicBezTo>
                        <a:cubicBezTo>
                          <a:pt x="282" y="585"/>
                          <a:pt x="292" y="549"/>
                          <a:pt x="300" y="514"/>
                        </a:cubicBezTo>
                        <a:cubicBezTo>
                          <a:pt x="298" y="546"/>
                          <a:pt x="297" y="579"/>
                          <a:pt x="293" y="611"/>
                        </a:cubicBezTo>
                        <a:cubicBezTo>
                          <a:pt x="292" y="619"/>
                          <a:pt x="279" y="628"/>
                          <a:pt x="285" y="634"/>
                        </a:cubicBezTo>
                        <a:cubicBezTo>
                          <a:pt x="286" y="635"/>
                          <a:pt x="345" y="607"/>
                          <a:pt x="353" y="604"/>
                        </a:cubicBezTo>
                        <a:cubicBezTo>
                          <a:pt x="379" y="586"/>
                          <a:pt x="395" y="574"/>
                          <a:pt x="405" y="544"/>
                        </a:cubicBezTo>
                        <a:cubicBezTo>
                          <a:pt x="410" y="510"/>
                          <a:pt x="412" y="452"/>
                          <a:pt x="413" y="416"/>
                        </a:cubicBezTo>
                        <a:cubicBezTo>
                          <a:pt x="414" y="380"/>
                          <a:pt x="412" y="305"/>
                          <a:pt x="413" y="326"/>
                        </a:cubicBezTo>
                        <a:cubicBezTo>
                          <a:pt x="486" y="326"/>
                          <a:pt x="397" y="475"/>
                          <a:pt x="420" y="544"/>
                        </a:cubicBezTo>
                        <a:cubicBezTo>
                          <a:pt x="427" y="566"/>
                          <a:pt x="465" y="549"/>
                          <a:pt x="488" y="551"/>
                        </a:cubicBezTo>
                        <a:cubicBezTo>
                          <a:pt x="516" y="570"/>
                          <a:pt x="522" y="579"/>
                          <a:pt x="510" y="611"/>
                        </a:cubicBezTo>
                        <a:cubicBezTo>
                          <a:pt x="500" y="581"/>
                          <a:pt x="496" y="568"/>
                          <a:pt x="465" y="559"/>
                        </a:cubicBezTo>
                        <a:cubicBezTo>
                          <a:pt x="460" y="551"/>
                          <a:pt x="445" y="544"/>
                          <a:pt x="450" y="536"/>
                        </a:cubicBezTo>
                        <a:cubicBezTo>
                          <a:pt x="459" y="520"/>
                          <a:pt x="495" y="506"/>
                          <a:pt x="495" y="506"/>
                        </a:cubicBezTo>
                        <a:cubicBezTo>
                          <a:pt x="510" y="484"/>
                          <a:pt x="518" y="461"/>
                          <a:pt x="533" y="439"/>
                        </a:cubicBezTo>
                        <a:cubicBezTo>
                          <a:pt x="535" y="401"/>
                          <a:pt x="540" y="364"/>
                          <a:pt x="540" y="326"/>
                        </a:cubicBezTo>
                        <a:cubicBezTo>
                          <a:pt x="540" y="306"/>
                          <a:pt x="533" y="366"/>
                          <a:pt x="533" y="386"/>
                        </a:cubicBezTo>
                        <a:cubicBezTo>
                          <a:pt x="533" y="404"/>
                          <a:pt x="533" y="423"/>
                          <a:pt x="540" y="439"/>
                        </a:cubicBezTo>
                        <a:cubicBezTo>
                          <a:pt x="544" y="447"/>
                          <a:pt x="555" y="449"/>
                          <a:pt x="563" y="454"/>
                        </a:cubicBezTo>
                        <a:cubicBezTo>
                          <a:pt x="564" y="454"/>
                          <a:pt x="620" y="446"/>
                          <a:pt x="630" y="439"/>
                        </a:cubicBezTo>
                        <a:cubicBezTo>
                          <a:pt x="684" y="403"/>
                          <a:pt x="620" y="424"/>
                          <a:pt x="683" y="409"/>
                        </a:cubicBezTo>
                        <a:cubicBezTo>
                          <a:pt x="652" y="429"/>
                          <a:pt x="620" y="438"/>
                          <a:pt x="585" y="446"/>
                        </a:cubicBezTo>
                        <a:cubicBezTo>
                          <a:pt x="588" y="439"/>
                          <a:pt x="589" y="431"/>
                          <a:pt x="593" y="424"/>
                        </a:cubicBezTo>
                        <a:cubicBezTo>
                          <a:pt x="597" y="416"/>
                          <a:pt x="604" y="409"/>
                          <a:pt x="608" y="401"/>
                        </a:cubicBezTo>
                        <a:cubicBezTo>
                          <a:pt x="633" y="345"/>
                          <a:pt x="603" y="361"/>
                          <a:pt x="653" y="349"/>
                        </a:cubicBezTo>
                        <a:cubicBezTo>
                          <a:pt x="660" y="341"/>
                          <a:pt x="666" y="332"/>
                          <a:pt x="675" y="326"/>
                        </a:cubicBezTo>
                        <a:cubicBezTo>
                          <a:pt x="684" y="319"/>
                          <a:pt x="696" y="318"/>
                          <a:pt x="705" y="311"/>
                        </a:cubicBezTo>
                        <a:cubicBezTo>
                          <a:pt x="751" y="273"/>
                          <a:pt x="687" y="300"/>
                          <a:pt x="743" y="281"/>
                        </a:cubicBezTo>
                        <a:cubicBezTo>
                          <a:pt x="745" y="289"/>
                          <a:pt x="753" y="297"/>
                          <a:pt x="750" y="304"/>
                        </a:cubicBezTo>
                        <a:cubicBezTo>
                          <a:pt x="744" y="318"/>
                          <a:pt x="676" y="336"/>
                          <a:pt x="660" y="341"/>
                        </a:cubicBezTo>
                        <a:cubicBezTo>
                          <a:pt x="653" y="349"/>
                          <a:pt x="644" y="373"/>
                          <a:pt x="638" y="364"/>
                        </a:cubicBezTo>
                        <a:cubicBezTo>
                          <a:pt x="634" y="359"/>
                          <a:pt x="646" y="308"/>
                          <a:pt x="653" y="296"/>
                        </a:cubicBezTo>
                        <a:cubicBezTo>
                          <a:pt x="662" y="280"/>
                          <a:pt x="683" y="251"/>
                          <a:pt x="683" y="251"/>
                        </a:cubicBezTo>
                        <a:cubicBezTo>
                          <a:pt x="685" y="244"/>
                          <a:pt x="683" y="231"/>
                          <a:pt x="690" y="229"/>
                        </a:cubicBezTo>
                        <a:cubicBezTo>
                          <a:pt x="699" y="227"/>
                          <a:pt x="704" y="246"/>
                          <a:pt x="713" y="244"/>
                        </a:cubicBezTo>
                        <a:cubicBezTo>
                          <a:pt x="722" y="242"/>
                          <a:pt x="722" y="228"/>
                          <a:pt x="728" y="221"/>
                        </a:cubicBezTo>
                        <a:cubicBezTo>
                          <a:pt x="734" y="215"/>
                          <a:pt x="750" y="215"/>
                          <a:pt x="750" y="206"/>
                        </a:cubicBezTo>
                        <a:cubicBezTo>
                          <a:pt x="750" y="198"/>
                          <a:pt x="735" y="211"/>
                          <a:pt x="728" y="214"/>
                        </a:cubicBezTo>
                        <a:cubicBezTo>
                          <a:pt x="728" y="214"/>
                          <a:pt x="699" y="269"/>
                          <a:pt x="705" y="214"/>
                        </a:cubicBezTo>
                        <a:cubicBezTo>
                          <a:pt x="708" y="183"/>
                          <a:pt x="720" y="169"/>
                          <a:pt x="735" y="146"/>
                        </a:cubicBezTo>
                        <a:cubicBezTo>
                          <a:pt x="750" y="53"/>
                          <a:pt x="750" y="26"/>
                          <a:pt x="750" y="64"/>
                        </a:cubicBezTo>
                        <a:lnTo>
                          <a:pt x="786" y="0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88" name="Group 129"/>
                <p:cNvGrpSpPr>
                  <a:grpSpLocks/>
                </p:cNvGrpSpPr>
                <p:nvPr/>
              </p:nvGrpSpPr>
              <p:grpSpPr bwMode="auto">
                <a:xfrm flipH="1">
                  <a:off x="6495" y="3425"/>
                  <a:ext cx="842" cy="702"/>
                  <a:chOff x="7012" y="3240"/>
                  <a:chExt cx="842" cy="702"/>
                </a:xfrm>
              </p:grpSpPr>
              <p:sp>
                <p:nvSpPr>
                  <p:cNvPr id="191" name="Freeform 130"/>
                  <p:cNvSpPr>
                    <a:spLocks/>
                  </p:cNvSpPr>
                  <p:nvPr/>
                </p:nvSpPr>
                <p:spPr bwMode="auto">
                  <a:xfrm>
                    <a:off x="7020" y="3240"/>
                    <a:ext cx="826" cy="612"/>
                  </a:xfrm>
                  <a:custGeom>
                    <a:avLst/>
                    <a:gdLst>
                      <a:gd name="T0" fmla="*/ 75 w 826"/>
                      <a:gd name="T1" fmla="*/ 158 h 612"/>
                      <a:gd name="T2" fmla="*/ 143 w 826"/>
                      <a:gd name="T3" fmla="*/ 120 h 612"/>
                      <a:gd name="T4" fmla="*/ 158 w 826"/>
                      <a:gd name="T5" fmla="*/ 98 h 612"/>
                      <a:gd name="T6" fmla="*/ 203 w 826"/>
                      <a:gd name="T7" fmla="*/ 68 h 612"/>
                      <a:gd name="T8" fmla="*/ 330 w 826"/>
                      <a:gd name="T9" fmla="*/ 0 h 612"/>
                      <a:gd name="T10" fmla="*/ 428 w 826"/>
                      <a:gd name="T11" fmla="*/ 8 h 612"/>
                      <a:gd name="T12" fmla="*/ 563 w 826"/>
                      <a:gd name="T13" fmla="*/ 98 h 612"/>
                      <a:gd name="T14" fmla="*/ 578 w 826"/>
                      <a:gd name="T15" fmla="*/ 120 h 612"/>
                      <a:gd name="T16" fmla="*/ 600 w 826"/>
                      <a:gd name="T17" fmla="*/ 135 h 612"/>
                      <a:gd name="T18" fmla="*/ 608 w 826"/>
                      <a:gd name="T19" fmla="*/ 158 h 612"/>
                      <a:gd name="T20" fmla="*/ 630 w 826"/>
                      <a:gd name="T21" fmla="*/ 203 h 612"/>
                      <a:gd name="T22" fmla="*/ 720 w 826"/>
                      <a:gd name="T23" fmla="*/ 255 h 612"/>
                      <a:gd name="T24" fmla="*/ 818 w 826"/>
                      <a:gd name="T25" fmla="*/ 398 h 612"/>
                      <a:gd name="T26" fmla="*/ 825 w 826"/>
                      <a:gd name="T27" fmla="*/ 585 h 612"/>
                      <a:gd name="T28" fmla="*/ 818 w 826"/>
                      <a:gd name="T29" fmla="*/ 608 h 612"/>
                      <a:gd name="T30" fmla="*/ 780 w 826"/>
                      <a:gd name="T31" fmla="*/ 600 h 612"/>
                      <a:gd name="T32" fmla="*/ 735 w 826"/>
                      <a:gd name="T33" fmla="*/ 525 h 612"/>
                      <a:gd name="T34" fmla="*/ 525 w 826"/>
                      <a:gd name="T35" fmla="*/ 495 h 612"/>
                      <a:gd name="T36" fmla="*/ 458 w 826"/>
                      <a:gd name="T37" fmla="*/ 435 h 612"/>
                      <a:gd name="T38" fmla="*/ 398 w 826"/>
                      <a:gd name="T39" fmla="*/ 368 h 612"/>
                      <a:gd name="T40" fmla="*/ 150 w 826"/>
                      <a:gd name="T41" fmla="*/ 300 h 612"/>
                      <a:gd name="T42" fmla="*/ 98 w 826"/>
                      <a:gd name="T43" fmla="*/ 285 h 612"/>
                      <a:gd name="T44" fmla="*/ 53 w 826"/>
                      <a:gd name="T45" fmla="*/ 255 h 612"/>
                      <a:gd name="T46" fmla="*/ 0 w 826"/>
                      <a:gd name="T47" fmla="*/ 188 h 612"/>
                      <a:gd name="T48" fmla="*/ 75 w 826"/>
                      <a:gd name="T49" fmla="*/ 158 h 612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826"/>
                      <a:gd name="T76" fmla="*/ 0 h 612"/>
                      <a:gd name="T77" fmla="*/ 826 w 826"/>
                      <a:gd name="T78" fmla="*/ 612 h 612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826" h="612">
                        <a:moveTo>
                          <a:pt x="75" y="158"/>
                        </a:moveTo>
                        <a:cubicBezTo>
                          <a:pt x="98" y="143"/>
                          <a:pt x="120" y="135"/>
                          <a:pt x="143" y="120"/>
                        </a:cubicBezTo>
                        <a:cubicBezTo>
                          <a:pt x="148" y="113"/>
                          <a:pt x="151" y="104"/>
                          <a:pt x="158" y="98"/>
                        </a:cubicBezTo>
                        <a:cubicBezTo>
                          <a:pt x="172" y="86"/>
                          <a:pt x="203" y="68"/>
                          <a:pt x="203" y="68"/>
                        </a:cubicBezTo>
                        <a:cubicBezTo>
                          <a:pt x="230" y="27"/>
                          <a:pt x="285" y="16"/>
                          <a:pt x="330" y="0"/>
                        </a:cubicBezTo>
                        <a:cubicBezTo>
                          <a:pt x="363" y="3"/>
                          <a:pt x="396" y="2"/>
                          <a:pt x="428" y="8"/>
                        </a:cubicBezTo>
                        <a:cubicBezTo>
                          <a:pt x="456" y="13"/>
                          <a:pt x="529" y="81"/>
                          <a:pt x="563" y="98"/>
                        </a:cubicBezTo>
                        <a:cubicBezTo>
                          <a:pt x="568" y="105"/>
                          <a:pt x="572" y="114"/>
                          <a:pt x="578" y="120"/>
                        </a:cubicBezTo>
                        <a:cubicBezTo>
                          <a:pt x="584" y="126"/>
                          <a:pt x="595" y="128"/>
                          <a:pt x="600" y="135"/>
                        </a:cubicBezTo>
                        <a:cubicBezTo>
                          <a:pt x="605" y="141"/>
                          <a:pt x="605" y="151"/>
                          <a:pt x="608" y="158"/>
                        </a:cubicBezTo>
                        <a:cubicBezTo>
                          <a:pt x="615" y="173"/>
                          <a:pt x="619" y="191"/>
                          <a:pt x="630" y="203"/>
                        </a:cubicBezTo>
                        <a:cubicBezTo>
                          <a:pt x="650" y="226"/>
                          <a:pt x="690" y="245"/>
                          <a:pt x="720" y="255"/>
                        </a:cubicBezTo>
                        <a:cubicBezTo>
                          <a:pt x="763" y="298"/>
                          <a:pt x="798" y="340"/>
                          <a:pt x="818" y="398"/>
                        </a:cubicBezTo>
                        <a:cubicBezTo>
                          <a:pt x="820" y="460"/>
                          <a:pt x="825" y="523"/>
                          <a:pt x="825" y="585"/>
                        </a:cubicBezTo>
                        <a:cubicBezTo>
                          <a:pt x="825" y="593"/>
                          <a:pt x="826" y="605"/>
                          <a:pt x="818" y="608"/>
                        </a:cubicBezTo>
                        <a:cubicBezTo>
                          <a:pt x="806" y="612"/>
                          <a:pt x="793" y="603"/>
                          <a:pt x="780" y="600"/>
                        </a:cubicBezTo>
                        <a:cubicBezTo>
                          <a:pt x="769" y="584"/>
                          <a:pt x="753" y="533"/>
                          <a:pt x="735" y="525"/>
                        </a:cubicBezTo>
                        <a:cubicBezTo>
                          <a:pt x="681" y="500"/>
                          <a:pt x="578" y="499"/>
                          <a:pt x="525" y="495"/>
                        </a:cubicBezTo>
                        <a:cubicBezTo>
                          <a:pt x="503" y="473"/>
                          <a:pt x="478" y="459"/>
                          <a:pt x="458" y="435"/>
                        </a:cubicBezTo>
                        <a:cubicBezTo>
                          <a:pt x="437" y="410"/>
                          <a:pt x="425" y="387"/>
                          <a:pt x="398" y="368"/>
                        </a:cubicBezTo>
                        <a:cubicBezTo>
                          <a:pt x="345" y="286"/>
                          <a:pt x="238" y="305"/>
                          <a:pt x="150" y="300"/>
                        </a:cubicBezTo>
                        <a:cubicBezTo>
                          <a:pt x="133" y="295"/>
                          <a:pt x="114" y="293"/>
                          <a:pt x="98" y="285"/>
                        </a:cubicBezTo>
                        <a:cubicBezTo>
                          <a:pt x="82" y="277"/>
                          <a:pt x="53" y="255"/>
                          <a:pt x="53" y="255"/>
                        </a:cubicBezTo>
                        <a:cubicBezTo>
                          <a:pt x="44" y="194"/>
                          <a:pt x="49" y="203"/>
                          <a:pt x="0" y="188"/>
                        </a:cubicBezTo>
                        <a:cubicBezTo>
                          <a:pt x="38" y="163"/>
                          <a:pt x="14" y="176"/>
                          <a:pt x="75" y="158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92" name="Freeform 131"/>
                  <p:cNvSpPr>
                    <a:spLocks/>
                  </p:cNvSpPr>
                  <p:nvPr/>
                </p:nvSpPr>
                <p:spPr bwMode="auto">
                  <a:xfrm>
                    <a:off x="7012" y="3337"/>
                    <a:ext cx="842" cy="605"/>
                  </a:xfrm>
                  <a:custGeom>
                    <a:avLst/>
                    <a:gdLst>
                      <a:gd name="T0" fmla="*/ 1 w 842"/>
                      <a:gd name="T1" fmla="*/ 76 h 605"/>
                      <a:gd name="T2" fmla="*/ 166 w 842"/>
                      <a:gd name="T3" fmla="*/ 46 h 605"/>
                      <a:gd name="T4" fmla="*/ 413 w 842"/>
                      <a:gd name="T5" fmla="*/ 31 h 605"/>
                      <a:gd name="T6" fmla="*/ 533 w 842"/>
                      <a:gd name="T7" fmla="*/ 151 h 605"/>
                      <a:gd name="T8" fmla="*/ 653 w 842"/>
                      <a:gd name="T9" fmla="*/ 241 h 605"/>
                      <a:gd name="T10" fmla="*/ 818 w 842"/>
                      <a:gd name="T11" fmla="*/ 473 h 605"/>
                      <a:gd name="T12" fmla="*/ 788 w 842"/>
                      <a:gd name="T13" fmla="*/ 526 h 605"/>
                      <a:gd name="T14" fmla="*/ 601 w 842"/>
                      <a:gd name="T15" fmla="*/ 436 h 605"/>
                      <a:gd name="T16" fmla="*/ 541 w 842"/>
                      <a:gd name="T17" fmla="*/ 421 h 605"/>
                      <a:gd name="T18" fmla="*/ 496 w 842"/>
                      <a:gd name="T19" fmla="*/ 391 h 605"/>
                      <a:gd name="T20" fmla="*/ 443 w 842"/>
                      <a:gd name="T21" fmla="*/ 331 h 605"/>
                      <a:gd name="T22" fmla="*/ 53 w 842"/>
                      <a:gd name="T23" fmla="*/ 233 h 605"/>
                      <a:gd name="T24" fmla="*/ 16 w 842"/>
                      <a:gd name="T25" fmla="*/ 106 h 605"/>
                      <a:gd name="T26" fmla="*/ 1 w 842"/>
                      <a:gd name="T27" fmla="*/ 76 h 605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842"/>
                      <a:gd name="T43" fmla="*/ 0 h 605"/>
                      <a:gd name="T44" fmla="*/ 842 w 842"/>
                      <a:gd name="T45" fmla="*/ 605 h 605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842" h="605">
                        <a:moveTo>
                          <a:pt x="1" y="76"/>
                        </a:moveTo>
                        <a:cubicBezTo>
                          <a:pt x="156" y="65"/>
                          <a:pt x="73" y="68"/>
                          <a:pt x="166" y="46"/>
                        </a:cubicBezTo>
                        <a:cubicBezTo>
                          <a:pt x="258" y="0"/>
                          <a:pt x="255" y="25"/>
                          <a:pt x="413" y="31"/>
                        </a:cubicBezTo>
                        <a:cubicBezTo>
                          <a:pt x="469" y="48"/>
                          <a:pt x="490" y="115"/>
                          <a:pt x="533" y="151"/>
                        </a:cubicBezTo>
                        <a:cubicBezTo>
                          <a:pt x="571" y="183"/>
                          <a:pt x="616" y="207"/>
                          <a:pt x="653" y="241"/>
                        </a:cubicBezTo>
                        <a:cubicBezTo>
                          <a:pt x="721" y="303"/>
                          <a:pt x="790" y="384"/>
                          <a:pt x="818" y="473"/>
                        </a:cubicBezTo>
                        <a:cubicBezTo>
                          <a:pt x="824" y="536"/>
                          <a:pt x="842" y="605"/>
                          <a:pt x="788" y="526"/>
                        </a:cubicBezTo>
                        <a:cubicBezTo>
                          <a:pt x="755" y="418"/>
                          <a:pt x="728" y="443"/>
                          <a:pt x="601" y="436"/>
                        </a:cubicBezTo>
                        <a:cubicBezTo>
                          <a:pt x="581" y="431"/>
                          <a:pt x="559" y="430"/>
                          <a:pt x="541" y="421"/>
                        </a:cubicBezTo>
                        <a:cubicBezTo>
                          <a:pt x="525" y="413"/>
                          <a:pt x="496" y="391"/>
                          <a:pt x="496" y="391"/>
                        </a:cubicBezTo>
                        <a:cubicBezTo>
                          <a:pt x="461" y="338"/>
                          <a:pt x="481" y="356"/>
                          <a:pt x="443" y="331"/>
                        </a:cubicBezTo>
                        <a:cubicBezTo>
                          <a:pt x="361" y="205"/>
                          <a:pt x="175" y="237"/>
                          <a:pt x="53" y="233"/>
                        </a:cubicBezTo>
                        <a:cubicBezTo>
                          <a:pt x="0" y="216"/>
                          <a:pt x="25" y="156"/>
                          <a:pt x="16" y="106"/>
                        </a:cubicBezTo>
                        <a:cubicBezTo>
                          <a:pt x="0" y="17"/>
                          <a:pt x="1" y="108"/>
                          <a:pt x="1" y="76"/>
                        </a:cubicBez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93" name="Freeform 132"/>
                  <p:cNvSpPr>
                    <a:spLocks/>
                  </p:cNvSpPr>
                  <p:nvPr/>
                </p:nvSpPr>
                <p:spPr bwMode="auto">
                  <a:xfrm>
                    <a:off x="7088" y="3308"/>
                    <a:ext cx="733" cy="476"/>
                  </a:xfrm>
                  <a:custGeom>
                    <a:avLst/>
                    <a:gdLst>
                      <a:gd name="T0" fmla="*/ 0 w 733"/>
                      <a:gd name="T1" fmla="*/ 97 h 476"/>
                      <a:gd name="T2" fmla="*/ 90 w 733"/>
                      <a:gd name="T3" fmla="*/ 75 h 476"/>
                      <a:gd name="T4" fmla="*/ 112 w 733"/>
                      <a:gd name="T5" fmla="*/ 52 h 476"/>
                      <a:gd name="T6" fmla="*/ 157 w 733"/>
                      <a:gd name="T7" fmla="*/ 22 h 476"/>
                      <a:gd name="T8" fmla="*/ 172 w 733"/>
                      <a:gd name="T9" fmla="*/ 0 h 476"/>
                      <a:gd name="T10" fmla="*/ 135 w 733"/>
                      <a:gd name="T11" fmla="*/ 67 h 476"/>
                      <a:gd name="T12" fmla="*/ 225 w 733"/>
                      <a:gd name="T13" fmla="*/ 195 h 476"/>
                      <a:gd name="T14" fmla="*/ 202 w 733"/>
                      <a:gd name="T15" fmla="*/ 202 h 476"/>
                      <a:gd name="T16" fmla="*/ 195 w 733"/>
                      <a:gd name="T17" fmla="*/ 165 h 476"/>
                      <a:gd name="T18" fmla="*/ 180 w 733"/>
                      <a:gd name="T19" fmla="*/ 142 h 476"/>
                      <a:gd name="T20" fmla="*/ 165 w 733"/>
                      <a:gd name="T21" fmla="*/ 97 h 476"/>
                      <a:gd name="T22" fmla="*/ 142 w 733"/>
                      <a:gd name="T23" fmla="*/ 82 h 476"/>
                      <a:gd name="T24" fmla="*/ 330 w 733"/>
                      <a:gd name="T25" fmla="*/ 15 h 476"/>
                      <a:gd name="T26" fmla="*/ 337 w 733"/>
                      <a:gd name="T27" fmla="*/ 7 h 476"/>
                      <a:gd name="T28" fmla="*/ 292 w 733"/>
                      <a:gd name="T29" fmla="*/ 37 h 476"/>
                      <a:gd name="T30" fmla="*/ 315 w 733"/>
                      <a:gd name="T31" fmla="*/ 52 h 476"/>
                      <a:gd name="T32" fmla="*/ 330 w 733"/>
                      <a:gd name="T33" fmla="*/ 195 h 476"/>
                      <a:gd name="T34" fmla="*/ 322 w 733"/>
                      <a:gd name="T35" fmla="*/ 120 h 476"/>
                      <a:gd name="T36" fmla="*/ 330 w 733"/>
                      <a:gd name="T37" fmla="*/ 67 h 476"/>
                      <a:gd name="T38" fmla="*/ 375 w 733"/>
                      <a:gd name="T39" fmla="*/ 135 h 476"/>
                      <a:gd name="T40" fmla="*/ 405 w 733"/>
                      <a:gd name="T41" fmla="*/ 142 h 476"/>
                      <a:gd name="T42" fmla="*/ 510 w 733"/>
                      <a:gd name="T43" fmla="*/ 150 h 476"/>
                      <a:gd name="T44" fmla="*/ 487 w 733"/>
                      <a:gd name="T45" fmla="*/ 172 h 476"/>
                      <a:gd name="T46" fmla="*/ 420 w 733"/>
                      <a:gd name="T47" fmla="*/ 142 h 476"/>
                      <a:gd name="T48" fmla="*/ 442 w 733"/>
                      <a:gd name="T49" fmla="*/ 225 h 476"/>
                      <a:gd name="T50" fmla="*/ 450 w 733"/>
                      <a:gd name="T51" fmla="*/ 277 h 476"/>
                      <a:gd name="T52" fmla="*/ 457 w 733"/>
                      <a:gd name="T53" fmla="*/ 300 h 476"/>
                      <a:gd name="T54" fmla="*/ 450 w 733"/>
                      <a:gd name="T55" fmla="*/ 262 h 476"/>
                      <a:gd name="T56" fmla="*/ 442 w 733"/>
                      <a:gd name="T57" fmla="*/ 210 h 476"/>
                      <a:gd name="T58" fmla="*/ 450 w 733"/>
                      <a:gd name="T59" fmla="*/ 172 h 476"/>
                      <a:gd name="T60" fmla="*/ 480 w 733"/>
                      <a:gd name="T61" fmla="*/ 210 h 476"/>
                      <a:gd name="T62" fmla="*/ 502 w 733"/>
                      <a:gd name="T63" fmla="*/ 217 h 476"/>
                      <a:gd name="T64" fmla="*/ 562 w 733"/>
                      <a:gd name="T65" fmla="*/ 270 h 476"/>
                      <a:gd name="T66" fmla="*/ 600 w 733"/>
                      <a:gd name="T67" fmla="*/ 375 h 476"/>
                      <a:gd name="T68" fmla="*/ 592 w 733"/>
                      <a:gd name="T69" fmla="*/ 352 h 476"/>
                      <a:gd name="T70" fmla="*/ 652 w 733"/>
                      <a:gd name="T71" fmla="*/ 292 h 476"/>
                      <a:gd name="T72" fmla="*/ 690 w 733"/>
                      <a:gd name="T73" fmla="*/ 330 h 476"/>
                      <a:gd name="T74" fmla="*/ 667 w 733"/>
                      <a:gd name="T75" fmla="*/ 322 h 476"/>
                      <a:gd name="T76" fmla="*/ 622 w 733"/>
                      <a:gd name="T77" fmla="*/ 315 h 476"/>
                      <a:gd name="T78" fmla="*/ 660 w 733"/>
                      <a:gd name="T79" fmla="*/ 382 h 476"/>
                      <a:gd name="T80" fmla="*/ 690 w 733"/>
                      <a:gd name="T81" fmla="*/ 465 h 476"/>
                      <a:gd name="T82" fmla="*/ 733 w 733"/>
                      <a:gd name="T83" fmla="*/ 476 h 47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733"/>
                      <a:gd name="T127" fmla="*/ 0 h 476"/>
                      <a:gd name="T128" fmla="*/ 733 w 733"/>
                      <a:gd name="T129" fmla="*/ 476 h 47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733" h="476">
                        <a:moveTo>
                          <a:pt x="0" y="97"/>
                        </a:moveTo>
                        <a:cubicBezTo>
                          <a:pt x="33" y="92"/>
                          <a:pt x="58" y="85"/>
                          <a:pt x="90" y="75"/>
                        </a:cubicBezTo>
                        <a:cubicBezTo>
                          <a:pt x="97" y="67"/>
                          <a:pt x="104" y="59"/>
                          <a:pt x="112" y="52"/>
                        </a:cubicBezTo>
                        <a:cubicBezTo>
                          <a:pt x="126" y="41"/>
                          <a:pt x="157" y="22"/>
                          <a:pt x="157" y="22"/>
                        </a:cubicBezTo>
                        <a:cubicBezTo>
                          <a:pt x="162" y="15"/>
                          <a:pt x="172" y="0"/>
                          <a:pt x="172" y="0"/>
                        </a:cubicBezTo>
                        <a:cubicBezTo>
                          <a:pt x="163" y="28"/>
                          <a:pt x="144" y="39"/>
                          <a:pt x="135" y="67"/>
                        </a:cubicBezTo>
                        <a:cubicBezTo>
                          <a:pt x="184" y="100"/>
                          <a:pt x="179" y="165"/>
                          <a:pt x="225" y="195"/>
                        </a:cubicBezTo>
                        <a:cubicBezTo>
                          <a:pt x="217" y="197"/>
                          <a:pt x="208" y="208"/>
                          <a:pt x="202" y="202"/>
                        </a:cubicBezTo>
                        <a:cubicBezTo>
                          <a:pt x="193" y="193"/>
                          <a:pt x="199" y="177"/>
                          <a:pt x="195" y="165"/>
                        </a:cubicBezTo>
                        <a:cubicBezTo>
                          <a:pt x="192" y="156"/>
                          <a:pt x="184" y="150"/>
                          <a:pt x="180" y="142"/>
                        </a:cubicBezTo>
                        <a:cubicBezTo>
                          <a:pt x="173" y="128"/>
                          <a:pt x="175" y="109"/>
                          <a:pt x="165" y="97"/>
                        </a:cubicBezTo>
                        <a:cubicBezTo>
                          <a:pt x="159" y="90"/>
                          <a:pt x="150" y="87"/>
                          <a:pt x="142" y="82"/>
                        </a:cubicBezTo>
                        <a:cubicBezTo>
                          <a:pt x="194" y="48"/>
                          <a:pt x="270" y="33"/>
                          <a:pt x="330" y="15"/>
                        </a:cubicBezTo>
                        <a:cubicBezTo>
                          <a:pt x="332" y="12"/>
                          <a:pt x="340" y="5"/>
                          <a:pt x="337" y="7"/>
                        </a:cubicBezTo>
                        <a:cubicBezTo>
                          <a:pt x="322" y="17"/>
                          <a:pt x="292" y="37"/>
                          <a:pt x="292" y="37"/>
                        </a:cubicBezTo>
                        <a:cubicBezTo>
                          <a:pt x="300" y="42"/>
                          <a:pt x="310" y="44"/>
                          <a:pt x="315" y="52"/>
                        </a:cubicBezTo>
                        <a:cubicBezTo>
                          <a:pt x="339" y="94"/>
                          <a:pt x="330" y="147"/>
                          <a:pt x="330" y="195"/>
                        </a:cubicBezTo>
                        <a:cubicBezTo>
                          <a:pt x="330" y="220"/>
                          <a:pt x="325" y="145"/>
                          <a:pt x="322" y="120"/>
                        </a:cubicBezTo>
                        <a:cubicBezTo>
                          <a:pt x="325" y="102"/>
                          <a:pt x="313" y="71"/>
                          <a:pt x="330" y="67"/>
                        </a:cubicBezTo>
                        <a:cubicBezTo>
                          <a:pt x="331" y="67"/>
                          <a:pt x="368" y="124"/>
                          <a:pt x="375" y="135"/>
                        </a:cubicBezTo>
                        <a:cubicBezTo>
                          <a:pt x="381" y="144"/>
                          <a:pt x="395" y="141"/>
                          <a:pt x="405" y="142"/>
                        </a:cubicBezTo>
                        <a:cubicBezTo>
                          <a:pt x="440" y="146"/>
                          <a:pt x="475" y="147"/>
                          <a:pt x="510" y="150"/>
                        </a:cubicBezTo>
                        <a:cubicBezTo>
                          <a:pt x="560" y="166"/>
                          <a:pt x="507" y="166"/>
                          <a:pt x="487" y="172"/>
                        </a:cubicBezTo>
                        <a:cubicBezTo>
                          <a:pt x="463" y="164"/>
                          <a:pt x="444" y="151"/>
                          <a:pt x="420" y="142"/>
                        </a:cubicBezTo>
                        <a:cubicBezTo>
                          <a:pt x="447" y="183"/>
                          <a:pt x="432" y="154"/>
                          <a:pt x="442" y="225"/>
                        </a:cubicBezTo>
                        <a:cubicBezTo>
                          <a:pt x="444" y="242"/>
                          <a:pt x="447" y="260"/>
                          <a:pt x="450" y="277"/>
                        </a:cubicBezTo>
                        <a:cubicBezTo>
                          <a:pt x="452" y="285"/>
                          <a:pt x="457" y="308"/>
                          <a:pt x="457" y="300"/>
                        </a:cubicBezTo>
                        <a:cubicBezTo>
                          <a:pt x="457" y="287"/>
                          <a:pt x="452" y="275"/>
                          <a:pt x="450" y="262"/>
                        </a:cubicBezTo>
                        <a:cubicBezTo>
                          <a:pt x="447" y="245"/>
                          <a:pt x="445" y="227"/>
                          <a:pt x="442" y="210"/>
                        </a:cubicBezTo>
                        <a:cubicBezTo>
                          <a:pt x="445" y="197"/>
                          <a:pt x="440" y="180"/>
                          <a:pt x="450" y="172"/>
                        </a:cubicBezTo>
                        <a:cubicBezTo>
                          <a:pt x="468" y="158"/>
                          <a:pt x="479" y="209"/>
                          <a:pt x="480" y="210"/>
                        </a:cubicBezTo>
                        <a:cubicBezTo>
                          <a:pt x="485" y="215"/>
                          <a:pt x="495" y="215"/>
                          <a:pt x="502" y="217"/>
                        </a:cubicBezTo>
                        <a:cubicBezTo>
                          <a:pt x="527" y="233"/>
                          <a:pt x="537" y="253"/>
                          <a:pt x="562" y="270"/>
                        </a:cubicBezTo>
                        <a:cubicBezTo>
                          <a:pt x="581" y="298"/>
                          <a:pt x="600" y="340"/>
                          <a:pt x="600" y="375"/>
                        </a:cubicBezTo>
                        <a:cubicBezTo>
                          <a:pt x="600" y="383"/>
                          <a:pt x="595" y="360"/>
                          <a:pt x="592" y="352"/>
                        </a:cubicBezTo>
                        <a:cubicBezTo>
                          <a:pt x="583" y="272"/>
                          <a:pt x="575" y="280"/>
                          <a:pt x="652" y="292"/>
                        </a:cubicBezTo>
                        <a:cubicBezTo>
                          <a:pt x="656" y="294"/>
                          <a:pt x="697" y="317"/>
                          <a:pt x="690" y="330"/>
                        </a:cubicBezTo>
                        <a:cubicBezTo>
                          <a:pt x="686" y="337"/>
                          <a:pt x="675" y="325"/>
                          <a:pt x="667" y="322"/>
                        </a:cubicBezTo>
                        <a:cubicBezTo>
                          <a:pt x="655" y="283"/>
                          <a:pt x="645" y="280"/>
                          <a:pt x="622" y="315"/>
                        </a:cubicBezTo>
                        <a:cubicBezTo>
                          <a:pt x="637" y="337"/>
                          <a:pt x="645" y="360"/>
                          <a:pt x="660" y="382"/>
                        </a:cubicBezTo>
                        <a:cubicBezTo>
                          <a:pt x="669" y="410"/>
                          <a:pt x="690" y="465"/>
                          <a:pt x="690" y="465"/>
                        </a:cubicBezTo>
                        <a:lnTo>
                          <a:pt x="733" y="476"/>
                        </a:lnTo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189" name="Freeform 133"/>
                <p:cNvSpPr>
                  <a:spLocks/>
                </p:cNvSpPr>
                <p:nvPr/>
              </p:nvSpPr>
              <p:spPr bwMode="auto">
                <a:xfrm flipH="1">
                  <a:off x="7608" y="3583"/>
                  <a:ext cx="1446" cy="566"/>
                </a:xfrm>
                <a:custGeom>
                  <a:avLst/>
                  <a:gdLst>
                    <a:gd name="T0" fmla="*/ 1343 w 1446"/>
                    <a:gd name="T1" fmla="*/ 0 h 566"/>
                    <a:gd name="T2" fmla="*/ 0 w 1446"/>
                    <a:gd name="T3" fmla="*/ 465 h 566"/>
                    <a:gd name="T4" fmla="*/ 6 w 1446"/>
                    <a:gd name="T5" fmla="*/ 566 h 566"/>
                    <a:gd name="T6" fmla="*/ 1446 w 1446"/>
                    <a:gd name="T7" fmla="*/ 26 h 566"/>
                    <a:gd name="T8" fmla="*/ 1343 w 1446"/>
                    <a:gd name="T9" fmla="*/ 0 h 5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46"/>
                    <a:gd name="T16" fmla="*/ 0 h 566"/>
                    <a:gd name="T17" fmla="*/ 1446 w 1446"/>
                    <a:gd name="T18" fmla="*/ 566 h 56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46" h="566">
                      <a:moveTo>
                        <a:pt x="1343" y="0"/>
                      </a:moveTo>
                      <a:lnTo>
                        <a:pt x="0" y="465"/>
                      </a:lnTo>
                      <a:lnTo>
                        <a:pt x="6" y="566"/>
                      </a:lnTo>
                      <a:lnTo>
                        <a:pt x="1446" y="26"/>
                      </a:lnTo>
                      <a:lnTo>
                        <a:pt x="1343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90" name="Freeform 134"/>
                <p:cNvSpPr>
                  <a:spLocks/>
                </p:cNvSpPr>
                <p:nvPr/>
              </p:nvSpPr>
              <p:spPr bwMode="auto">
                <a:xfrm flipH="1">
                  <a:off x="9018" y="4052"/>
                  <a:ext cx="63" cy="102"/>
                </a:xfrm>
                <a:custGeom>
                  <a:avLst/>
                  <a:gdLst>
                    <a:gd name="T0" fmla="*/ 27 w 63"/>
                    <a:gd name="T1" fmla="*/ 0 h 102"/>
                    <a:gd name="T2" fmla="*/ 3 w 63"/>
                    <a:gd name="T3" fmla="*/ 30 h 102"/>
                    <a:gd name="T4" fmla="*/ 0 w 63"/>
                    <a:gd name="T5" fmla="*/ 57 h 102"/>
                    <a:gd name="T6" fmla="*/ 9 w 63"/>
                    <a:gd name="T7" fmla="*/ 84 h 102"/>
                    <a:gd name="T8" fmla="*/ 36 w 63"/>
                    <a:gd name="T9" fmla="*/ 102 h 102"/>
                    <a:gd name="T10" fmla="*/ 54 w 63"/>
                    <a:gd name="T11" fmla="*/ 72 h 102"/>
                    <a:gd name="T12" fmla="*/ 63 w 63"/>
                    <a:gd name="T13" fmla="*/ 36 h 102"/>
                    <a:gd name="T14" fmla="*/ 48 w 63"/>
                    <a:gd name="T15" fmla="*/ 18 h 102"/>
                    <a:gd name="T16" fmla="*/ 27 w 63"/>
                    <a:gd name="T17" fmla="*/ 0 h 10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63"/>
                    <a:gd name="T28" fmla="*/ 0 h 102"/>
                    <a:gd name="T29" fmla="*/ 63 w 63"/>
                    <a:gd name="T30" fmla="*/ 102 h 10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63" h="102">
                      <a:moveTo>
                        <a:pt x="27" y="0"/>
                      </a:moveTo>
                      <a:lnTo>
                        <a:pt x="3" y="30"/>
                      </a:lnTo>
                      <a:lnTo>
                        <a:pt x="0" y="57"/>
                      </a:lnTo>
                      <a:lnTo>
                        <a:pt x="9" y="84"/>
                      </a:lnTo>
                      <a:lnTo>
                        <a:pt x="36" y="102"/>
                      </a:lnTo>
                      <a:lnTo>
                        <a:pt x="54" y="72"/>
                      </a:lnTo>
                      <a:lnTo>
                        <a:pt x="63" y="36"/>
                      </a:lnTo>
                      <a:lnTo>
                        <a:pt x="48" y="18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</p:grpSp>
          <p:sp>
            <p:nvSpPr>
              <p:cNvPr id="164" name="Freeform 135"/>
              <p:cNvSpPr>
                <a:spLocks/>
              </p:cNvSpPr>
              <p:nvPr/>
            </p:nvSpPr>
            <p:spPr bwMode="auto">
              <a:xfrm>
                <a:off x="9826" y="3018"/>
                <a:ext cx="102" cy="114"/>
              </a:xfrm>
              <a:custGeom>
                <a:avLst/>
                <a:gdLst>
                  <a:gd name="T0" fmla="*/ 2 w 135"/>
                  <a:gd name="T1" fmla="*/ 2 h 151"/>
                  <a:gd name="T2" fmla="*/ 2 w 135"/>
                  <a:gd name="T3" fmla="*/ 2 h 151"/>
                  <a:gd name="T4" fmla="*/ 2 w 135"/>
                  <a:gd name="T5" fmla="*/ 2 h 151"/>
                  <a:gd name="T6" fmla="*/ 2 w 135"/>
                  <a:gd name="T7" fmla="*/ 2 h 151"/>
                  <a:gd name="T8" fmla="*/ 2 w 135"/>
                  <a:gd name="T9" fmla="*/ 2 h 151"/>
                  <a:gd name="T10" fmla="*/ 2 w 135"/>
                  <a:gd name="T11" fmla="*/ 2 h 151"/>
                  <a:gd name="T12" fmla="*/ 2 w 135"/>
                  <a:gd name="T13" fmla="*/ 2 h 151"/>
                  <a:gd name="T14" fmla="*/ 2 w 135"/>
                  <a:gd name="T15" fmla="*/ 2 h 151"/>
                  <a:gd name="T16" fmla="*/ 2 w 135"/>
                  <a:gd name="T17" fmla="*/ 2 h 151"/>
                  <a:gd name="T18" fmla="*/ 2 w 135"/>
                  <a:gd name="T19" fmla="*/ 2 h 151"/>
                  <a:gd name="T20" fmla="*/ 2 w 135"/>
                  <a:gd name="T21" fmla="*/ 2 h 151"/>
                  <a:gd name="T22" fmla="*/ 2 w 135"/>
                  <a:gd name="T23" fmla="*/ 2 h 151"/>
                  <a:gd name="T24" fmla="*/ 2 w 135"/>
                  <a:gd name="T25" fmla="*/ 2 h 151"/>
                  <a:gd name="T26" fmla="*/ 2 w 135"/>
                  <a:gd name="T27" fmla="*/ 2 h 151"/>
                  <a:gd name="T28" fmla="*/ 2 w 135"/>
                  <a:gd name="T29" fmla="*/ 2 h 151"/>
                  <a:gd name="T30" fmla="*/ 2 w 135"/>
                  <a:gd name="T31" fmla="*/ 2 h 151"/>
                  <a:gd name="T32" fmla="*/ 2 w 135"/>
                  <a:gd name="T33" fmla="*/ 2 h 151"/>
                  <a:gd name="T34" fmla="*/ 2 w 135"/>
                  <a:gd name="T35" fmla="*/ 2 h 151"/>
                  <a:gd name="T36" fmla="*/ 2 w 135"/>
                  <a:gd name="T37" fmla="*/ 2 h 151"/>
                  <a:gd name="T38" fmla="*/ 2 w 135"/>
                  <a:gd name="T39" fmla="*/ 2 h 151"/>
                  <a:gd name="T40" fmla="*/ 2 w 135"/>
                  <a:gd name="T41" fmla="*/ 2 h 151"/>
                  <a:gd name="T42" fmla="*/ 2 w 135"/>
                  <a:gd name="T43" fmla="*/ 2 h 151"/>
                  <a:gd name="T44" fmla="*/ 2 w 135"/>
                  <a:gd name="T45" fmla="*/ 2 h 151"/>
                  <a:gd name="T46" fmla="*/ 2 w 135"/>
                  <a:gd name="T47" fmla="*/ 2 h 151"/>
                  <a:gd name="T48" fmla="*/ 2 w 135"/>
                  <a:gd name="T49" fmla="*/ 2 h 151"/>
                  <a:gd name="T50" fmla="*/ 2 w 135"/>
                  <a:gd name="T51" fmla="*/ 2 h 151"/>
                  <a:gd name="T52" fmla="*/ 2 w 135"/>
                  <a:gd name="T53" fmla="*/ 2 h 151"/>
                  <a:gd name="T54" fmla="*/ 2 w 135"/>
                  <a:gd name="T55" fmla="*/ 2 h 151"/>
                  <a:gd name="T56" fmla="*/ 2 w 135"/>
                  <a:gd name="T57" fmla="*/ 2 h 151"/>
                  <a:gd name="T58" fmla="*/ 2 w 135"/>
                  <a:gd name="T59" fmla="*/ 2 h 151"/>
                  <a:gd name="T60" fmla="*/ 2 w 135"/>
                  <a:gd name="T61" fmla="*/ 2 h 151"/>
                  <a:gd name="T62" fmla="*/ 2 w 135"/>
                  <a:gd name="T63" fmla="*/ 2 h 151"/>
                  <a:gd name="T64" fmla="*/ 2 w 135"/>
                  <a:gd name="T65" fmla="*/ 2 h 151"/>
                  <a:gd name="T66" fmla="*/ 2 w 135"/>
                  <a:gd name="T67" fmla="*/ 2 h 151"/>
                  <a:gd name="T68" fmla="*/ 2 w 135"/>
                  <a:gd name="T69" fmla="*/ 2 h 151"/>
                  <a:gd name="T70" fmla="*/ 2 w 135"/>
                  <a:gd name="T71" fmla="*/ 2 h 15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35"/>
                  <a:gd name="T109" fmla="*/ 0 h 151"/>
                  <a:gd name="T110" fmla="*/ 135 w 135"/>
                  <a:gd name="T111" fmla="*/ 151 h 15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35" h="151">
                    <a:moveTo>
                      <a:pt x="111" y="84"/>
                    </a:moveTo>
                    <a:cubicBezTo>
                      <a:pt x="82" y="77"/>
                      <a:pt x="97" y="43"/>
                      <a:pt x="66" y="33"/>
                    </a:cubicBezTo>
                    <a:cubicBezTo>
                      <a:pt x="86" y="60"/>
                      <a:pt x="81" y="48"/>
                      <a:pt x="87" y="66"/>
                    </a:cubicBezTo>
                    <a:cubicBezTo>
                      <a:pt x="98" y="65"/>
                      <a:pt x="112" y="71"/>
                      <a:pt x="120" y="63"/>
                    </a:cubicBezTo>
                    <a:cubicBezTo>
                      <a:pt x="125" y="58"/>
                      <a:pt x="102" y="51"/>
                      <a:pt x="102" y="51"/>
                    </a:cubicBezTo>
                    <a:cubicBezTo>
                      <a:pt x="98" y="45"/>
                      <a:pt x="92" y="40"/>
                      <a:pt x="90" y="33"/>
                    </a:cubicBezTo>
                    <a:cubicBezTo>
                      <a:pt x="89" y="30"/>
                      <a:pt x="87" y="21"/>
                      <a:pt x="87" y="24"/>
                    </a:cubicBezTo>
                    <a:cubicBezTo>
                      <a:pt x="87" y="36"/>
                      <a:pt x="91" y="41"/>
                      <a:pt x="96" y="51"/>
                    </a:cubicBezTo>
                    <a:cubicBezTo>
                      <a:pt x="99" y="69"/>
                      <a:pt x="98" y="81"/>
                      <a:pt x="117" y="87"/>
                    </a:cubicBezTo>
                    <a:cubicBezTo>
                      <a:pt x="126" y="73"/>
                      <a:pt x="122" y="65"/>
                      <a:pt x="111" y="54"/>
                    </a:cubicBezTo>
                    <a:cubicBezTo>
                      <a:pt x="103" y="35"/>
                      <a:pt x="93" y="18"/>
                      <a:pt x="75" y="6"/>
                    </a:cubicBezTo>
                    <a:cubicBezTo>
                      <a:pt x="78" y="17"/>
                      <a:pt x="81" y="28"/>
                      <a:pt x="84" y="39"/>
                    </a:cubicBezTo>
                    <a:cubicBezTo>
                      <a:pt x="70" y="80"/>
                      <a:pt x="70" y="36"/>
                      <a:pt x="51" y="24"/>
                    </a:cubicBezTo>
                    <a:cubicBezTo>
                      <a:pt x="44" y="2"/>
                      <a:pt x="0" y="12"/>
                      <a:pt x="27" y="21"/>
                    </a:cubicBezTo>
                    <a:cubicBezTo>
                      <a:pt x="30" y="25"/>
                      <a:pt x="53" y="50"/>
                      <a:pt x="51" y="54"/>
                    </a:cubicBezTo>
                    <a:cubicBezTo>
                      <a:pt x="48" y="61"/>
                      <a:pt x="37" y="50"/>
                      <a:pt x="30" y="48"/>
                    </a:cubicBezTo>
                    <a:cubicBezTo>
                      <a:pt x="2" y="54"/>
                      <a:pt x="27" y="57"/>
                      <a:pt x="39" y="75"/>
                    </a:cubicBezTo>
                    <a:cubicBezTo>
                      <a:pt x="40" y="79"/>
                      <a:pt x="46" y="87"/>
                      <a:pt x="42" y="87"/>
                    </a:cubicBezTo>
                    <a:cubicBezTo>
                      <a:pt x="42" y="87"/>
                      <a:pt x="20" y="72"/>
                      <a:pt x="15" y="69"/>
                    </a:cubicBezTo>
                    <a:lnTo>
                      <a:pt x="6" y="63"/>
                    </a:lnTo>
                    <a:cubicBezTo>
                      <a:pt x="6" y="63"/>
                      <a:pt x="15" y="69"/>
                      <a:pt x="15" y="69"/>
                    </a:cubicBezTo>
                    <a:cubicBezTo>
                      <a:pt x="26" y="85"/>
                      <a:pt x="29" y="99"/>
                      <a:pt x="48" y="105"/>
                    </a:cubicBezTo>
                    <a:cubicBezTo>
                      <a:pt x="54" y="87"/>
                      <a:pt x="38" y="46"/>
                      <a:pt x="63" y="63"/>
                    </a:cubicBezTo>
                    <a:cubicBezTo>
                      <a:pt x="77" y="84"/>
                      <a:pt x="69" y="77"/>
                      <a:pt x="84" y="87"/>
                    </a:cubicBezTo>
                    <a:cubicBezTo>
                      <a:pt x="81" y="33"/>
                      <a:pt x="89" y="18"/>
                      <a:pt x="42" y="6"/>
                    </a:cubicBezTo>
                    <a:cubicBezTo>
                      <a:pt x="59" y="0"/>
                      <a:pt x="76" y="3"/>
                      <a:pt x="93" y="9"/>
                    </a:cubicBezTo>
                    <a:cubicBezTo>
                      <a:pt x="115" y="31"/>
                      <a:pt x="128" y="55"/>
                      <a:pt x="135" y="84"/>
                    </a:cubicBezTo>
                    <a:cubicBezTo>
                      <a:pt x="130" y="113"/>
                      <a:pt x="124" y="108"/>
                      <a:pt x="102" y="93"/>
                    </a:cubicBezTo>
                    <a:cubicBezTo>
                      <a:pt x="98" y="80"/>
                      <a:pt x="92" y="67"/>
                      <a:pt x="81" y="60"/>
                    </a:cubicBezTo>
                    <a:cubicBezTo>
                      <a:pt x="77" y="54"/>
                      <a:pt x="72" y="45"/>
                      <a:pt x="66" y="42"/>
                    </a:cubicBezTo>
                    <a:cubicBezTo>
                      <a:pt x="60" y="39"/>
                      <a:pt x="48" y="36"/>
                      <a:pt x="48" y="36"/>
                    </a:cubicBezTo>
                    <a:cubicBezTo>
                      <a:pt x="13" y="42"/>
                      <a:pt x="43" y="42"/>
                      <a:pt x="60" y="54"/>
                    </a:cubicBezTo>
                    <a:cubicBezTo>
                      <a:pt x="71" y="71"/>
                      <a:pt x="82" y="97"/>
                      <a:pt x="99" y="108"/>
                    </a:cubicBezTo>
                    <a:cubicBezTo>
                      <a:pt x="103" y="120"/>
                      <a:pt x="114" y="124"/>
                      <a:pt x="99" y="129"/>
                    </a:cubicBezTo>
                    <a:cubicBezTo>
                      <a:pt x="91" y="117"/>
                      <a:pt x="93" y="124"/>
                      <a:pt x="93" y="108"/>
                    </a:cubicBezTo>
                    <a:lnTo>
                      <a:pt x="27" y="151"/>
                    </a:lnTo>
                  </a:path>
                </a:pathLst>
              </a:custGeom>
              <a:solidFill>
                <a:srgbClr val="C0C0C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grpSp>
            <p:nvGrpSpPr>
              <p:cNvPr id="165" name="Group 136"/>
              <p:cNvGrpSpPr>
                <a:grpSpLocks/>
              </p:cNvGrpSpPr>
              <p:nvPr/>
            </p:nvGrpSpPr>
            <p:grpSpPr bwMode="auto">
              <a:xfrm>
                <a:off x="7905" y="3589"/>
                <a:ext cx="1078" cy="572"/>
                <a:chOff x="5592" y="3398"/>
                <a:chExt cx="1437" cy="760"/>
              </a:xfrm>
            </p:grpSpPr>
            <p:grpSp>
              <p:nvGrpSpPr>
                <p:cNvPr id="166" name="Group 137"/>
                <p:cNvGrpSpPr>
                  <a:grpSpLocks/>
                </p:cNvGrpSpPr>
                <p:nvPr/>
              </p:nvGrpSpPr>
              <p:grpSpPr bwMode="auto">
                <a:xfrm>
                  <a:off x="5883" y="3398"/>
                  <a:ext cx="837" cy="415"/>
                  <a:chOff x="5883" y="3398"/>
                  <a:chExt cx="837" cy="415"/>
                </a:xfrm>
              </p:grpSpPr>
              <p:sp>
                <p:nvSpPr>
                  <p:cNvPr id="176" name="Freeform 138"/>
                  <p:cNvSpPr>
                    <a:spLocks/>
                  </p:cNvSpPr>
                  <p:nvPr/>
                </p:nvSpPr>
                <p:spPr bwMode="auto">
                  <a:xfrm>
                    <a:off x="5910" y="3398"/>
                    <a:ext cx="758" cy="415"/>
                  </a:xfrm>
                  <a:custGeom>
                    <a:avLst/>
                    <a:gdLst>
                      <a:gd name="T0" fmla="*/ 15 w 758"/>
                      <a:gd name="T1" fmla="*/ 30 h 415"/>
                      <a:gd name="T2" fmla="*/ 0 w 758"/>
                      <a:gd name="T3" fmla="*/ 105 h 415"/>
                      <a:gd name="T4" fmla="*/ 393 w 758"/>
                      <a:gd name="T5" fmla="*/ 412 h 415"/>
                      <a:gd name="T6" fmla="*/ 128 w 758"/>
                      <a:gd name="T7" fmla="*/ 105 h 415"/>
                      <a:gd name="T8" fmla="*/ 23 w 758"/>
                      <a:gd name="T9" fmla="*/ 105 h 415"/>
                      <a:gd name="T10" fmla="*/ 368 w 758"/>
                      <a:gd name="T11" fmla="*/ 75 h 415"/>
                      <a:gd name="T12" fmla="*/ 735 w 758"/>
                      <a:gd name="T13" fmla="*/ 105 h 415"/>
                      <a:gd name="T14" fmla="*/ 615 w 758"/>
                      <a:gd name="T15" fmla="*/ 112 h 415"/>
                      <a:gd name="T16" fmla="*/ 393 w 758"/>
                      <a:gd name="T17" fmla="*/ 415 h 415"/>
                      <a:gd name="T18" fmla="*/ 758 w 758"/>
                      <a:gd name="T19" fmla="*/ 97 h 415"/>
                      <a:gd name="T20" fmla="*/ 728 w 758"/>
                      <a:gd name="T21" fmla="*/ 22 h 415"/>
                      <a:gd name="T22" fmla="*/ 548 w 758"/>
                      <a:gd name="T23" fmla="*/ 0 h 415"/>
                      <a:gd name="T24" fmla="*/ 353 w 758"/>
                      <a:gd name="T25" fmla="*/ 0 h 415"/>
                      <a:gd name="T26" fmla="*/ 173 w 758"/>
                      <a:gd name="T27" fmla="*/ 7 h 415"/>
                      <a:gd name="T28" fmla="*/ 15 w 758"/>
                      <a:gd name="T29" fmla="*/ 30 h 41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758"/>
                      <a:gd name="T46" fmla="*/ 0 h 415"/>
                      <a:gd name="T47" fmla="*/ 758 w 758"/>
                      <a:gd name="T48" fmla="*/ 415 h 41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758" h="415">
                        <a:moveTo>
                          <a:pt x="15" y="30"/>
                        </a:moveTo>
                        <a:lnTo>
                          <a:pt x="0" y="105"/>
                        </a:lnTo>
                        <a:lnTo>
                          <a:pt x="393" y="412"/>
                        </a:lnTo>
                        <a:lnTo>
                          <a:pt x="128" y="105"/>
                        </a:lnTo>
                        <a:lnTo>
                          <a:pt x="23" y="105"/>
                        </a:lnTo>
                        <a:lnTo>
                          <a:pt x="368" y="75"/>
                        </a:lnTo>
                        <a:lnTo>
                          <a:pt x="735" y="105"/>
                        </a:lnTo>
                        <a:lnTo>
                          <a:pt x="615" y="112"/>
                        </a:lnTo>
                        <a:lnTo>
                          <a:pt x="393" y="415"/>
                        </a:lnTo>
                        <a:lnTo>
                          <a:pt x="758" y="97"/>
                        </a:lnTo>
                        <a:lnTo>
                          <a:pt x="728" y="22"/>
                        </a:lnTo>
                        <a:lnTo>
                          <a:pt x="548" y="0"/>
                        </a:lnTo>
                        <a:lnTo>
                          <a:pt x="353" y="0"/>
                        </a:lnTo>
                        <a:lnTo>
                          <a:pt x="173" y="7"/>
                        </a:lnTo>
                        <a:lnTo>
                          <a:pt x="15" y="30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77" name="Freeform 139"/>
                  <p:cNvSpPr>
                    <a:spLocks/>
                  </p:cNvSpPr>
                  <p:nvPr/>
                </p:nvSpPr>
                <p:spPr bwMode="auto">
                  <a:xfrm>
                    <a:off x="5886" y="3484"/>
                    <a:ext cx="810" cy="323"/>
                  </a:xfrm>
                  <a:custGeom>
                    <a:avLst/>
                    <a:gdLst>
                      <a:gd name="T0" fmla="*/ 21 w 810"/>
                      <a:gd name="T1" fmla="*/ 26 h 323"/>
                      <a:gd name="T2" fmla="*/ 12 w 810"/>
                      <a:gd name="T3" fmla="*/ 101 h 323"/>
                      <a:gd name="T4" fmla="*/ 414 w 810"/>
                      <a:gd name="T5" fmla="*/ 320 h 323"/>
                      <a:gd name="T6" fmla="*/ 138 w 810"/>
                      <a:gd name="T7" fmla="*/ 92 h 323"/>
                      <a:gd name="T8" fmla="*/ 0 w 810"/>
                      <a:gd name="T9" fmla="*/ 98 h 323"/>
                      <a:gd name="T10" fmla="*/ 323 w 810"/>
                      <a:gd name="T11" fmla="*/ 75 h 323"/>
                      <a:gd name="T12" fmla="*/ 801 w 810"/>
                      <a:gd name="T13" fmla="*/ 92 h 323"/>
                      <a:gd name="T14" fmla="*/ 657 w 810"/>
                      <a:gd name="T15" fmla="*/ 92 h 323"/>
                      <a:gd name="T16" fmla="*/ 414 w 810"/>
                      <a:gd name="T17" fmla="*/ 323 h 323"/>
                      <a:gd name="T18" fmla="*/ 810 w 810"/>
                      <a:gd name="T19" fmla="*/ 95 h 323"/>
                      <a:gd name="T20" fmla="*/ 786 w 810"/>
                      <a:gd name="T21" fmla="*/ 26 h 323"/>
                      <a:gd name="T22" fmla="*/ 503 w 810"/>
                      <a:gd name="T23" fmla="*/ 0 h 323"/>
                      <a:gd name="T24" fmla="*/ 308 w 810"/>
                      <a:gd name="T25" fmla="*/ 0 h 323"/>
                      <a:gd name="T26" fmla="*/ 128 w 810"/>
                      <a:gd name="T27" fmla="*/ 7 h 323"/>
                      <a:gd name="T28" fmla="*/ 21 w 810"/>
                      <a:gd name="T29" fmla="*/ 26 h 323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810"/>
                      <a:gd name="T46" fmla="*/ 0 h 323"/>
                      <a:gd name="T47" fmla="*/ 810 w 810"/>
                      <a:gd name="T48" fmla="*/ 323 h 323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810" h="323">
                        <a:moveTo>
                          <a:pt x="21" y="26"/>
                        </a:moveTo>
                        <a:lnTo>
                          <a:pt x="12" y="101"/>
                        </a:lnTo>
                        <a:lnTo>
                          <a:pt x="414" y="320"/>
                        </a:lnTo>
                        <a:lnTo>
                          <a:pt x="138" y="92"/>
                        </a:lnTo>
                        <a:lnTo>
                          <a:pt x="0" y="98"/>
                        </a:lnTo>
                        <a:lnTo>
                          <a:pt x="323" y="75"/>
                        </a:lnTo>
                        <a:lnTo>
                          <a:pt x="801" y="92"/>
                        </a:lnTo>
                        <a:lnTo>
                          <a:pt x="657" y="92"/>
                        </a:lnTo>
                        <a:lnTo>
                          <a:pt x="414" y="323"/>
                        </a:lnTo>
                        <a:lnTo>
                          <a:pt x="810" y="95"/>
                        </a:lnTo>
                        <a:lnTo>
                          <a:pt x="786" y="26"/>
                        </a:lnTo>
                        <a:lnTo>
                          <a:pt x="503" y="0"/>
                        </a:lnTo>
                        <a:lnTo>
                          <a:pt x="308" y="0"/>
                        </a:lnTo>
                        <a:lnTo>
                          <a:pt x="128" y="7"/>
                        </a:lnTo>
                        <a:lnTo>
                          <a:pt x="21" y="26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78" name="Freeform 140"/>
                  <p:cNvSpPr>
                    <a:spLocks/>
                  </p:cNvSpPr>
                  <p:nvPr/>
                </p:nvSpPr>
                <p:spPr bwMode="auto">
                  <a:xfrm>
                    <a:off x="5883" y="3557"/>
                    <a:ext cx="837" cy="247"/>
                  </a:xfrm>
                  <a:custGeom>
                    <a:avLst/>
                    <a:gdLst>
                      <a:gd name="T0" fmla="*/ 9 w 837"/>
                      <a:gd name="T1" fmla="*/ 28 h 247"/>
                      <a:gd name="T2" fmla="*/ 3 w 837"/>
                      <a:gd name="T3" fmla="*/ 109 h 247"/>
                      <a:gd name="T4" fmla="*/ 411 w 837"/>
                      <a:gd name="T5" fmla="*/ 247 h 247"/>
                      <a:gd name="T6" fmla="*/ 105 w 837"/>
                      <a:gd name="T7" fmla="*/ 94 h 247"/>
                      <a:gd name="T8" fmla="*/ 0 w 837"/>
                      <a:gd name="T9" fmla="*/ 109 h 247"/>
                      <a:gd name="T10" fmla="*/ 371 w 837"/>
                      <a:gd name="T11" fmla="*/ 75 h 247"/>
                      <a:gd name="T12" fmla="*/ 837 w 837"/>
                      <a:gd name="T13" fmla="*/ 91 h 247"/>
                      <a:gd name="T14" fmla="*/ 705 w 837"/>
                      <a:gd name="T15" fmla="*/ 92 h 247"/>
                      <a:gd name="T16" fmla="*/ 414 w 837"/>
                      <a:gd name="T17" fmla="*/ 247 h 247"/>
                      <a:gd name="T18" fmla="*/ 834 w 837"/>
                      <a:gd name="T19" fmla="*/ 97 h 247"/>
                      <a:gd name="T20" fmla="*/ 816 w 837"/>
                      <a:gd name="T21" fmla="*/ 28 h 247"/>
                      <a:gd name="T22" fmla="*/ 551 w 837"/>
                      <a:gd name="T23" fmla="*/ 0 h 247"/>
                      <a:gd name="T24" fmla="*/ 356 w 837"/>
                      <a:gd name="T25" fmla="*/ 0 h 247"/>
                      <a:gd name="T26" fmla="*/ 176 w 837"/>
                      <a:gd name="T27" fmla="*/ 7 h 247"/>
                      <a:gd name="T28" fmla="*/ 9 w 837"/>
                      <a:gd name="T29" fmla="*/ 28 h 247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837"/>
                      <a:gd name="T46" fmla="*/ 0 h 247"/>
                      <a:gd name="T47" fmla="*/ 837 w 837"/>
                      <a:gd name="T48" fmla="*/ 247 h 247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837" h="247">
                        <a:moveTo>
                          <a:pt x="9" y="28"/>
                        </a:moveTo>
                        <a:lnTo>
                          <a:pt x="3" y="109"/>
                        </a:lnTo>
                        <a:lnTo>
                          <a:pt x="411" y="247"/>
                        </a:lnTo>
                        <a:lnTo>
                          <a:pt x="105" y="94"/>
                        </a:lnTo>
                        <a:lnTo>
                          <a:pt x="0" y="109"/>
                        </a:lnTo>
                        <a:lnTo>
                          <a:pt x="371" y="75"/>
                        </a:lnTo>
                        <a:lnTo>
                          <a:pt x="837" y="91"/>
                        </a:lnTo>
                        <a:lnTo>
                          <a:pt x="705" y="92"/>
                        </a:lnTo>
                        <a:lnTo>
                          <a:pt x="414" y="247"/>
                        </a:lnTo>
                        <a:lnTo>
                          <a:pt x="834" y="97"/>
                        </a:lnTo>
                        <a:lnTo>
                          <a:pt x="816" y="28"/>
                        </a:lnTo>
                        <a:lnTo>
                          <a:pt x="551" y="0"/>
                        </a:lnTo>
                        <a:lnTo>
                          <a:pt x="356" y="0"/>
                        </a:lnTo>
                        <a:lnTo>
                          <a:pt x="176" y="7"/>
                        </a:lnTo>
                        <a:lnTo>
                          <a:pt x="9" y="28"/>
                        </a:lnTo>
                        <a:close/>
                      </a:path>
                    </a:pathLst>
                  </a:custGeom>
                  <a:solidFill>
                    <a:srgbClr val="C0C0C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1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167" name="Freeform 141"/>
                <p:cNvSpPr>
                  <a:spLocks/>
                </p:cNvSpPr>
                <p:nvPr/>
              </p:nvSpPr>
              <p:spPr bwMode="auto">
                <a:xfrm>
                  <a:off x="6189" y="3750"/>
                  <a:ext cx="63" cy="114"/>
                </a:xfrm>
                <a:custGeom>
                  <a:avLst/>
                  <a:gdLst>
                    <a:gd name="T0" fmla="*/ 57 w 63"/>
                    <a:gd name="T1" fmla="*/ 0 h 114"/>
                    <a:gd name="T2" fmla="*/ 63 w 63"/>
                    <a:gd name="T3" fmla="*/ 114 h 114"/>
                    <a:gd name="T4" fmla="*/ 36 w 63"/>
                    <a:gd name="T5" fmla="*/ 108 h 114"/>
                    <a:gd name="T6" fmla="*/ 9 w 63"/>
                    <a:gd name="T7" fmla="*/ 81 h 114"/>
                    <a:gd name="T8" fmla="*/ 0 w 63"/>
                    <a:gd name="T9" fmla="*/ 57 h 114"/>
                    <a:gd name="T10" fmla="*/ 9 w 63"/>
                    <a:gd name="T11" fmla="*/ 24 h 114"/>
                    <a:gd name="T12" fmla="*/ 45 w 63"/>
                    <a:gd name="T13" fmla="*/ 6 h 114"/>
                    <a:gd name="T14" fmla="*/ 57 w 63"/>
                    <a:gd name="T15" fmla="*/ 0 h 11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63"/>
                    <a:gd name="T25" fmla="*/ 0 h 114"/>
                    <a:gd name="T26" fmla="*/ 63 w 63"/>
                    <a:gd name="T27" fmla="*/ 114 h 11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63" h="114">
                      <a:moveTo>
                        <a:pt x="57" y="0"/>
                      </a:moveTo>
                      <a:lnTo>
                        <a:pt x="63" y="114"/>
                      </a:lnTo>
                      <a:lnTo>
                        <a:pt x="36" y="108"/>
                      </a:lnTo>
                      <a:lnTo>
                        <a:pt x="9" y="81"/>
                      </a:lnTo>
                      <a:lnTo>
                        <a:pt x="0" y="57"/>
                      </a:lnTo>
                      <a:lnTo>
                        <a:pt x="9" y="24"/>
                      </a:lnTo>
                      <a:lnTo>
                        <a:pt x="45" y="6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68" name="Freeform 142"/>
                <p:cNvSpPr>
                  <a:spLocks/>
                </p:cNvSpPr>
                <p:nvPr/>
              </p:nvSpPr>
              <p:spPr bwMode="auto">
                <a:xfrm>
                  <a:off x="5595" y="3852"/>
                  <a:ext cx="693" cy="153"/>
                </a:xfrm>
                <a:custGeom>
                  <a:avLst/>
                  <a:gdLst>
                    <a:gd name="T0" fmla="*/ 693 w 693"/>
                    <a:gd name="T1" fmla="*/ 24 h 153"/>
                    <a:gd name="T2" fmla="*/ 648 w 693"/>
                    <a:gd name="T3" fmla="*/ 66 h 153"/>
                    <a:gd name="T4" fmla="*/ 606 w 693"/>
                    <a:gd name="T5" fmla="*/ 105 h 153"/>
                    <a:gd name="T6" fmla="*/ 513 w 693"/>
                    <a:gd name="T7" fmla="*/ 78 h 153"/>
                    <a:gd name="T8" fmla="*/ 339 w 693"/>
                    <a:gd name="T9" fmla="*/ 57 h 153"/>
                    <a:gd name="T10" fmla="*/ 225 w 693"/>
                    <a:gd name="T11" fmla="*/ 75 h 153"/>
                    <a:gd name="T12" fmla="*/ 0 w 693"/>
                    <a:gd name="T13" fmla="*/ 153 h 153"/>
                    <a:gd name="T14" fmla="*/ 90 w 693"/>
                    <a:gd name="T15" fmla="*/ 75 h 153"/>
                    <a:gd name="T16" fmla="*/ 174 w 693"/>
                    <a:gd name="T17" fmla="*/ 30 h 153"/>
                    <a:gd name="T18" fmla="*/ 249 w 693"/>
                    <a:gd name="T19" fmla="*/ 12 h 153"/>
                    <a:gd name="T20" fmla="*/ 348 w 693"/>
                    <a:gd name="T21" fmla="*/ 0 h 153"/>
                    <a:gd name="T22" fmla="*/ 525 w 693"/>
                    <a:gd name="T23" fmla="*/ 33 h 153"/>
                    <a:gd name="T24" fmla="*/ 609 w 693"/>
                    <a:gd name="T25" fmla="*/ 48 h 153"/>
                    <a:gd name="T26" fmla="*/ 693 w 693"/>
                    <a:gd name="T27" fmla="*/ 24 h 15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93"/>
                    <a:gd name="T43" fmla="*/ 0 h 153"/>
                    <a:gd name="T44" fmla="*/ 693 w 693"/>
                    <a:gd name="T45" fmla="*/ 153 h 15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93" h="153">
                      <a:moveTo>
                        <a:pt x="693" y="24"/>
                      </a:moveTo>
                      <a:lnTo>
                        <a:pt x="648" y="66"/>
                      </a:lnTo>
                      <a:lnTo>
                        <a:pt x="606" y="105"/>
                      </a:lnTo>
                      <a:lnTo>
                        <a:pt x="513" y="78"/>
                      </a:lnTo>
                      <a:lnTo>
                        <a:pt x="339" y="57"/>
                      </a:lnTo>
                      <a:lnTo>
                        <a:pt x="225" y="75"/>
                      </a:lnTo>
                      <a:lnTo>
                        <a:pt x="0" y="153"/>
                      </a:lnTo>
                      <a:lnTo>
                        <a:pt x="90" y="75"/>
                      </a:lnTo>
                      <a:lnTo>
                        <a:pt x="174" y="30"/>
                      </a:lnTo>
                      <a:lnTo>
                        <a:pt x="249" y="12"/>
                      </a:lnTo>
                      <a:lnTo>
                        <a:pt x="348" y="0"/>
                      </a:lnTo>
                      <a:lnTo>
                        <a:pt x="525" y="33"/>
                      </a:lnTo>
                      <a:lnTo>
                        <a:pt x="609" y="48"/>
                      </a:lnTo>
                      <a:lnTo>
                        <a:pt x="693" y="24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69" name="Freeform 143"/>
                <p:cNvSpPr>
                  <a:spLocks/>
                </p:cNvSpPr>
                <p:nvPr/>
              </p:nvSpPr>
              <p:spPr bwMode="auto">
                <a:xfrm>
                  <a:off x="6255" y="3756"/>
                  <a:ext cx="63" cy="111"/>
                </a:xfrm>
                <a:custGeom>
                  <a:avLst/>
                  <a:gdLst>
                    <a:gd name="T0" fmla="*/ 63 w 63"/>
                    <a:gd name="T1" fmla="*/ 0 h 111"/>
                    <a:gd name="T2" fmla="*/ 63 w 63"/>
                    <a:gd name="T3" fmla="*/ 111 h 111"/>
                    <a:gd name="T4" fmla="*/ 0 w 63"/>
                    <a:gd name="T5" fmla="*/ 108 h 111"/>
                    <a:gd name="T6" fmla="*/ 0 w 63"/>
                    <a:gd name="T7" fmla="*/ 3 h 111"/>
                    <a:gd name="T8" fmla="*/ 30 w 63"/>
                    <a:gd name="T9" fmla="*/ 3 h 111"/>
                    <a:gd name="T10" fmla="*/ 63 w 63"/>
                    <a:gd name="T11" fmla="*/ 0 h 11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3"/>
                    <a:gd name="T19" fmla="*/ 0 h 111"/>
                    <a:gd name="T20" fmla="*/ 63 w 63"/>
                    <a:gd name="T21" fmla="*/ 111 h 11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3" h="111">
                      <a:moveTo>
                        <a:pt x="63" y="0"/>
                      </a:moveTo>
                      <a:lnTo>
                        <a:pt x="63" y="111"/>
                      </a:lnTo>
                      <a:lnTo>
                        <a:pt x="0" y="108"/>
                      </a:lnTo>
                      <a:lnTo>
                        <a:pt x="0" y="3"/>
                      </a:lnTo>
                      <a:lnTo>
                        <a:pt x="30" y="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70" name="Freeform 144"/>
                <p:cNvSpPr>
                  <a:spLocks/>
                </p:cNvSpPr>
                <p:nvPr/>
              </p:nvSpPr>
              <p:spPr bwMode="auto">
                <a:xfrm>
                  <a:off x="6318" y="3756"/>
                  <a:ext cx="66" cy="114"/>
                </a:xfrm>
                <a:custGeom>
                  <a:avLst/>
                  <a:gdLst>
                    <a:gd name="T0" fmla="*/ 63 w 66"/>
                    <a:gd name="T1" fmla="*/ 36 h 114"/>
                    <a:gd name="T2" fmla="*/ 66 w 66"/>
                    <a:gd name="T3" fmla="*/ 90 h 114"/>
                    <a:gd name="T4" fmla="*/ 36 w 66"/>
                    <a:gd name="T5" fmla="*/ 111 h 114"/>
                    <a:gd name="T6" fmla="*/ 6 w 66"/>
                    <a:gd name="T7" fmla="*/ 114 h 114"/>
                    <a:gd name="T8" fmla="*/ 0 w 66"/>
                    <a:gd name="T9" fmla="*/ 0 h 114"/>
                    <a:gd name="T10" fmla="*/ 39 w 66"/>
                    <a:gd name="T11" fmla="*/ 12 h 114"/>
                    <a:gd name="T12" fmla="*/ 63 w 66"/>
                    <a:gd name="T13" fmla="*/ 36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6"/>
                    <a:gd name="T22" fmla="*/ 0 h 114"/>
                    <a:gd name="T23" fmla="*/ 66 w 6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6" h="114">
                      <a:moveTo>
                        <a:pt x="63" y="36"/>
                      </a:moveTo>
                      <a:lnTo>
                        <a:pt x="66" y="90"/>
                      </a:lnTo>
                      <a:lnTo>
                        <a:pt x="36" y="111"/>
                      </a:lnTo>
                      <a:lnTo>
                        <a:pt x="6" y="114"/>
                      </a:lnTo>
                      <a:lnTo>
                        <a:pt x="0" y="0"/>
                      </a:lnTo>
                      <a:lnTo>
                        <a:pt x="39" y="12"/>
                      </a:lnTo>
                      <a:lnTo>
                        <a:pt x="63" y="36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71" name="Freeform 145"/>
                <p:cNvSpPr>
                  <a:spLocks/>
                </p:cNvSpPr>
                <p:nvPr/>
              </p:nvSpPr>
              <p:spPr bwMode="auto">
                <a:xfrm>
                  <a:off x="6297" y="3864"/>
                  <a:ext cx="729" cy="141"/>
                </a:xfrm>
                <a:custGeom>
                  <a:avLst/>
                  <a:gdLst>
                    <a:gd name="T0" fmla="*/ 0 w 729"/>
                    <a:gd name="T1" fmla="*/ 9 h 141"/>
                    <a:gd name="T2" fmla="*/ 42 w 729"/>
                    <a:gd name="T3" fmla="*/ 81 h 141"/>
                    <a:gd name="T4" fmla="*/ 84 w 729"/>
                    <a:gd name="T5" fmla="*/ 102 h 141"/>
                    <a:gd name="T6" fmla="*/ 240 w 729"/>
                    <a:gd name="T7" fmla="*/ 69 h 141"/>
                    <a:gd name="T8" fmla="*/ 384 w 729"/>
                    <a:gd name="T9" fmla="*/ 60 h 141"/>
                    <a:gd name="T10" fmla="*/ 594 w 729"/>
                    <a:gd name="T11" fmla="*/ 105 h 141"/>
                    <a:gd name="T12" fmla="*/ 729 w 729"/>
                    <a:gd name="T13" fmla="*/ 141 h 141"/>
                    <a:gd name="T14" fmla="*/ 585 w 729"/>
                    <a:gd name="T15" fmla="*/ 45 h 141"/>
                    <a:gd name="T16" fmla="*/ 501 w 729"/>
                    <a:gd name="T17" fmla="*/ 9 h 141"/>
                    <a:gd name="T18" fmla="*/ 411 w 729"/>
                    <a:gd name="T19" fmla="*/ 0 h 141"/>
                    <a:gd name="T20" fmla="*/ 327 w 729"/>
                    <a:gd name="T21" fmla="*/ 3 h 141"/>
                    <a:gd name="T22" fmla="*/ 222 w 729"/>
                    <a:gd name="T23" fmla="*/ 21 h 141"/>
                    <a:gd name="T24" fmla="*/ 108 w 729"/>
                    <a:gd name="T25" fmla="*/ 36 h 141"/>
                    <a:gd name="T26" fmla="*/ 0 w 729"/>
                    <a:gd name="T27" fmla="*/ 9 h 14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29"/>
                    <a:gd name="T43" fmla="*/ 0 h 141"/>
                    <a:gd name="T44" fmla="*/ 729 w 729"/>
                    <a:gd name="T45" fmla="*/ 141 h 14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29" h="141">
                      <a:moveTo>
                        <a:pt x="0" y="9"/>
                      </a:moveTo>
                      <a:lnTo>
                        <a:pt x="42" y="81"/>
                      </a:lnTo>
                      <a:lnTo>
                        <a:pt x="84" y="102"/>
                      </a:lnTo>
                      <a:lnTo>
                        <a:pt x="240" y="69"/>
                      </a:lnTo>
                      <a:lnTo>
                        <a:pt x="384" y="60"/>
                      </a:lnTo>
                      <a:lnTo>
                        <a:pt x="594" y="105"/>
                      </a:lnTo>
                      <a:lnTo>
                        <a:pt x="729" y="141"/>
                      </a:lnTo>
                      <a:lnTo>
                        <a:pt x="585" y="45"/>
                      </a:lnTo>
                      <a:lnTo>
                        <a:pt x="501" y="9"/>
                      </a:lnTo>
                      <a:lnTo>
                        <a:pt x="411" y="0"/>
                      </a:lnTo>
                      <a:lnTo>
                        <a:pt x="327" y="3"/>
                      </a:lnTo>
                      <a:lnTo>
                        <a:pt x="222" y="21"/>
                      </a:lnTo>
                      <a:lnTo>
                        <a:pt x="108" y="36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72" name="Freeform 146"/>
                <p:cNvSpPr>
                  <a:spLocks/>
                </p:cNvSpPr>
                <p:nvPr/>
              </p:nvSpPr>
              <p:spPr bwMode="auto">
                <a:xfrm>
                  <a:off x="5592" y="3888"/>
                  <a:ext cx="702" cy="141"/>
                </a:xfrm>
                <a:custGeom>
                  <a:avLst/>
                  <a:gdLst>
                    <a:gd name="T0" fmla="*/ 702 w 702"/>
                    <a:gd name="T1" fmla="*/ 0 h 141"/>
                    <a:gd name="T2" fmla="*/ 654 w 702"/>
                    <a:gd name="T3" fmla="*/ 102 h 141"/>
                    <a:gd name="T4" fmla="*/ 618 w 702"/>
                    <a:gd name="T5" fmla="*/ 138 h 141"/>
                    <a:gd name="T6" fmla="*/ 540 w 702"/>
                    <a:gd name="T7" fmla="*/ 141 h 141"/>
                    <a:gd name="T8" fmla="*/ 435 w 702"/>
                    <a:gd name="T9" fmla="*/ 105 h 141"/>
                    <a:gd name="T10" fmla="*/ 276 w 702"/>
                    <a:gd name="T11" fmla="*/ 93 h 141"/>
                    <a:gd name="T12" fmla="*/ 153 w 702"/>
                    <a:gd name="T13" fmla="*/ 102 h 141"/>
                    <a:gd name="T14" fmla="*/ 0 w 702"/>
                    <a:gd name="T15" fmla="*/ 114 h 141"/>
                    <a:gd name="T16" fmla="*/ 81 w 702"/>
                    <a:gd name="T17" fmla="*/ 93 h 141"/>
                    <a:gd name="T18" fmla="*/ 171 w 702"/>
                    <a:gd name="T19" fmla="*/ 60 h 141"/>
                    <a:gd name="T20" fmla="*/ 204 w 702"/>
                    <a:gd name="T21" fmla="*/ 45 h 141"/>
                    <a:gd name="T22" fmla="*/ 360 w 702"/>
                    <a:gd name="T23" fmla="*/ 24 h 141"/>
                    <a:gd name="T24" fmla="*/ 486 w 702"/>
                    <a:gd name="T25" fmla="*/ 45 h 141"/>
                    <a:gd name="T26" fmla="*/ 591 w 702"/>
                    <a:gd name="T27" fmla="*/ 75 h 141"/>
                    <a:gd name="T28" fmla="*/ 702 w 702"/>
                    <a:gd name="T29" fmla="*/ 0 h 14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02"/>
                    <a:gd name="T46" fmla="*/ 0 h 141"/>
                    <a:gd name="T47" fmla="*/ 702 w 702"/>
                    <a:gd name="T48" fmla="*/ 141 h 14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02" h="141">
                      <a:moveTo>
                        <a:pt x="702" y="0"/>
                      </a:moveTo>
                      <a:lnTo>
                        <a:pt x="654" y="102"/>
                      </a:lnTo>
                      <a:lnTo>
                        <a:pt x="618" y="138"/>
                      </a:lnTo>
                      <a:lnTo>
                        <a:pt x="540" y="141"/>
                      </a:lnTo>
                      <a:lnTo>
                        <a:pt x="435" y="105"/>
                      </a:lnTo>
                      <a:lnTo>
                        <a:pt x="276" y="93"/>
                      </a:lnTo>
                      <a:lnTo>
                        <a:pt x="153" y="102"/>
                      </a:lnTo>
                      <a:lnTo>
                        <a:pt x="0" y="114"/>
                      </a:lnTo>
                      <a:lnTo>
                        <a:pt x="81" y="93"/>
                      </a:lnTo>
                      <a:lnTo>
                        <a:pt x="171" y="60"/>
                      </a:lnTo>
                      <a:lnTo>
                        <a:pt x="204" y="45"/>
                      </a:lnTo>
                      <a:lnTo>
                        <a:pt x="360" y="24"/>
                      </a:lnTo>
                      <a:lnTo>
                        <a:pt x="486" y="45"/>
                      </a:lnTo>
                      <a:lnTo>
                        <a:pt x="591" y="75"/>
                      </a:ln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73" name="Freeform 147"/>
                <p:cNvSpPr>
                  <a:spLocks/>
                </p:cNvSpPr>
                <p:nvPr/>
              </p:nvSpPr>
              <p:spPr bwMode="auto">
                <a:xfrm>
                  <a:off x="6300" y="3903"/>
                  <a:ext cx="729" cy="163"/>
                </a:xfrm>
                <a:custGeom>
                  <a:avLst/>
                  <a:gdLst>
                    <a:gd name="T0" fmla="*/ 0 w 729"/>
                    <a:gd name="T1" fmla="*/ 0 h 163"/>
                    <a:gd name="T2" fmla="*/ 123 w 729"/>
                    <a:gd name="T3" fmla="*/ 142 h 163"/>
                    <a:gd name="T4" fmla="*/ 165 w 729"/>
                    <a:gd name="T5" fmla="*/ 163 h 163"/>
                    <a:gd name="T6" fmla="*/ 291 w 729"/>
                    <a:gd name="T7" fmla="*/ 126 h 163"/>
                    <a:gd name="T8" fmla="*/ 408 w 729"/>
                    <a:gd name="T9" fmla="*/ 90 h 163"/>
                    <a:gd name="T10" fmla="*/ 522 w 729"/>
                    <a:gd name="T11" fmla="*/ 99 h 163"/>
                    <a:gd name="T12" fmla="*/ 729 w 729"/>
                    <a:gd name="T13" fmla="*/ 105 h 163"/>
                    <a:gd name="T14" fmla="*/ 672 w 729"/>
                    <a:gd name="T15" fmla="*/ 90 h 163"/>
                    <a:gd name="T16" fmla="*/ 582 w 729"/>
                    <a:gd name="T17" fmla="*/ 70 h 163"/>
                    <a:gd name="T18" fmla="*/ 492 w 729"/>
                    <a:gd name="T19" fmla="*/ 51 h 163"/>
                    <a:gd name="T20" fmla="*/ 384 w 729"/>
                    <a:gd name="T21" fmla="*/ 24 h 163"/>
                    <a:gd name="T22" fmla="*/ 234 w 729"/>
                    <a:gd name="T23" fmla="*/ 36 h 163"/>
                    <a:gd name="T24" fmla="*/ 117 w 729"/>
                    <a:gd name="T25" fmla="*/ 72 h 163"/>
                    <a:gd name="T26" fmla="*/ 0 w 729"/>
                    <a:gd name="T27" fmla="*/ 0 h 16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29"/>
                    <a:gd name="T43" fmla="*/ 0 h 163"/>
                    <a:gd name="T44" fmla="*/ 729 w 729"/>
                    <a:gd name="T45" fmla="*/ 163 h 16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29" h="163">
                      <a:moveTo>
                        <a:pt x="0" y="0"/>
                      </a:moveTo>
                      <a:lnTo>
                        <a:pt x="123" y="142"/>
                      </a:lnTo>
                      <a:lnTo>
                        <a:pt x="165" y="163"/>
                      </a:lnTo>
                      <a:lnTo>
                        <a:pt x="291" y="126"/>
                      </a:lnTo>
                      <a:lnTo>
                        <a:pt x="408" y="90"/>
                      </a:lnTo>
                      <a:lnTo>
                        <a:pt x="522" y="99"/>
                      </a:lnTo>
                      <a:lnTo>
                        <a:pt x="729" y="105"/>
                      </a:lnTo>
                      <a:lnTo>
                        <a:pt x="672" y="90"/>
                      </a:lnTo>
                      <a:lnTo>
                        <a:pt x="582" y="70"/>
                      </a:lnTo>
                      <a:lnTo>
                        <a:pt x="492" y="51"/>
                      </a:lnTo>
                      <a:lnTo>
                        <a:pt x="384" y="24"/>
                      </a:lnTo>
                      <a:lnTo>
                        <a:pt x="234" y="36"/>
                      </a:lnTo>
                      <a:lnTo>
                        <a:pt x="117" y="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74" name="Freeform 148"/>
                <p:cNvSpPr>
                  <a:spLocks/>
                </p:cNvSpPr>
                <p:nvPr/>
              </p:nvSpPr>
              <p:spPr bwMode="auto">
                <a:xfrm>
                  <a:off x="6294" y="3906"/>
                  <a:ext cx="732" cy="246"/>
                </a:xfrm>
                <a:custGeom>
                  <a:avLst/>
                  <a:gdLst>
                    <a:gd name="T0" fmla="*/ 0 w 732"/>
                    <a:gd name="T1" fmla="*/ 0 h 246"/>
                    <a:gd name="T2" fmla="*/ 21 w 732"/>
                    <a:gd name="T3" fmla="*/ 141 h 246"/>
                    <a:gd name="T4" fmla="*/ 72 w 732"/>
                    <a:gd name="T5" fmla="*/ 238 h 246"/>
                    <a:gd name="T6" fmla="*/ 174 w 732"/>
                    <a:gd name="T7" fmla="*/ 246 h 246"/>
                    <a:gd name="T8" fmla="*/ 291 w 732"/>
                    <a:gd name="T9" fmla="*/ 207 h 246"/>
                    <a:gd name="T10" fmla="*/ 429 w 732"/>
                    <a:gd name="T11" fmla="*/ 174 h 246"/>
                    <a:gd name="T12" fmla="*/ 540 w 732"/>
                    <a:gd name="T13" fmla="*/ 138 h 246"/>
                    <a:gd name="T14" fmla="*/ 612 w 732"/>
                    <a:gd name="T15" fmla="*/ 126 h 246"/>
                    <a:gd name="T16" fmla="*/ 732 w 732"/>
                    <a:gd name="T17" fmla="*/ 108 h 246"/>
                    <a:gd name="T18" fmla="*/ 669 w 732"/>
                    <a:gd name="T19" fmla="*/ 102 h 246"/>
                    <a:gd name="T20" fmla="*/ 420 w 732"/>
                    <a:gd name="T21" fmla="*/ 93 h 246"/>
                    <a:gd name="T22" fmla="*/ 366 w 732"/>
                    <a:gd name="T23" fmla="*/ 108 h 246"/>
                    <a:gd name="T24" fmla="*/ 180 w 732"/>
                    <a:gd name="T25" fmla="*/ 162 h 246"/>
                    <a:gd name="T26" fmla="*/ 144 w 732"/>
                    <a:gd name="T27" fmla="*/ 147 h 246"/>
                    <a:gd name="T28" fmla="*/ 99 w 732"/>
                    <a:gd name="T29" fmla="*/ 114 h 246"/>
                    <a:gd name="T30" fmla="*/ 0 w 732"/>
                    <a:gd name="T31" fmla="*/ 0 h 24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732"/>
                    <a:gd name="T49" fmla="*/ 0 h 246"/>
                    <a:gd name="T50" fmla="*/ 732 w 732"/>
                    <a:gd name="T51" fmla="*/ 246 h 24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732" h="246">
                      <a:moveTo>
                        <a:pt x="0" y="0"/>
                      </a:moveTo>
                      <a:lnTo>
                        <a:pt x="21" y="141"/>
                      </a:lnTo>
                      <a:lnTo>
                        <a:pt x="72" y="238"/>
                      </a:lnTo>
                      <a:lnTo>
                        <a:pt x="174" y="246"/>
                      </a:lnTo>
                      <a:lnTo>
                        <a:pt x="291" y="207"/>
                      </a:lnTo>
                      <a:lnTo>
                        <a:pt x="429" y="174"/>
                      </a:lnTo>
                      <a:lnTo>
                        <a:pt x="540" y="138"/>
                      </a:lnTo>
                      <a:lnTo>
                        <a:pt x="612" y="126"/>
                      </a:lnTo>
                      <a:lnTo>
                        <a:pt x="732" y="108"/>
                      </a:lnTo>
                      <a:lnTo>
                        <a:pt x="669" y="102"/>
                      </a:lnTo>
                      <a:lnTo>
                        <a:pt x="420" y="93"/>
                      </a:lnTo>
                      <a:lnTo>
                        <a:pt x="366" y="108"/>
                      </a:lnTo>
                      <a:lnTo>
                        <a:pt x="180" y="162"/>
                      </a:lnTo>
                      <a:lnTo>
                        <a:pt x="144" y="147"/>
                      </a:lnTo>
                      <a:lnTo>
                        <a:pt x="99" y="1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75" name="Freeform 149"/>
                <p:cNvSpPr>
                  <a:spLocks/>
                </p:cNvSpPr>
                <p:nvPr/>
              </p:nvSpPr>
              <p:spPr bwMode="auto">
                <a:xfrm>
                  <a:off x="5604" y="3915"/>
                  <a:ext cx="687" cy="243"/>
                </a:xfrm>
                <a:custGeom>
                  <a:avLst/>
                  <a:gdLst>
                    <a:gd name="T0" fmla="*/ 681 w 687"/>
                    <a:gd name="T1" fmla="*/ 0 h 243"/>
                    <a:gd name="T2" fmla="*/ 687 w 687"/>
                    <a:gd name="T3" fmla="*/ 168 h 243"/>
                    <a:gd name="T4" fmla="*/ 633 w 687"/>
                    <a:gd name="T5" fmla="*/ 243 h 243"/>
                    <a:gd name="T6" fmla="*/ 516 w 687"/>
                    <a:gd name="T7" fmla="*/ 231 h 243"/>
                    <a:gd name="T8" fmla="*/ 414 w 687"/>
                    <a:gd name="T9" fmla="*/ 228 h 243"/>
                    <a:gd name="T10" fmla="*/ 324 w 687"/>
                    <a:gd name="T11" fmla="*/ 204 h 243"/>
                    <a:gd name="T12" fmla="*/ 249 w 687"/>
                    <a:gd name="T13" fmla="*/ 187 h 243"/>
                    <a:gd name="T14" fmla="*/ 141 w 687"/>
                    <a:gd name="T15" fmla="*/ 138 h 243"/>
                    <a:gd name="T16" fmla="*/ 96 w 687"/>
                    <a:gd name="T17" fmla="*/ 105 h 243"/>
                    <a:gd name="T18" fmla="*/ 0 w 687"/>
                    <a:gd name="T19" fmla="*/ 90 h 243"/>
                    <a:gd name="T20" fmla="*/ 201 w 687"/>
                    <a:gd name="T21" fmla="*/ 75 h 243"/>
                    <a:gd name="T22" fmla="*/ 393 w 687"/>
                    <a:gd name="T23" fmla="*/ 78 h 243"/>
                    <a:gd name="T24" fmla="*/ 525 w 687"/>
                    <a:gd name="T25" fmla="*/ 123 h 243"/>
                    <a:gd name="T26" fmla="*/ 582 w 687"/>
                    <a:gd name="T27" fmla="*/ 123 h 243"/>
                    <a:gd name="T28" fmla="*/ 609 w 687"/>
                    <a:gd name="T29" fmla="*/ 123 h 243"/>
                    <a:gd name="T30" fmla="*/ 639 w 687"/>
                    <a:gd name="T31" fmla="*/ 102 h 243"/>
                    <a:gd name="T32" fmla="*/ 681 w 687"/>
                    <a:gd name="T33" fmla="*/ 0 h 24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87"/>
                    <a:gd name="T52" fmla="*/ 0 h 243"/>
                    <a:gd name="T53" fmla="*/ 687 w 687"/>
                    <a:gd name="T54" fmla="*/ 243 h 24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87" h="243">
                      <a:moveTo>
                        <a:pt x="681" y="0"/>
                      </a:moveTo>
                      <a:lnTo>
                        <a:pt x="687" y="168"/>
                      </a:lnTo>
                      <a:lnTo>
                        <a:pt x="633" y="243"/>
                      </a:lnTo>
                      <a:lnTo>
                        <a:pt x="516" y="231"/>
                      </a:lnTo>
                      <a:lnTo>
                        <a:pt x="414" y="228"/>
                      </a:lnTo>
                      <a:lnTo>
                        <a:pt x="324" y="204"/>
                      </a:lnTo>
                      <a:lnTo>
                        <a:pt x="249" y="187"/>
                      </a:lnTo>
                      <a:lnTo>
                        <a:pt x="141" y="138"/>
                      </a:lnTo>
                      <a:lnTo>
                        <a:pt x="96" y="105"/>
                      </a:lnTo>
                      <a:lnTo>
                        <a:pt x="0" y="90"/>
                      </a:lnTo>
                      <a:lnTo>
                        <a:pt x="201" y="75"/>
                      </a:lnTo>
                      <a:lnTo>
                        <a:pt x="393" y="78"/>
                      </a:lnTo>
                      <a:lnTo>
                        <a:pt x="525" y="123"/>
                      </a:lnTo>
                      <a:lnTo>
                        <a:pt x="582" y="123"/>
                      </a:lnTo>
                      <a:lnTo>
                        <a:pt x="609" y="123"/>
                      </a:lnTo>
                      <a:lnTo>
                        <a:pt x="639" y="102"/>
                      </a:lnTo>
                      <a:lnTo>
                        <a:pt x="681" y="0"/>
                      </a:lnTo>
                      <a:close/>
                    </a:path>
                  </a:pathLst>
                </a:cu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</p:grpSp>
        </p:grpSp>
        <p:grpSp>
          <p:nvGrpSpPr>
            <p:cNvPr id="9" name="Group 150"/>
            <p:cNvGrpSpPr>
              <a:grpSpLocks/>
            </p:cNvGrpSpPr>
            <p:nvPr/>
          </p:nvGrpSpPr>
          <p:grpSpPr bwMode="auto">
            <a:xfrm>
              <a:off x="4276" y="4268"/>
              <a:ext cx="4950" cy="3417"/>
              <a:chOff x="6401" y="1617"/>
              <a:chExt cx="4130" cy="2847"/>
            </a:xfrm>
          </p:grpSpPr>
          <p:sp>
            <p:nvSpPr>
              <p:cNvPr id="49" name="Freeform 151"/>
              <p:cNvSpPr>
                <a:spLocks/>
              </p:cNvSpPr>
              <p:nvPr/>
            </p:nvSpPr>
            <p:spPr bwMode="auto">
              <a:xfrm>
                <a:off x="7921" y="4059"/>
                <a:ext cx="84" cy="405"/>
              </a:xfrm>
              <a:custGeom>
                <a:avLst/>
                <a:gdLst>
                  <a:gd name="T0" fmla="*/ 42 w 84"/>
                  <a:gd name="T1" fmla="*/ 29 h 405"/>
                  <a:gd name="T2" fmla="*/ 0 w 84"/>
                  <a:gd name="T3" fmla="*/ 51 h 405"/>
                  <a:gd name="T4" fmla="*/ 26 w 84"/>
                  <a:gd name="T5" fmla="*/ 188 h 405"/>
                  <a:gd name="T6" fmla="*/ 15 w 84"/>
                  <a:gd name="T7" fmla="*/ 233 h 405"/>
                  <a:gd name="T8" fmla="*/ 37 w 84"/>
                  <a:gd name="T9" fmla="*/ 357 h 405"/>
                  <a:gd name="T10" fmla="*/ 43 w 84"/>
                  <a:gd name="T11" fmla="*/ 405 h 405"/>
                  <a:gd name="T12" fmla="*/ 58 w 84"/>
                  <a:gd name="T13" fmla="*/ 383 h 405"/>
                  <a:gd name="T14" fmla="*/ 84 w 84"/>
                  <a:gd name="T15" fmla="*/ 332 h 405"/>
                  <a:gd name="T16" fmla="*/ 68 w 84"/>
                  <a:gd name="T17" fmla="*/ 127 h 405"/>
                  <a:gd name="T18" fmla="*/ 75 w 84"/>
                  <a:gd name="T19" fmla="*/ 0 h 405"/>
                  <a:gd name="T20" fmla="*/ 42 w 84"/>
                  <a:gd name="T21" fmla="*/ 29 h 4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4"/>
                  <a:gd name="T34" fmla="*/ 0 h 405"/>
                  <a:gd name="T35" fmla="*/ 84 w 84"/>
                  <a:gd name="T36" fmla="*/ 405 h 4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4" h="405">
                    <a:moveTo>
                      <a:pt x="42" y="29"/>
                    </a:moveTo>
                    <a:lnTo>
                      <a:pt x="0" y="51"/>
                    </a:lnTo>
                    <a:lnTo>
                      <a:pt x="26" y="188"/>
                    </a:lnTo>
                    <a:lnTo>
                      <a:pt x="15" y="233"/>
                    </a:lnTo>
                    <a:lnTo>
                      <a:pt x="37" y="357"/>
                    </a:lnTo>
                    <a:lnTo>
                      <a:pt x="43" y="405"/>
                    </a:lnTo>
                    <a:lnTo>
                      <a:pt x="58" y="383"/>
                    </a:lnTo>
                    <a:lnTo>
                      <a:pt x="84" y="332"/>
                    </a:lnTo>
                    <a:lnTo>
                      <a:pt x="68" y="127"/>
                    </a:lnTo>
                    <a:lnTo>
                      <a:pt x="75" y="0"/>
                    </a:lnTo>
                    <a:lnTo>
                      <a:pt x="42" y="29"/>
                    </a:lnTo>
                    <a:close/>
                  </a:path>
                </a:pathLst>
              </a:custGeom>
              <a:solidFill>
                <a:srgbClr val="FF00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50" name="Freeform 152"/>
              <p:cNvSpPr>
                <a:spLocks/>
              </p:cNvSpPr>
              <p:nvPr/>
            </p:nvSpPr>
            <p:spPr bwMode="auto">
              <a:xfrm flipH="1">
                <a:off x="7991" y="4081"/>
                <a:ext cx="54" cy="310"/>
              </a:xfrm>
              <a:custGeom>
                <a:avLst/>
                <a:gdLst>
                  <a:gd name="T0" fmla="*/ 0 w 195"/>
                  <a:gd name="T1" fmla="*/ 1 h 600"/>
                  <a:gd name="T2" fmla="*/ 0 w 195"/>
                  <a:gd name="T3" fmla="*/ 1 h 600"/>
                  <a:gd name="T4" fmla="*/ 0 w 195"/>
                  <a:gd name="T5" fmla="*/ 1 h 600"/>
                  <a:gd name="T6" fmla="*/ 0 w 195"/>
                  <a:gd name="T7" fmla="*/ 1 h 600"/>
                  <a:gd name="T8" fmla="*/ 0 w 195"/>
                  <a:gd name="T9" fmla="*/ 1 h 600"/>
                  <a:gd name="T10" fmla="*/ 0 w 195"/>
                  <a:gd name="T11" fmla="*/ 1 h 600"/>
                  <a:gd name="T12" fmla="*/ 0 w 195"/>
                  <a:gd name="T13" fmla="*/ 1 h 600"/>
                  <a:gd name="T14" fmla="*/ 0 w 195"/>
                  <a:gd name="T15" fmla="*/ 1 h 600"/>
                  <a:gd name="T16" fmla="*/ 0 w 195"/>
                  <a:gd name="T17" fmla="*/ 1 h 600"/>
                  <a:gd name="T18" fmla="*/ 0 w 195"/>
                  <a:gd name="T19" fmla="*/ 1 h 600"/>
                  <a:gd name="T20" fmla="*/ 0 w 195"/>
                  <a:gd name="T21" fmla="*/ 1 h 600"/>
                  <a:gd name="T22" fmla="*/ 0 w 195"/>
                  <a:gd name="T23" fmla="*/ 0 h 600"/>
                  <a:gd name="T24" fmla="*/ 0 w 195"/>
                  <a:gd name="T25" fmla="*/ 1 h 60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95"/>
                  <a:gd name="T40" fmla="*/ 0 h 600"/>
                  <a:gd name="T41" fmla="*/ 195 w 195"/>
                  <a:gd name="T42" fmla="*/ 600 h 60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95" h="600">
                    <a:moveTo>
                      <a:pt x="192" y="21"/>
                    </a:moveTo>
                    <a:lnTo>
                      <a:pt x="189" y="129"/>
                    </a:lnTo>
                    <a:lnTo>
                      <a:pt x="195" y="204"/>
                    </a:lnTo>
                    <a:lnTo>
                      <a:pt x="177" y="321"/>
                    </a:lnTo>
                    <a:lnTo>
                      <a:pt x="168" y="414"/>
                    </a:lnTo>
                    <a:lnTo>
                      <a:pt x="144" y="597"/>
                    </a:lnTo>
                    <a:lnTo>
                      <a:pt x="147" y="594"/>
                    </a:lnTo>
                    <a:lnTo>
                      <a:pt x="102" y="549"/>
                    </a:lnTo>
                    <a:lnTo>
                      <a:pt x="0" y="600"/>
                    </a:lnTo>
                    <a:lnTo>
                      <a:pt x="30" y="312"/>
                    </a:lnTo>
                    <a:lnTo>
                      <a:pt x="57" y="201"/>
                    </a:lnTo>
                    <a:lnTo>
                      <a:pt x="87" y="0"/>
                    </a:lnTo>
                    <a:lnTo>
                      <a:pt x="192" y="21"/>
                    </a:lnTo>
                    <a:close/>
                  </a:path>
                </a:pathLst>
              </a:custGeom>
              <a:solidFill>
                <a:srgbClr val="FF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51" name="Freeform 153"/>
              <p:cNvSpPr>
                <a:spLocks/>
              </p:cNvSpPr>
              <p:nvPr/>
            </p:nvSpPr>
            <p:spPr bwMode="auto">
              <a:xfrm flipH="1">
                <a:off x="8020" y="4068"/>
                <a:ext cx="72" cy="382"/>
              </a:xfrm>
              <a:custGeom>
                <a:avLst/>
                <a:gdLst>
                  <a:gd name="T0" fmla="*/ 0 w 258"/>
                  <a:gd name="T1" fmla="*/ 1 h 741"/>
                  <a:gd name="T2" fmla="*/ 0 w 258"/>
                  <a:gd name="T3" fmla="*/ 1 h 741"/>
                  <a:gd name="T4" fmla="*/ 0 w 258"/>
                  <a:gd name="T5" fmla="*/ 1 h 741"/>
                  <a:gd name="T6" fmla="*/ 0 w 258"/>
                  <a:gd name="T7" fmla="*/ 1 h 741"/>
                  <a:gd name="T8" fmla="*/ 0 w 258"/>
                  <a:gd name="T9" fmla="*/ 1 h 741"/>
                  <a:gd name="T10" fmla="*/ 0 w 258"/>
                  <a:gd name="T11" fmla="*/ 1 h 741"/>
                  <a:gd name="T12" fmla="*/ 0 w 258"/>
                  <a:gd name="T13" fmla="*/ 1 h 741"/>
                  <a:gd name="T14" fmla="*/ 0 w 258"/>
                  <a:gd name="T15" fmla="*/ 1 h 741"/>
                  <a:gd name="T16" fmla="*/ 0 w 258"/>
                  <a:gd name="T17" fmla="*/ 1 h 741"/>
                  <a:gd name="T18" fmla="*/ 0 w 258"/>
                  <a:gd name="T19" fmla="*/ 1 h 741"/>
                  <a:gd name="T20" fmla="*/ 0 w 258"/>
                  <a:gd name="T21" fmla="*/ 1 h 741"/>
                  <a:gd name="T22" fmla="*/ 0 w 258"/>
                  <a:gd name="T23" fmla="*/ 1 h 741"/>
                  <a:gd name="T24" fmla="*/ 0 w 258"/>
                  <a:gd name="T25" fmla="*/ 1 h 741"/>
                  <a:gd name="T26" fmla="*/ 0 w 258"/>
                  <a:gd name="T27" fmla="*/ 1 h 741"/>
                  <a:gd name="T28" fmla="*/ 0 w 258"/>
                  <a:gd name="T29" fmla="*/ 0 h 741"/>
                  <a:gd name="T30" fmla="*/ 0 w 258"/>
                  <a:gd name="T31" fmla="*/ 1 h 74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8"/>
                  <a:gd name="T49" fmla="*/ 0 h 741"/>
                  <a:gd name="T50" fmla="*/ 258 w 258"/>
                  <a:gd name="T51" fmla="*/ 741 h 74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8" h="741">
                    <a:moveTo>
                      <a:pt x="258" y="15"/>
                    </a:moveTo>
                    <a:lnTo>
                      <a:pt x="234" y="102"/>
                    </a:lnTo>
                    <a:lnTo>
                      <a:pt x="225" y="192"/>
                    </a:lnTo>
                    <a:lnTo>
                      <a:pt x="198" y="303"/>
                    </a:lnTo>
                    <a:lnTo>
                      <a:pt x="186" y="417"/>
                    </a:lnTo>
                    <a:lnTo>
                      <a:pt x="159" y="624"/>
                    </a:lnTo>
                    <a:lnTo>
                      <a:pt x="156" y="624"/>
                    </a:lnTo>
                    <a:lnTo>
                      <a:pt x="114" y="633"/>
                    </a:lnTo>
                    <a:lnTo>
                      <a:pt x="69" y="669"/>
                    </a:lnTo>
                    <a:lnTo>
                      <a:pt x="78" y="741"/>
                    </a:lnTo>
                    <a:lnTo>
                      <a:pt x="0" y="618"/>
                    </a:lnTo>
                    <a:lnTo>
                      <a:pt x="3" y="540"/>
                    </a:lnTo>
                    <a:lnTo>
                      <a:pt x="18" y="295"/>
                    </a:lnTo>
                    <a:lnTo>
                      <a:pt x="45" y="184"/>
                    </a:lnTo>
                    <a:lnTo>
                      <a:pt x="171" y="0"/>
                    </a:lnTo>
                    <a:lnTo>
                      <a:pt x="258" y="15"/>
                    </a:lnTo>
                    <a:close/>
                  </a:path>
                </a:pathLst>
              </a:custGeom>
              <a:solidFill>
                <a:srgbClr val="0080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52" name="Freeform 154"/>
              <p:cNvSpPr>
                <a:spLocks/>
              </p:cNvSpPr>
              <p:nvPr/>
            </p:nvSpPr>
            <p:spPr bwMode="auto">
              <a:xfrm>
                <a:off x="8855" y="4059"/>
                <a:ext cx="121" cy="405"/>
              </a:xfrm>
              <a:custGeom>
                <a:avLst/>
                <a:gdLst>
                  <a:gd name="T0" fmla="*/ 1 w 162"/>
                  <a:gd name="T1" fmla="*/ 2 h 540"/>
                  <a:gd name="T2" fmla="*/ 1 w 162"/>
                  <a:gd name="T3" fmla="*/ 2 h 540"/>
                  <a:gd name="T4" fmla="*/ 1 w 162"/>
                  <a:gd name="T5" fmla="*/ 2 h 540"/>
                  <a:gd name="T6" fmla="*/ 1 w 162"/>
                  <a:gd name="T7" fmla="*/ 2 h 540"/>
                  <a:gd name="T8" fmla="*/ 1 w 162"/>
                  <a:gd name="T9" fmla="*/ 3 h 540"/>
                  <a:gd name="T10" fmla="*/ 1 w 162"/>
                  <a:gd name="T11" fmla="*/ 4 h 540"/>
                  <a:gd name="T12" fmla="*/ 1 w 162"/>
                  <a:gd name="T13" fmla="*/ 4 h 540"/>
                  <a:gd name="T14" fmla="*/ 0 w 162"/>
                  <a:gd name="T15" fmla="*/ 3 h 540"/>
                  <a:gd name="T16" fmla="*/ 1 w 162"/>
                  <a:gd name="T17" fmla="*/ 2 h 540"/>
                  <a:gd name="T18" fmla="*/ 1 w 162"/>
                  <a:gd name="T19" fmla="*/ 0 h 540"/>
                  <a:gd name="T20" fmla="*/ 1 w 162"/>
                  <a:gd name="T21" fmla="*/ 2 h 5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62"/>
                  <a:gd name="T34" fmla="*/ 0 h 540"/>
                  <a:gd name="T35" fmla="*/ 162 w 162"/>
                  <a:gd name="T36" fmla="*/ 540 h 54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62" h="540">
                    <a:moveTo>
                      <a:pt x="56" y="39"/>
                    </a:moveTo>
                    <a:lnTo>
                      <a:pt x="162" y="49"/>
                    </a:lnTo>
                    <a:lnTo>
                      <a:pt x="72" y="251"/>
                    </a:lnTo>
                    <a:lnTo>
                      <a:pt x="65" y="334"/>
                    </a:lnTo>
                    <a:lnTo>
                      <a:pt x="41" y="466"/>
                    </a:lnTo>
                    <a:lnTo>
                      <a:pt x="55" y="540"/>
                    </a:lnTo>
                    <a:lnTo>
                      <a:pt x="35" y="511"/>
                    </a:lnTo>
                    <a:lnTo>
                      <a:pt x="0" y="443"/>
                    </a:lnTo>
                    <a:lnTo>
                      <a:pt x="21" y="169"/>
                    </a:lnTo>
                    <a:lnTo>
                      <a:pt x="12" y="0"/>
                    </a:lnTo>
                    <a:lnTo>
                      <a:pt x="56" y="39"/>
                    </a:lnTo>
                    <a:close/>
                  </a:path>
                </a:pathLst>
              </a:custGeom>
              <a:solidFill>
                <a:srgbClr val="FF00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53" name="Freeform 155"/>
              <p:cNvSpPr>
                <a:spLocks/>
              </p:cNvSpPr>
              <p:nvPr/>
            </p:nvSpPr>
            <p:spPr bwMode="auto">
              <a:xfrm>
                <a:off x="8813" y="4081"/>
                <a:ext cx="73" cy="310"/>
              </a:xfrm>
              <a:custGeom>
                <a:avLst/>
                <a:gdLst>
                  <a:gd name="T0" fmla="*/ 2 w 97"/>
                  <a:gd name="T1" fmla="*/ 2 h 413"/>
                  <a:gd name="T2" fmla="*/ 2 w 97"/>
                  <a:gd name="T3" fmla="*/ 2 h 413"/>
                  <a:gd name="T4" fmla="*/ 2 w 97"/>
                  <a:gd name="T5" fmla="*/ 2 h 413"/>
                  <a:gd name="T6" fmla="*/ 2 w 97"/>
                  <a:gd name="T7" fmla="*/ 2 h 413"/>
                  <a:gd name="T8" fmla="*/ 2 w 97"/>
                  <a:gd name="T9" fmla="*/ 3 h 413"/>
                  <a:gd name="T10" fmla="*/ 2 w 97"/>
                  <a:gd name="T11" fmla="*/ 4 h 413"/>
                  <a:gd name="T12" fmla="*/ 2 w 97"/>
                  <a:gd name="T13" fmla="*/ 4 h 413"/>
                  <a:gd name="T14" fmla="*/ 2 w 97"/>
                  <a:gd name="T15" fmla="*/ 4 h 413"/>
                  <a:gd name="T16" fmla="*/ 0 w 97"/>
                  <a:gd name="T17" fmla="*/ 4 h 413"/>
                  <a:gd name="T18" fmla="*/ 2 w 97"/>
                  <a:gd name="T19" fmla="*/ 2 h 413"/>
                  <a:gd name="T20" fmla="*/ 2 w 97"/>
                  <a:gd name="T21" fmla="*/ 2 h 413"/>
                  <a:gd name="T22" fmla="*/ 2 w 97"/>
                  <a:gd name="T23" fmla="*/ 0 h 413"/>
                  <a:gd name="T24" fmla="*/ 2 w 97"/>
                  <a:gd name="T25" fmla="*/ 2 h 41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7"/>
                  <a:gd name="T40" fmla="*/ 0 h 413"/>
                  <a:gd name="T41" fmla="*/ 97 w 97"/>
                  <a:gd name="T42" fmla="*/ 413 h 41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7" h="413">
                    <a:moveTo>
                      <a:pt x="71" y="14"/>
                    </a:moveTo>
                    <a:lnTo>
                      <a:pt x="70" y="89"/>
                    </a:lnTo>
                    <a:lnTo>
                      <a:pt x="97" y="94"/>
                    </a:lnTo>
                    <a:lnTo>
                      <a:pt x="65" y="221"/>
                    </a:lnTo>
                    <a:lnTo>
                      <a:pt x="62" y="285"/>
                    </a:lnTo>
                    <a:lnTo>
                      <a:pt x="53" y="411"/>
                    </a:lnTo>
                    <a:lnTo>
                      <a:pt x="54" y="409"/>
                    </a:lnTo>
                    <a:lnTo>
                      <a:pt x="38" y="378"/>
                    </a:lnTo>
                    <a:lnTo>
                      <a:pt x="0" y="413"/>
                    </a:lnTo>
                    <a:lnTo>
                      <a:pt x="11" y="215"/>
                    </a:lnTo>
                    <a:lnTo>
                      <a:pt x="21" y="138"/>
                    </a:lnTo>
                    <a:lnTo>
                      <a:pt x="32" y="0"/>
                    </a:lnTo>
                    <a:lnTo>
                      <a:pt x="71" y="14"/>
                    </a:lnTo>
                    <a:close/>
                  </a:path>
                </a:pathLst>
              </a:custGeom>
              <a:solidFill>
                <a:srgbClr val="FF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54" name="Freeform 156"/>
              <p:cNvSpPr>
                <a:spLocks/>
              </p:cNvSpPr>
              <p:nvPr/>
            </p:nvSpPr>
            <p:spPr bwMode="auto">
              <a:xfrm>
                <a:off x="8767" y="4068"/>
                <a:ext cx="72" cy="382"/>
              </a:xfrm>
              <a:custGeom>
                <a:avLst/>
                <a:gdLst>
                  <a:gd name="T0" fmla="*/ 0 w 258"/>
                  <a:gd name="T1" fmla="*/ 1 h 741"/>
                  <a:gd name="T2" fmla="*/ 0 w 258"/>
                  <a:gd name="T3" fmla="*/ 1 h 741"/>
                  <a:gd name="T4" fmla="*/ 0 w 258"/>
                  <a:gd name="T5" fmla="*/ 1 h 741"/>
                  <a:gd name="T6" fmla="*/ 0 w 258"/>
                  <a:gd name="T7" fmla="*/ 1 h 741"/>
                  <a:gd name="T8" fmla="*/ 0 w 258"/>
                  <a:gd name="T9" fmla="*/ 1 h 741"/>
                  <a:gd name="T10" fmla="*/ 0 w 258"/>
                  <a:gd name="T11" fmla="*/ 1 h 741"/>
                  <a:gd name="T12" fmla="*/ 0 w 258"/>
                  <a:gd name="T13" fmla="*/ 1 h 741"/>
                  <a:gd name="T14" fmla="*/ 0 w 258"/>
                  <a:gd name="T15" fmla="*/ 1 h 741"/>
                  <a:gd name="T16" fmla="*/ 0 w 258"/>
                  <a:gd name="T17" fmla="*/ 1 h 741"/>
                  <a:gd name="T18" fmla="*/ 0 w 258"/>
                  <a:gd name="T19" fmla="*/ 1 h 741"/>
                  <a:gd name="T20" fmla="*/ 0 w 258"/>
                  <a:gd name="T21" fmla="*/ 1 h 741"/>
                  <a:gd name="T22" fmla="*/ 0 w 258"/>
                  <a:gd name="T23" fmla="*/ 1 h 741"/>
                  <a:gd name="T24" fmla="*/ 0 w 258"/>
                  <a:gd name="T25" fmla="*/ 1 h 741"/>
                  <a:gd name="T26" fmla="*/ 0 w 258"/>
                  <a:gd name="T27" fmla="*/ 1 h 741"/>
                  <a:gd name="T28" fmla="*/ 0 w 258"/>
                  <a:gd name="T29" fmla="*/ 0 h 741"/>
                  <a:gd name="T30" fmla="*/ 0 w 258"/>
                  <a:gd name="T31" fmla="*/ 1 h 74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8"/>
                  <a:gd name="T49" fmla="*/ 0 h 741"/>
                  <a:gd name="T50" fmla="*/ 258 w 258"/>
                  <a:gd name="T51" fmla="*/ 741 h 74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8" h="741">
                    <a:moveTo>
                      <a:pt x="258" y="15"/>
                    </a:moveTo>
                    <a:lnTo>
                      <a:pt x="234" y="102"/>
                    </a:lnTo>
                    <a:lnTo>
                      <a:pt x="225" y="192"/>
                    </a:lnTo>
                    <a:lnTo>
                      <a:pt x="198" y="303"/>
                    </a:lnTo>
                    <a:lnTo>
                      <a:pt x="186" y="417"/>
                    </a:lnTo>
                    <a:lnTo>
                      <a:pt x="159" y="624"/>
                    </a:lnTo>
                    <a:lnTo>
                      <a:pt x="156" y="624"/>
                    </a:lnTo>
                    <a:lnTo>
                      <a:pt x="114" y="633"/>
                    </a:lnTo>
                    <a:lnTo>
                      <a:pt x="69" y="669"/>
                    </a:lnTo>
                    <a:lnTo>
                      <a:pt x="78" y="741"/>
                    </a:lnTo>
                    <a:lnTo>
                      <a:pt x="0" y="618"/>
                    </a:lnTo>
                    <a:lnTo>
                      <a:pt x="3" y="540"/>
                    </a:lnTo>
                    <a:lnTo>
                      <a:pt x="18" y="295"/>
                    </a:lnTo>
                    <a:lnTo>
                      <a:pt x="45" y="184"/>
                    </a:lnTo>
                    <a:lnTo>
                      <a:pt x="171" y="0"/>
                    </a:lnTo>
                    <a:lnTo>
                      <a:pt x="258" y="15"/>
                    </a:lnTo>
                    <a:close/>
                  </a:path>
                </a:pathLst>
              </a:custGeom>
              <a:solidFill>
                <a:srgbClr val="0080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BO"/>
              </a:p>
            </p:txBody>
          </p:sp>
          <p:grpSp>
            <p:nvGrpSpPr>
              <p:cNvPr id="55" name="Group 157"/>
              <p:cNvGrpSpPr>
                <a:grpSpLocks/>
              </p:cNvGrpSpPr>
              <p:nvPr/>
            </p:nvGrpSpPr>
            <p:grpSpPr bwMode="auto">
              <a:xfrm>
                <a:off x="7647" y="1617"/>
                <a:ext cx="2884" cy="2574"/>
                <a:chOff x="7101" y="724"/>
                <a:chExt cx="3842" cy="3430"/>
              </a:xfrm>
            </p:grpSpPr>
            <p:grpSp>
              <p:nvGrpSpPr>
                <p:cNvPr id="114" name="Group 158"/>
                <p:cNvGrpSpPr>
                  <a:grpSpLocks/>
                </p:cNvGrpSpPr>
                <p:nvPr/>
              </p:nvGrpSpPr>
              <p:grpSpPr bwMode="auto">
                <a:xfrm>
                  <a:off x="9284" y="3193"/>
                  <a:ext cx="1037" cy="600"/>
                  <a:chOff x="7451" y="3008"/>
                  <a:chExt cx="1037" cy="600"/>
                </a:xfrm>
              </p:grpSpPr>
              <p:sp>
                <p:nvSpPr>
                  <p:cNvPr id="153" name="Freeform 159"/>
                  <p:cNvSpPr>
                    <a:spLocks/>
                  </p:cNvSpPr>
                  <p:nvPr/>
                </p:nvSpPr>
                <p:spPr bwMode="auto">
                  <a:xfrm>
                    <a:off x="7455" y="3008"/>
                    <a:ext cx="1033" cy="579"/>
                  </a:xfrm>
                  <a:custGeom>
                    <a:avLst/>
                    <a:gdLst>
                      <a:gd name="T0" fmla="*/ 0 w 1033"/>
                      <a:gd name="T1" fmla="*/ 232 h 579"/>
                      <a:gd name="T2" fmla="*/ 38 w 1033"/>
                      <a:gd name="T3" fmla="*/ 180 h 579"/>
                      <a:gd name="T4" fmla="*/ 98 w 1033"/>
                      <a:gd name="T5" fmla="*/ 120 h 579"/>
                      <a:gd name="T6" fmla="*/ 128 w 1033"/>
                      <a:gd name="T7" fmla="*/ 90 h 579"/>
                      <a:gd name="T8" fmla="*/ 143 w 1033"/>
                      <a:gd name="T9" fmla="*/ 67 h 579"/>
                      <a:gd name="T10" fmla="*/ 240 w 1033"/>
                      <a:gd name="T11" fmla="*/ 37 h 579"/>
                      <a:gd name="T12" fmla="*/ 405 w 1033"/>
                      <a:gd name="T13" fmla="*/ 0 h 579"/>
                      <a:gd name="T14" fmla="*/ 623 w 1033"/>
                      <a:gd name="T15" fmla="*/ 75 h 579"/>
                      <a:gd name="T16" fmla="*/ 705 w 1033"/>
                      <a:gd name="T17" fmla="*/ 150 h 579"/>
                      <a:gd name="T18" fmla="*/ 728 w 1033"/>
                      <a:gd name="T19" fmla="*/ 202 h 579"/>
                      <a:gd name="T20" fmla="*/ 900 w 1033"/>
                      <a:gd name="T21" fmla="*/ 262 h 579"/>
                      <a:gd name="T22" fmla="*/ 953 w 1033"/>
                      <a:gd name="T23" fmla="*/ 315 h 579"/>
                      <a:gd name="T24" fmla="*/ 975 w 1033"/>
                      <a:gd name="T25" fmla="*/ 367 h 579"/>
                      <a:gd name="T26" fmla="*/ 1013 w 1033"/>
                      <a:gd name="T27" fmla="*/ 525 h 579"/>
                      <a:gd name="T28" fmla="*/ 998 w 1033"/>
                      <a:gd name="T29" fmla="*/ 562 h 579"/>
                      <a:gd name="T30" fmla="*/ 840 w 1033"/>
                      <a:gd name="T31" fmla="*/ 427 h 579"/>
                      <a:gd name="T32" fmla="*/ 698 w 1033"/>
                      <a:gd name="T33" fmla="*/ 352 h 579"/>
                      <a:gd name="T34" fmla="*/ 570 w 1033"/>
                      <a:gd name="T35" fmla="*/ 330 h 579"/>
                      <a:gd name="T36" fmla="*/ 315 w 1033"/>
                      <a:gd name="T37" fmla="*/ 292 h 579"/>
                      <a:gd name="T38" fmla="*/ 263 w 1033"/>
                      <a:gd name="T39" fmla="*/ 255 h 579"/>
                      <a:gd name="T40" fmla="*/ 203 w 1033"/>
                      <a:gd name="T41" fmla="*/ 247 h 579"/>
                      <a:gd name="T42" fmla="*/ 0 w 1033"/>
                      <a:gd name="T43" fmla="*/ 232 h 579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033"/>
                      <a:gd name="T67" fmla="*/ 0 h 579"/>
                      <a:gd name="T68" fmla="*/ 1033 w 1033"/>
                      <a:gd name="T69" fmla="*/ 579 h 579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033" h="579">
                        <a:moveTo>
                          <a:pt x="0" y="232"/>
                        </a:moveTo>
                        <a:cubicBezTo>
                          <a:pt x="12" y="199"/>
                          <a:pt x="2" y="191"/>
                          <a:pt x="38" y="180"/>
                        </a:cubicBezTo>
                        <a:cubicBezTo>
                          <a:pt x="55" y="154"/>
                          <a:pt x="72" y="137"/>
                          <a:pt x="98" y="120"/>
                        </a:cubicBezTo>
                        <a:cubicBezTo>
                          <a:pt x="113" y="70"/>
                          <a:pt x="91" y="119"/>
                          <a:pt x="128" y="90"/>
                        </a:cubicBezTo>
                        <a:cubicBezTo>
                          <a:pt x="135" y="84"/>
                          <a:pt x="135" y="72"/>
                          <a:pt x="143" y="67"/>
                        </a:cubicBezTo>
                        <a:cubicBezTo>
                          <a:pt x="176" y="45"/>
                          <a:pt x="203" y="44"/>
                          <a:pt x="240" y="37"/>
                        </a:cubicBezTo>
                        <a:cubicBezTo>
                          <a:pt x="300" y="15"/>
                          <a:pt x="341" y="7"/>
                          <a:pt x="405" y="0"/>
                        </a:cubicBezTo>
                        <a:cubicBezTo>
                          <a:pt x="429" y="7"/>
                          <a:pt x="580" y="36"/>
                          <a:pt x="623" y="75"/>
                        </a:cubicBezTo>
                        <a:cubicBezTo>
                          <a:pt x="718" y="161"/>
                          <a:pt x="651" y="113"/>
                          <a:pt x="705" y="150"/>
                        </a:cubicBezTo>
                        <a:cubicBezTo>
                          <a:pt x="713" y="167"/>
                          <a:pt x="717" y="187"/>
                          <a:pt x="728" y="202"/>
                        </a:cubicBezTo>
                        <a:cubicBezTo>
                          <a:pt x="758" y="245"/>
                          <a:pt x="852" y="255"/>
                          <a:pt x="900" y="262"/>
                        </a:cubicBezTo>
                        <a:cubicBezTo>
                          <a:pt x="934" y="274"/>
                          <a:pt x="926" y="288"/>
                          <a:pt x="953" y="315"/>
                        </a:cubicBezTo>
                        <a:cubicBezTo>
                          <a:pt x="971" y="394"/>
                          <a:pt x="946" y="302"/>
                          <a:pt x="975" y="367"/>
                        </a:cubicBezTo>
                        <a:cubicBezTo>
                          <a:pt x="996" y="414"/>
                          <a:pt x="1003" y="476"/>
                          <a:pt x="1013" y="525"/>
                        </a:cubicBezTo>
                        <a:cubicBezTo>
                          <a:pt x="1024" y="579"/>
                          <a:pt x="1033" y="575"/>
                          <a:pt x="998" y="562"/>
                        </a:cubicBezTo>
                        <a:cubicBezTo>
                          <a:pt x="946" y="484"/>
                          <a:pt x="934" y="452"/>
                          <a:pt x="840" y="427"/>
                        </a:cubicBezTo>
                        <a:cubicBezTo>
                          <a:pt x="817" y="356"/>
                          <a:pt x="766" y="359"/>
                          <a:pt x="698" y="352"/>
                        </a:cubicBezTo>
                        <a:cubicBezTo>
                          <a:pt x="649" y="337"/>
                          <a:pt x="630" y="335"/>
                          <a:pt x="570" y="330"/>
                        </a:cubicBezTo>
                        <a:cubicBezTo>
                          <a:pt x="509" y="236"/>
                          <a:pt x="585" y="340"/>
                          <a:pt x="315" y="292"/>
                        </a:cubicBezTo>
                        <a:cubicBezTo>
                          <a:pt x="294" y="288"/>
                          <a:pt x="280" y="267"/>
                          <a:pt x="263" y="255"/>
                        </a:cubicBezTo>
                        <a:cubicBezTo>
                          <a:pt x="247" y="243"/>
                          <a:pt x="223" y="249"/>
                          <a:pt x="203" y="247"/>
                        </a:cubicBezTo>
                        <a:cubicBezTo>
                          <a:pt x="135" y="241"/>
                          <a:pt x="68" y="237"/>
                          <a:pt x="0" y="232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54" name="Freeform 160"/>
                  <p:cNvSpPr>
                    <a:spLocks/>
                  </p:cNvSpPr>
                  <p:nvPr/>
                </p:nvSpPr>
                <p:spPr bwMode="auto">
                  <a:xfrm>
                    <a:off x="7451" y="3195"/>
                    <a:ext cx="1029" cy="413"/>
                  </a:xfrm>
                  <a:custGeom>
                    <a:avLst/>
                    <a:gdLst>
                      <a:gd name="T0" fmla="*/ 19 w 1029"/>
                      <a:gd name="T1" fmla="*/ 38 h 413"/>
                      <a:gd name="T2" fmla="*/ 124 w 1029"/>
                      <a:gd name="T3" fmla="*/ 0 h 413"/>
                      <a:gd name="T4" fmla="*/ 484 w 1029"/>
                      <a:gd name="T5" fmla="*/ 23 h 413"/>
                      <a:gd name="T6" fmla="*/ 574 w 1029"/>
                      <a:gd name="T7" fmla="*/ 60 h 413"/>
                      <a:gd name="T8" fmla="*/ 574 w 1029"/>
                      <a:gd name="T9" fmla="*/ 60 h 413"/>
                      <a:gd name="T10" fmla="*/ 709 w 1029"/>
                      <a:gd name="T11" fmla="*/ 105 h 413"/>
                      <a:gd name="T12" fmla="*/ 912 w 1029"/>
                      <a:gd name="T13" fmla="*/ 165 h 413"/>
                      <a:gd name="T14" fmla="*/ 1009 w 1029"/>
                      <a:gd name="T15" fmla="*/ 345 h 413"/>
                      <a:gd name="T16" fmla="*/ 1017 w 1029"/>
                      <a:gd name="T17" fmla="*/ 413 h 413"/>
                      <a:gd name="T18" fmla="*/ 972 w 1029"/>
                      <a:gd name="T19" fmla="*/ 398 h 413"/>
                      <a:gd name="T20" fmla="*/ 949 w 1029"/>
                      <a:gd name="T21" fmla="*/ 383 h 413"/>
                      <a:gd name="T22" fmla="*/ 679 w 1029"/>
                      <a:gd name="T23" fmla="*/ 330 h 413"/>
                      <a:gd name="T24" fmla="*/ 522 w 1029"/>
                      <a:gd name="T25" fmla="*/ 315 h 413"/>
                      <a:gd name="T26" fmla="*/ 432 w 1029"/>
                      <a:gd name="T27" fmla="*/ 293 h 413"/>
                      <a:gd name="T28" fmla="*/ 379 w 1029"/>
                      <a:gd name="T29" fmla="*/ 240 h 413"/>
                      <a:gd name="T30" fmla="*/ 222 w 1029"/>
                      <a:gd name="T31" fmla="*/ 180 h 413"/>
                      <a:gd name="T32" fmla="*/ 72 w 1029"/>
                      <a:gd name="T33" fmla="*/ 135 h 413"/>
                      <a:gd name="T34" fmla="*/ 19 w 1029"/>
                      <a:gd name="T35" fmla="*/ 38 h 413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29"/>
                      <a:gd name="T55" fmla="*/ 0 h 413"/>
                      <a:gd name="T56" fmla="*/ 1029 w 1029"/>
                      <a:gd name="T57" fmla="*/ 413 h 413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29" h="413">
                        <a:moveTo>
                          <a:pt x="19" y="38"/>
                        </a:moveTo>
                        <a:cubicBezTo>
                          <a:pt x="56" y="28"/>
                          <a:pt x="86" y="10"/>
                          <a:pt x="124" y="0"/>
                        </a:cubicBezTo>
                        <a:cubicBezTo>
                          <a:pt x="268" y="5"/>
                          <a:pt x="351" y="14"/>
                          <a:pt x="484" y="23"/>
                        </a:cubicBezTo>
                        <a:lnTo>
                          <a:pt x="574" y="60"/>
                        </a:lnTo>
                        <a:cubicBezTo>
                          <a:pt x="574" y="60"/>
                          <a:pt x="574" y="60"/>
                          <a:pt x="574" y="60"/>
                        </a:cubicBezTo>
                        <a:cubicBezTo>
                          <a:pt x="626" y="69"/>
                          <a:pt x="661" y="90"/>
                          <a:pt x="709" y="105"/>
                        </a:cubicBezTo>
                        <a:cubicBezTo>
                          <a:pt x="745" y="161"/>
                          <a:pt x="851" y="158"/>
                          <a:pt x="912" y="165"/>
                        </a:cubicBezTo>
                        <a:cubicBezTo>
                          <a:pt x="946" y="218"/>
                          <a:pt x="958" y="310"/>
                          <a:pt x="1009" y="345"/>
                        </a:cubicBezTo>
                        <a:cubicBezTo>
                          <a:pt x="1027" y="398"/>
                          <a:pt x="1029" y="375"/>
                          <a:pt x="1017" y="413"/>
                        </a:cubicBezTo>
                        <a:cubicBezTo>
                          <a:pt x="1002" y="408"/>
                          <a:pt x="985" y="407"/>
                          <a:pt x="972" y="398"/>
                        </a:cubicBezTo>
                        <a:cubicBezTo>
                          <a:pt x="964" y="393"/>
                          <a:pt x="957" y="387"/>
                          <a:pt x="949" y="383"/>
                        </a:cubicBezTo>
                        <a:cubicBezTo>
                          <a:pt x="872" y="349"/>
                          <a:pt x="760" y="337"/>
                          <a:pt x="679" y="330"/>
                        </a:cubicBezTo>
                        <a:cubicBezTo>
                          <a:pt x="598" y="311"/>
                          <a:pt x="697" y="333"/>
                          <a:pt x="522" y="315"/>
                        </a:cubicBezTo>
                        <a:cubicBezTo>
                          <a:pt x="493" y="312"/>
                          <a:pt x="461" y="297"/>
                          <a:pt x="432" y="293"/>
                        </a:cubicBezTo>
                        <a:cubicBezTo>
                          <a:pt x="397" y="241"/>
                          <a:pt x="419" y="254"/>
                          <a:pt x="379" y="240"/>
                        </a:cubicBezTo>
                        <a:cubicBezTo>
                          <a:pt x="322" y="162"/>
                          <a:pt x="383" y="190"/>
                          <a:pt x="222" y="180"/>
                        </a:cubicBezTo>
                        <a:cubicBezTo>
                          <a:pt x="171" y="164"/>
                          <a:pt x="122" y="154"/>
                          <a:pt x="72" y="135"/>
                        </a:cubicBezTo>
                        <a:cubicBezTo>
                          <a:pt x="50" y="103"/>
                          <a:pt x="0" y="78"/>
                          <a:pt x="19" y="38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55" name="Freeform 161"/>
                  <p:cNvSpPr>
                    <a:spLocks/>
                  </p:cNvSpPr>
                  <p:nvPr/>
                </p:nvSpPr>
                <p:spPr bwMode="auto">
                  <a:xfrm>
                    <a:off x="7470" y="3087"/>
                    <a:ext cx="923" cy="423"/>
                  </a:xfrm>
                  <a:custGeom>
                    <a:avLst/>
                    <a:gdLst>
                      <a:gd name="T0" fmla="*/ 0 w 923"/>
                      <a:gd name="T1" fmla="*/ 153 h 423"/>
                      <a:gd name="T2" fmla="*/ 68 w 923"/>
                      <a:gd name="T3" fmla="*/ 131 h 423"/>
                      <a:gd name="T4" fmla="*/ 113 w 923"/>
                      <a:gd name="T5" fmla="*/ 108 h 423"/>
                      <a:gd name="T6" fmla="*/ 120 w 923"/>
                      <a:gd name="T7" fmla="*/ 86 h 423"/>
                      <a:gd name="T8" fmla="*/ 180 w 923"/>
                      <a:gd name="T9" fmla="*/ 18 h 423"/>
                      <a:gd name="T10" fmla="*/ 120 w 923"/>
                      <a:gd name="T11" fmla="*/ 108 h 423"/>
                      <a:gd name="T12" fmla="*/ 210 w 923"/>
                      <a:gd name="T13" fmla="*/ 206 h 423"/>
                      <a:gd name="T14" fmla="*/ 233 w 923"/>
                      <a:gd name="T15" fmla="*/ 228 h 423"/>
                      <a:gd name="T16" fmla="*/ 210 w 923"/>
                      <a:gd name="T17" fmla="*/ 221 h 423"/>
                      <a:gd name="T18" fmla="*/ 203 w 923"/>
                      <a:gd name="T19" fmla="*/ 168 h 423"/>
                      <a:gd name="T20" fmla="*/ 188 w 923"/>
                      <a:gd name="T21" fmla="*/ 146 h 423"/>
                      <a:gd name="T22" fmla="*/ 293 w 923"/>
                      <a:gd name="T23" fmla="*/ 116 h 423"/>
                      <a:gd name="T24" fmla="*/ 323 w 923"/>
                      <a:gd name="T25" fmla="*/ 93 h 423"/>
                      <a:gd name="T26" fmla="*/ 338 w 923"/>
                      <a:gd name="T27" fmla="*/ 63 h 423"/>
                      <a:gd name="T28" fmla="*/ 345 w 923"/>
                      <a:gd name="T29" fmla="*/ 41 h 423"/>
                      <a:gd name="T30" fmla="*/ 323 w 923"/>
                      <a:gd name="T31" fmla="*/ 116 h 423"/>
                      <a:gd name="T32" fmla="*/ 345 w 923"/>
                      <a:gd name="T33" fmla="*/ 131 h 423"/>
                      <a:gd name="T34" fmla="*/ 375 w 923"/>
                      <a:gd name="T35" fmla="*/ 138 h 423"/>
                      <a:gd name="T36" fmla="*/ 383 w 923"/>
                      <a:gd name="T37" fmla="*/ 191 h 423"/>
                      <a:gd name="T38" fmla="*/ 413 w 923"/>
                      <a:gd name="T39" fmla="*/ 243 h 423"/>
                      <a:gd name="T40" fmla="*/ 428 w 923"/>
                      <a:gd name="T41" fmla="*/ 311 h 423"/>
                      <a:gd name="T42" fmla="*/ 443 w 923"/>
                      <a:gd name="T43" fmla="*/ 341 h 423"/>
                      <a:gd name="T44" fmla="*/ 428 w 923"/>
                      <a:gd name="T45" fmla="*/ 296 h 423"/>
                      <a:gd name="T46" fmla="*/ 420 w 923"/>
                      <a:gd name="T47" fmla="*/ 273 h 423"/>
                      <a:gd name="T48" fmla="*/ 390 w 923"/>
                      <a:gd name="T49" fmla="*/ 176 h 423"/>
                      <a:gd name="T50" fmla="*/ 525 w 923"/>
                      <a:gd name="T51" fmla="*/ 131 h 423"/>
                      <a:gd name="T52" fmla="*/ 548 w 923"/>
                      <a:gd name="T53" fmla="*/ 56 h 423"/>
                      <a:gd name="T54" fmla="*/ 525 w 923"/>
                      <a:gd name="T55" fmla="*/ 146 h 423"/>
                      <a:gd name="T56" fmla="*/ 578 w 923"/>
                      <a:gd name="T57" fmla="*/ 281 h 423"/>
                      <a:gd name="T58" fmla="*/ 585 w 923"/>
                      <a:gd name="T59" fmla="*/ 303 h 423"/>
                      <a:gd name="T60" fmla="*/ 570 w 923"/>
                      <a:gd name="T61" fmla="*/ 281 h 423"/>
                      <a:gd name="T62" fmla="*/ 578 w 923"/>
                      <a:gd name="T63" fmla="*/ 191 h 423"/>
                      <a:gd name="T64" fmla="*/ 660 w 923"/>
                      <a:gd name="T65" fmla="*/ 236 h 423"/>
                      <a:gd name="T66" fmla="*/ 683 w 923"/>
                      <a:gd name="T67" fmla="*/ 213 h 423"/>
                      <a:gd name="T68" fmla="*/ 720 w 923"/>
                      <a:gd name="T69" fmla="*/ 303 h 423"/>
                      <a:gd name="T70" fmla="*/ 728 w 923"/>
                      <a:gd name="T71" fmla="*/ 326 h 423"/>
                      <a:gd name="T72" fmla="*/ 735 w 923"/>
                      <a:gd name="T73" fmla="*/ 281 h 423"/>
                      <a:gd name="T74" fmla="*/ 855 w 923"/>
                      <a:gd name="T75" fmla="*/ 311 h 423"/>
                      <a:gd name="T76" fmla="*/ 878 w 923"/>
                      <a:gd name="T77" fmla="*/ 303 h 423"/>
                      <a:gd name="T78" fmla="*/ 885 w 923"/>
                      <a:gd name="T79" fmla="*/ 341 h 423"/>
                      <a:gd name="T80" fmla="*/ 923 w 923"/>
                      <a:gd name="T81" fmla="*/ 423 h 423"/>
                      <a:gd name="T82" fmla="*/ 891 w 923"/>
                      <a:gd name="T83" fmla="*/ 337 h 423"/>
                      <a:gd name="T84" fmla="*/ 915 w 923"/>
                      <a:gd name="T85" fmla="*/ 423 h 423"/>
                      <a:gd name="T86" fmla="*/ 891 w 923"/>
                      <a:gd name="T87" fmla="*/ 337 h 423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923"/>
                      <a:gd name="T133" fmla="*/ 0 h 423"/>
                      <a:gd name="T134" fmla="*/ 923 w 923"/>
                      <a:gd name="T135" fmla="*/ 423 h 423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923" h="423">
                        <a:moveTo>
                          <a:pt x="0" y="153"/>
                        </a:moveTo>
                        <a:cubicBezTo>
                          <a:pt x="23" y="146"/>
                          <a:pt x="45" y="138"/>
                          <a:pt x="68" y="131"/>
                        </a:cubicBezTo>
                        <a:cubicBezTo>
                          <a:pt x="82" y="122"/>
                          <a:pt x="101" y="120"/>
                          <a:pt x="113" y="108"/>
                        </a:cubicBezTo>
                        <a:cubicBezTo>
                          <a:pt x="118" y="103"/>
                          <a:pt x="116" y="92"/>
                          <a:pt x="120" y="86"/>
                        </a:cubicBezTo>
                        <a:cubicBezTo>
                          <a:pt x="135" y="63"/>
                          <a:pt x="161" y="38"/>
                          <a:pt x="180" y="18"/>
                        </a:cubicBezTo>
                        <a:cubicBezTo>
                          <a:pt x="168" y="56"/>
                          <a:pt x="142" y="76"/>
                          <a:pt x="120" y="108"/>
                        </a:cubicBezTo>
                        <a:cubicBezTo>
                          <a:pt x="170" y="125"/>
                          <a:pt x="175" y="172"/>
                          <a:pt x="210" y="206"/>
                        </a:cubicBezTo>
                        <a:cubicBezTo>
                          <a:pt x="218" y="213"/>
                          <a:pt x="233" y="217"/>
                          <a:pt x="233" y="228"/>
                        </a:cubicBezTo>
                        <a:cubicBezTo>
                          <a:pt x="233" y="236"/>
                          <a:pt x="218" y="223"/>
                          <a:pt x="210" y="221"/>
                        </a:cubicBezTo>
                        <a:cubicBezTo>
                          <a:pt x="208" y="203"/>
                          <a:pt x="208" y="185"/>
                          <a:pt x="203" y="168"/>
                        </a:cubicBezTo>
                        <a:cubicBezTo>
                          <a:pt x="201" y="159"/>
                          <a:pt x="186" y="155"/>
                          <a:pt x="188" y="146"/>
                        </a:cubicBezTo>
                        <a:cubicBezTo>
                          <a:pt x="191" y="128"/>
                          <a:pt x="271" y="121"/>
                          <a:pt x="293" y="116"/>
                        </a:cubicBezTo>
                        <a:cubicBezTo>
                          <a:pt x="303" y="108"/>
                          <a:pt x="315" y="103"/>
                          <a:pt x="323" y="93"/>
                        </a:cubicBezTo>
                        <a:cubicBezTo>
                          <a:pt x="330" y="84"/>
                          <a:pt x="332" y="73"/>
                          <a:pt x="338" y="63"/>
                        </a:cubicBezTo>
                        <a:cubicBezTo>
                          <a:pt x="365" y="18"/>
                          <a:pt x="386" y="0"/>
                          <a:pt x="345" y="41"/>
                        </a:cubicBezTo>
                        <a:cubicBezTo>
                          <a:pt x="327" y="96"/>
                          <a:pt x="334" y="71"/>
                          <a:pt x="323" y="116"/>
                        </a:cubicBezTo>
                        <a:cubicBezTo>
                          <a:pt x="330" y="121"/>
                          <a:pt x="337" y="128"/>
                          <a:pt x="345" y="131"/>
                        </a:cubicBezTo>
                        <a:cubicBezTo>
                          <a:pt x="354" y="135"/>
                          <a:pt x="370" y="129"/>
                          <a:pt x="375" y="138"/>
                        </a:cubicBezTo>
                        <a:cubicBezTo>
                          <a:pt x="385" y="153"/>
                          <a:pt x="379" y="173"/>
                          <a:pt x="383" y="191"/>
                        </a:cubicBezTo>
                        <a:cubicBezTo>
                          <a:pt x="388" y="218"/>
                          <a:pt x="394" y="219"/>
                          <a:pt x="413" y="243"/>
                        </a:cubicBezTo>
                        <a:cubicBezTo>
                          <a:pt x="418" y="274"/>
                          <a:pt x="417" y="285"/>
                          <a:pt x="428" y="311"/>
                        </a:cubicBezTo>
                        <a:cubicBezTo>
                          <a:pt x="432" y="321"/>
                          <a:pt x="443" y="352"/>
                          <a:pt x="443" y="341"/>
                        </a:cubicBezTo>
                        <a:cubicBezTo>
                          <a:pt x="443" y="325"/>
                          <a:pt x="433" y="311"/>
                          <a:pt x="428" y="296"/>
                        </a:cubicBezTo>
                        <a:cubicBezTo>
                          <a:pt x="425" y="288"/>
                          <a:pt x="420" y="273"/>
                          <a:pt x="420" y="273"/>
                        </a:cubicBezTo>
                        <a:cubicBezTo>
                          <a:pt x="414" y="229"/>
                          <a:pt x="413" y="210"/>
                          <a:pt x="390" y="176"/>
                        </a:cubicBezTo>
                        <a:cubicBezTo>
                          <a:pt x="412" y="73"/>
                          <a:pt x="369" y="216"/>
                          <a:pt x="525" y="131"/>
                        </a:cubicBezTo>
                        <a:cubicBezTo>
                          <a:pt x="548" y="118"/>
                          <a:pt x="540" y="81"/>
                          <a:pt x="548" y="56"/>
                        </a:cubicBezTo>
                        <a:cubicBezTo>
                          <a:pt x="559" y="91"/>
                          <a:pt x="544" y="116"/>
                          <a:pt x="525" y="146"/>
                        </a:cubicBezTo>
                        <a:cubicBezTo>
                          <a:pt x="558" y="195"/>
                          <a:pt x="564" y="224"/>
                          <a:pt x="578" y="281"/>
                        </a:cubicBezTo>
                        <a:cubicBezTo>
                          <a:pt x="580" y="288"/>
                          <a:pt x="593" y="303"/>
                          <a:pt x="585" y="303"/>
                        </a:cubicBezTo>
                        <a:cubicBezTo>
                          <a:pt x="576" y="303"/>
                          <a:pt x="575" y="288"/>
                          <a:pt x="570" y="281"/>
                        </a:cubicBezTo>
                        <a:cubicBezTo>
                          <a:pt x="573" y="251"/>
                          <a:pt x="562" y="216"/>
                          <a:pt x="578" y="191"/>
                        </a:cubicBezTo>
                        <a:cubicBezTo>
                          <a:pt x="597" y="162"/>
                          <a:pt x="649" y="229"/>
                          <a:pt x="660" y="236"/>
                        </a:cubicBezTo>
                        <a:cubicBezTo>
                          <a:pt x="666" y="227"/>
                          <a:pt x="723" y="154"/>
                          <a:pt x="683" y="213"/>
                        </a:cubicBezTo>
                        <a:cubicBezTo>
                          <a:pt x="693" y="245"/>
                          <a:pt x="709" y="270"/>
                          <a:pt x="720" y="303"/>
                        </a:cubicBezTo>
                        <a:cubicBezTo>
                          <a:pt x="723" y="311"/>
                          <a:pt x="728" y="326"/>
                          <a:pt x="728" y="326"/>
                        </a:cubicBezTo>
                        <a:cubicBezTo>
                          <a:pt x="730" y="311"/>
                          <a:pt x="721" y="286"/>
                          <a:pt x="735" y="281"/>
                        </a:cubicBezTo>
                        <a:cubicBezTo>
                          <a:pt x="843" y="247"/>
                          <a:pt x="840" y="261"/>
                          <a:pt x="855" y="311"/>
                        </a:cubicBezTo>
                        <a:cubicBezTo>
                          <a:pt x="863" y="308"/>
                          <a:pt x="872" y="297"/>
                          <a:pt x="878" y="303"/>
                        </a:cubicBezTo>
                        <a:cubicBezTo>
                          <a:pt x="887" y="312"/>
                          <a:pt x="882" y="329"/>
                          <a:pt x="885" y="341"/>
                        </a:cubicBezTo>
                        <a:cubicBezTo>
                          <a:pt x="893" y="372"/>
                          <a:pt x="908" y="395"/>
                          <a:pt x="923" y="423"/>
                        </a:cubicBezTo>
                        <a:cubicBezTo>
                          <a:pt x="912" y="394"/>
                          <a:pt x="922" y="337"/>
                          <a:pt x="891" y="337"/>
                        </a:cubicBezTo>
                        <a:cubicBezTo>
                          <a:pt x="861" y="337"/>
                          <a:pt x="915" y="423"/>
                          <a:pt x="915" y="423"/>
                        </a:cubicBezTo>
                        <a:lnTo>
                          <a:pt x="891" y="337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15" name="Group 162"/>
                <p:cNvGrpSpPr>
                  <a:grpSpLocks/>
                </p:cNvGrpSpPr>
                <p:nvPr/>
              </p:nvGrpSpPr>
              <p:grpSpPr bwMode="auto">
                <a:xfrm>
                  <a:off x="8951" y="920"/>
                  <a:ext cx="934" cy="900"/>
                  <a:chOff x="7118" y="735"/>
                  <a:chExt cx="934" cy="900"/>
                </a:xfrm>
              </p:grpSpPr>
              <p:sp>
                <p:nvSpPr>
                  <p:cNvPr id="150" name="Freeform 163"/>
                  <p:cNvSpPr>
                    <a:spLocks/>
                  </p:cNvSpPr>
                  <p:nvPr/>
                </p:nvSpPr>
                <p:spPr bwMode="auto">
                  <a:xfrm>
                    <a:off x="7193" y="743"/>
                    <a:ext cx="859" cy="892"/>
                  </a:xfrm>
                  <a:custGeom>
                    <a:avLst/>
                    <a:gdLst>
                      <a:gd name="T0" fmla="*/ 840 w 859"/>
                      <a:gd name="T1" fmla="*/ 847 h 892"/>
                      <a:gd name="T2" fmla="*/ 810 w 859"/>
                      <a:gd name="T3" fmla="*/ 802 h 892"/>
                      <a:gd name="T4" fmla="*/ 780 w 859"/>
                      <a:gd name="T5" fmla="*/ 757 h 892"/>
                      <a:gd name="T6" fmla="*/ 727 w 859"/>
                      <a:gd name="T7" fmla="*/ 652 h 892"/>
                      <a:gd name="T8" fmla="*/ 697 w 859"/>
                      <a:gd name="T9" fmla="*/ 585 h 892"/>
                      <a:gd name="T10" fmla="*/ 667 w 859"/>
                      <a:gd name="T11" fmla="*/ 540 h 892"/>
                      <a:gd name="T12" fmla="*/ 637 w 859"/>
                      <a:gd name="T13" fmla="*/ 495 h 892"/>
                      <a:gd name="T14" fmla="*/ 607 w 859"/>
                      <a:gd name="T15" fmla="*/ 450 h 892"/>
                      <a:gd name="T16" fmla="*/ 502 w 859"/>
                      <a:gd name="T17" fmla="*/ 337 h 892"/>
                      <a:gd name="T18" fmla="*/ 382 w 859"/>
                      <a:gd name="T19" fmla="*/ 277 h 892"/>
                      <a:gd name="T20" fmla="*/ 322 w 859"/>
                      <a:gd name="T21" fmla="*/ 247 h 892"/>
                      <a:gd name="T22" fmla="*/ 0 w 859"/>
                      <a:gd name="T23" fmla="*/ 195 h 892"/>
                      <a:gd name="T24" fmla="*/ 52 w 859"/>
                      <a:gd name="T25" fmla="*/ 142 h 892"/>
                      <a:gd name="T26" fmla="*/ 120 w 859"/>
                      <a:gd name="T27" fmla="*/ 37 h 892"/>
                      <a:gd name="T28" fmla="*/ 210 w 859"/>
                      <a:gd name="T29" fmla="*/ 0 h 892"/>
                      <a:gd name="T30" fmla="*/ 397 w 859"/>
                      <a:gd name="T31" fmla="*/ 37 h 892"/>
                      <a:gd name="T32" fmla="*/ 487 w 859"/>
                      <a:gd name="T33" fmla="*/ 82 h 892"/>
                      <a:gd name="T34" fmla="*/ 532 w 859"/>
                      <a:gd name="T35" fmla="*/ 97 h 892"/>
                      <a:gd name="T36" fmla="*/ 570 w 859"/>
                      <a:gd name="T37" fmla="*/ 135 h 892"/>
                      <a:gd name="T38" fmla="*/ 607 w 859"/>
                      <a:gd name="T39" fmla="*/ 187 h 892"/>
                      <a:gd name="T40" fmla="*/ 652 w 859"/>
                      <a:gd name="T41" fmla="*/ 202 h 892"/>
                      <a:gd name="T42" fmla="*/ 675 w 859"/>
                      <a:gd name="T43" fmla="*/ 217 h 892"/>
                      <a:gd name="T44" fmla="*/ 810 w 859"/>
                      <a:gd name="T45" fmla="*/ 435 h 892"/>
                      <a:gd name="T46" fmla="*/ 832 w 859"/>
                      <a:gd name="T47" fmla="*/ 487 h 892"/>
                      <a:gd name="T48" fmla="*/ 847 w 859"/>
                      <a:gd name="T49" fmla="*/ 532 h 892"/>
                      <a:gd name="T50" fmla="*/ 855 w 859"/>
                      <a:gd name="T51" fmla="*/ 892 h 892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859"/>
                      <a:gd name="T79" fmla="*/ 0 h 892"/>
                      <a:gd name="T80" fmla="*/ 859 w 859"/>
                      <a:gd name="T81" fmla="*/ 892 h 892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859" h="892">
                        <a:moveTo>
                          <a:pt x="840" y="847"/>
                        </a:moveTo>
                        <a:cubicBezTo>
                          <a:pt x="789" y="798"/>
                          <a:pt x="837" y="851"/>
                          <a:pt x="810" y="802"/>
                        </a:cubicBezTo>
                        <a:cubicBezTo>
                          <a:pt x="801" y="786"/>
                          <a:pt x="780" y="757"/>
                          <a:pt x="780" y="757"/>
                        </a:cubicBezTo>
                        <a:cubicBezTo>
                          <a:pt x="770" y="719"/>
                          <a:pt x="751" y="684"/>
                          <a:pt x="727" y="652"/>
                        </a:cubicBezTo>
                        <a:cubicBezTo>
                          <a:pt x="720" y="629"/>
                          <a:pt x="709" y="605"/>
                          <a:pt x="697" y="585"/>
                        </a:cubicBezTo>
                        <a:cubicBezTo>
                          <a:pt x="688" y="569"/>
                          <a:pt x="667" y="540"/>
                          <a:pt x="667" y="540"/>
                        </a:cubicBezTo>
                        <a:cubicBezTo>
                          <a:pt x="650" y="485"/>
                          <a:pt x="675" y="551"/>
                          <a:pt x="637" y="495"/>
                        </a:cubicBezTo>
                        <a:cubicBezTo>
                          <a:pt x="594" y="430"/>
                          <a:pt x="680" y="520"/>
                          <a:pt x="607" y="450"/>
                        </a:cubicBezTo>
                        <a:cubicBezTo>
                          <a:pt x="592" y="399"/>
                          <a:pt x="552" y="354"/>
                          <a:pt x="502" y="337"/>
                        </a:cubicBezTo>
                        <a:cubicBezTo>
                          <a:pt x="463" y="308"/>
                          <a:pt x="429" y="285"/>
                          <a:pt x="382" y="277"/>
                        </a:cubicBezTo>
                        <a:cubicBezTo>
                          <a:pt x="355" y="238"/>
                          <a:pt x="381" y="265"/>
                          <a:pt x="322" y="247"/>
                        </a:cubicBezTo>
                        <a:cubicBezTo>
                          <a:pt x="180" y="205"/>
                          <a:pt x="181" y="202"/>
                          <a:pt x="0" y="195"/>
                        </a:cubicBezTo>
                        <a:cubicBezTo>
                          <a:pt x="26" y="177"/>
                          <a:pt x="26" y="160"/>
                          <a:pt x="52" y="142"/>
                        </a:cubicBezTo>
                        <a:cubicBezTo>
                          <a:pt x="68" y="99"/>
                          <a:pt x="75" y="53"/>
                          <a:pt x="120" y="37"/>
                        </a:cubicBezTo>
                        <a:cubicBezTo>
                          <a:pt x="151" y="6"/>
                          <a:pt x="165" y="7"/>
                          <a:pt x="210" y="0"/>
                        </a:cubicBezTo>
                        <a:cubicBezTo>
                          <a:pt x="341" y="8"/>
                          <a:pt x="299" y="9"/>
                          <a:pt x="397" y="37"/>
                        </a:cubicBezTo>
                        <a:cubicBezTo>
                          <a:pt x="437" y="77"/>
                          <a:pt x="409" y="56"/>
                          <a:pt x="487" y="82"/>
                        </a:cubicBezTo>
                        <a:cubicBezTo>
                          <a:pt x="502" y="87"/>
                          <a:pt x="532" y="97"/>
                          <a:pt x="532" y="97"/>
                        </a:cubicBezTo>
                        <a:cubicBezTo>
                          <a:pt x="586" y="180"/>
                          <a:pt x="505" y="63"/>
                          <a:pt x="570" y="135"/>
                        </a:cubicBezTo>
                        <a:cubicBezTo>
                          <a:pt x="584" y="151"/>
                          <a:pt x="595" y="170"/>
                          <a:pt x="607" y="187"/>
                        </a:cubicBezTo>
                        <a:cubicBezTo>
                          <a:pt x="616" y="200"/>
                          <a:pt x="638" y="196"/>
                          <a:pt x="652" y="202"/>
                        </a:cubicBezTo>
                        <a:cubicBezTo>
                          <a:pt x="660" y="206"/>
                          <a:pt x="667" y="212"/>
                          <a:pt x="675" y="217"/>
                        </a:cubicBezTo>
                        <a:cubicBezTo>
                          <a:pt x="726" y="286"/>
                          <a:pt x="763" y="363"/>
                          <a:pt x="810" y="435"/>
                        </a:cubicBezTo>
                        <a:cubicBezTo>
                          <a:pt x="828" y="512"/>
                          <a:pt x="803" y="423"/>
                          <a:pt x="832" y="487"/>
                        </a:cubicBezTo>
                        <a:cubicBezTo>
                          <a:pt x="838" y="501"/>
                          <a:pt x="847" y="532"/>
                          <a:pt x="847" y="532"/>
                        </a:cubicBezTo>
                        <a:cubicBezTo>
                          <a:pt x="859" y="742"/>
                          <a:pt x="855" y="622"/>
                          <a:pt x="855" y="892"/>
                        </a:cubicBez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51" name="Freeform 164"/>
                  <p:cNvSpPr>
                    <a:spLocks/>
                  </p:cNvSpPr>
                  <p:nvPr/>
                </p:nvSpPr>
                <p:spPr bwMode="auto">
                  <a:xfrm>
                    <a:off x="7118" y="870"/>
                    <a:ext cx="923" cy="755"/>
                  </a:xfrm>
                  <a:custGeom>
                    <a:avLst/>
                    <a:gdLst>
                      <a:gd name="T0" fmla="*/ 900 w 923"/>
                      <a:gd name="T1" fmla="*/ 728 h 755"/>
                      <a:gd name="T2" fmla="*/ 780 w 923"/>
                      <a:gd name="T3" fmla="*/ 615 h 755"/>
                      <a:gd name="T4" fmla="*/ 675 w 923"/>
                      <a:gd name="T5" fmla="*/ 510 h 755"/>
                      <a:gd name="T6" fmla="*/ 667 w 923"/>
                      <a:gd name="T7" fmla="*/ 488 h 755"/>
                      <a:gd name="T8" fmla="*/ 645 w 923"/>
                      <a:gd name="T9" fmla="*/ 458 h 755"/>
                      <a:gd name="T10" fmla="*/ 615 w 923"/>
                      <a:gd name="T11" fmla="*/ 398 h 755"/>
                      <a:gd name="T12" fmla="*/ 600 w 923"/>
                      <a:gd name="T13" fmla="*/ 353 h 755"/>
                      <a:gd name="T14" fmla="*/ 495 w 923"/>
                      <a:gd name="T15" fmla="*/ 330 h 755"/>
                      <a:gd name="T16" fmla="*/ 315 w 923"/>
                      <a:gd name="T17" fmla="*/ 293 h 755"/>
                      <a:gd name="T18" fmla="*/ 105 w 923"/>
                      <a:gd name="T19" fmla="*/ 270 h 755"/>
                      <a:gd name="T20" fmla="*/ 22 w 923"/>
                      <a:gd name="T21" fmla="*/ 330 h 755"/>
                      <a:gd name="T22" fmla="*/ 7 w 923"/>
                      <a:gd name="T23" fmla="*/ 353 h 755"/>
                      <a:gd name="T24" fmla="*/ 0 w 923"/>
                      <a:gd name="T25" fmla="*/ 375 h 755"/>
                      <a:gd name="T26" fmla="*/ 37 w 923"/>
                      <a:gd name="T27" fmla="*/ 270 h 755"/>
                      <a:gd name="T28" fmla="*/ 60 w 923"/>
                      <a:gd name="T29" fmla="*/ 195 h 755"/>
                      <a:gd name="T30" fmla="*/ 67 w 923"/>
                      <a:gd name="T31" fmla="*/ 60 h 755"/>
                      <a:gd name="T32" fmla="*/ 172 w 923"/>
                      <a:gd name="T33" fmla="*/ 0 h 755"/>
                      <a:gd name="T34" fmla="*/ 337 w 923"/>
                      <a:gd name="T35" fmla="*/ 8 h 755"/>
                      <a:gd name="T36" fmla="*/ 382 w 923"/>
                      <a:gd name="T37" fmla="*/ 38 h 755"/>
                      <a:gd name="T38" fmla="*/ 412 w 923"/>
                      <a:gd name="T39" fmla="*/ 60 h 755"/>
                      <a:gd name="T40" fmla="*/ 442 w 923"/>
                      <a:gd name="T41" fmla="*/ 75 h 755"/>
                      <a:gd name="T42" fmla="*/ 510 w 923"/>
                      <a:gd name="T43" fmla="*/ 135 h 755"/>
                      <a:gd name="T44" fmla="*/ 592 w 923"/>
                      <a:gd name="T45" fmla="*/ 225 h 755"/>
                      <a:gd name="T46" fmla="*/ 652 w 923"/>
                      <a:gd name="T47" fmla="*/ 255 h 755"/>
                      <a:gd name="T48" fmla="*/ 712 w 923"/>
                      <a:gd name="T49" fmla="*/ 323 h 755"/>
                      <a:gd name="T50" fmla="*/ 787 w 923"/>
                      <a:gd name="T51" fmla="*/ 413 h 755"/>
                      <a:gd name="T52" fmla="*/ 817 w 923"/>
                      <a:gd name="T53" fmla="*/ 458 h 755"/>
                      <a:gd name="T54" fmla="*/ 832 w 923"/>
                      <a:gd name="T55" fmla="*/ 510 h 755"/>
                      <a:gd name="T56" fmla="*/ 862 w 923"/>
                      <a:gd name="T57" fmla="*/ 555 h 755"/>
                      <a:gd name="T58" fmla="*/ 907 w 923"/>
                      <a:gd name="T59" fmla="*/ 690 h 755"/>
                      <a:gd name="T60" fmla="*/ 922 w 923"/>
                      <a:gd name="T61" fmla="*/ 750 h 755"/>
                      <a:gd name="T62" fmla="*/ 900 w 923"/>
                      <a:gd name="T63" fmla="*/ 728 h 75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923"/>
                      <a:gd name="T97" fmla="*/ 0 h 755"/>
                      <a:gd name="T98" fmla="*/ 923 w 923"/>
                      <a:gd name="T99" fmla="*/ 755 h 75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923" h="755">
                        <a:moveTo>
                          <a:pt x="900" y="728"/>
                        </a:moveTo>
                        <a:cubicBezTo>
                          <a:pt x="842" y="713"/>
                          <a:pt x="814" y="660"/>
                          <a:pt x="780" y="615"/>
                        </a:cubicBezTo>
                        <a:cubicBezTo>
                          <a:pt x="755" y="582"/>
                          <a:pt x="710" y="534"/>
                          <a:pt x="675" y="510"/>
                        </a:cubicBezTo>
                        <a:cubicBezTo>
                          <a:pt x="672" y="503"/>
                          <a:pt x="671" y="495"/>
                          <a:pt x="667" y="488"/>
                        </a:cubicBezTo>
                        <a:cubicBezTo>
                          <a:pt x="661" y="477"/>
                          <a:pt x="650" y="470"/>
                          <a:pt x="645" y="458"/>
                        </a:cubicBezTo>
                        <a:cubicBezTo>
                          <a:pt x="619" y="393"/>
                          <a:pt x="659" y="428"/>
                          <a:pt x="615" y="398"/>
                        </a:cubicBezTo>
                        <a:cubicBezTo>
                          <a:pt x="610" y="383"/>
                          <a:pt x="608" y="366"/>
                          <a:pt x="600" y="353"/>
                        </a:cubicBezTo>
                        <a:cubicBezTo>
                          <a:pt x="583" y="326"/>
                          <a:pt x="500" y="331"/>
                          <a:pt x="495" y="330"/>
                        </a:cubicBezTo>
                        <a:cubicBezTo>
                          <a:pt x="434" y="323"/>
                          <a:pt x="374" y="312"/>
                          <a:pt x="315" y="293"/>
                        </a:cubicBezTo>
                        <a:cubicBezTo>
                          <a:pt x="240" y="244"/>
                          <a:pt x="215" y="265"/>
                          <a:pt x="105" y="270"/>
                        </a:cubicBezTo>
                        <a:cubicBezTo>
                          <a:pt x="67" y="283"/>
                          <a:pt x="54" y="309"/>
                          <a:pt x="22" y="330"/>
                        </a:cubicBezTo>
                        <a:cubicBezTo>
                          <a:pt x="17" y="338"/>
                          <a:pt x="11" y="345"/>
                          <a:pt x="7" y="353"/>
                        </a:cubicBezTo>
                        <a:cubicBezTo>
                          <a:pt x="4" y="360"/>
                          <a:pt x="0" y="383"/>
                          <a:pt x="0" y="375"/>
                        </a:cubicBezTo>
                        <a:cubicBezTo>
                          <a:pt x="0" y="335"/>
                          <a:pt x="20" y="303"/>
                          <a:pt x="37" y="270"/>
                        </a:cubicBezTo>
                        <a:cubicBezTo>
                          <a:pt x="49" y="247"/>
                          <a:pt x="52" y="219"/>
                          <a:pt x="60" y="195"/>
                        </a:cubicBezTo>
                        <a:cubicBezTo>
                          <a:pt x="62" y="150"/>
                          <a:pt x="61" y="105"/>
                          <a:pt x="67" y="60"/>
                        </a:cubicBezTo>
                        <a:cubicBezTo>
                          <a:pt x="71" y="33"/>
                          <a:pt x="148" y="9"/>
                          <a:pt x="172" y="0"/>
                        </a:cubicBezTo>
                        <a:cubicBezTo>
                          <a:pt x="227" y="3"/>
                          <a:pt x="282" y="4"/>
                          <a:pt x="337" y="8"/>
                        </a:cubicBezTo>
                        <a:cubicBezTo>
                          <a:pt x="365" y="10"/>
                          <a:pt x="361" y="20"/>
                          <a:pt x="382" y="38"/>
                        </a:cubicBezTo>
                        <a:cubicBezTo>
                          <a:pt x="391" y="46"/>
                          <a:pt x="401" y="53"/>
                          <a:pt x="412" y="60"/>
                        </a:cubicBezTo>
                        <a:cubicBezTo>
                          <a:pt x="422" y="66"/>
                          <a:pt x="433" y="68"/>
                          <a:pt x="442" y="75"/>
                        </a:cubicBezTo>
                        <a:cubicBezTo>
                          <a:pt x="563" y="172"/>
                          <a:pt x="439" y="89"/>
                          <a:pt x="510" y="135"/>
                        </a:cubicBezTo>
                        <a:cubicBezTo>
                          <a:pt x="530" y="166"/>
                          <a:pt x="559" y="207"/>
                          <a:pt x="592" y="225"/>
                        </a:cubicBezTo>
                        <a:cubicBezTo>
                          <a:pt x="612" y="236"/>
                          <a:pt x="634" y="242"/>
                          <a:pt x="652" y="255"/>
                        </a:cubicBezTo>
                        <a:cubicBezTo>
                          <a:pt x="727" y="309"/>
                          <a:pt x="675" y="281"/>
                          <a:pt x="712" y="323"/>
                        </a:cubicBezTo>
                        <a:cubicBezTo>
                          <a:pt x="793" y="415"/>
                          <a:pt x="726" y="321"/>
                          <a:pt x="787" y="413"/>
                        </a:cubicBezTo>
                        <a:cubicBezTo>
                          <a:pt x="797" y="428"/>
                          <a:pt x="817" y="458"/>
                          <a:pt x="817" y="458"/>
                        </a:cubicBezTo>
                        <a:cubicBezTo>
                          <a:pt x="818" y="460"/>
                          <a:pt x="829" y="504"/>
                          <a:pt x="832" y="510"/>
                        </a:cubicBezTo>
                        <a:cubicBezTo>
                          <a:pt x="841" y="526"/>
                          <a:pt x="856" y="538"/>
                          <a:pt x="862" y="555"/>
                        </a:cubicBezTo>
                        <a:cubicBezTo>
                          <a:pt x="877" y="600"/>
                          <a:pt x="895" y="645"/>
                          <a:pt x="907" y="690"/>
                        </a:cubicBezTo>
                        <a:cubicBezTo>
                          <a:pt x="907" y="690"/>
                          <a:pt x="923" y="749"/>
                          <a:pt x="922" y="750"/>
                        </a:cubicBezTo>
                        <a:cubicBezTo>
                          <a:pt x="913" y="755"/>
                          <a:pt x="907" y="735"/>
                          <a:pt x="900" y="728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52" name="Freeform 165"/>
                  <p:cNvSpPr>
                    <a:spLocks/>
                  </p:cNvSpPr>
                  <p:nvPr/>
                </p:nvSpPr>
                <p:spPr bwMode="auto">
                  <a:xfrm>
                    <a:off x="7246" y="735"/>
                    <a:ext cx="779" cy="848"/>
                  </a:xfrm>
                  <a:custGeom>
                    <a:avLst/>
                    <a:gdLst>
                      <a:gd name="T0" fmla="*/ 779 w 779"/>
                      <a:gd name="T1" fmla="*/ 848 h 848"/>
                      <a:gd name="T2" fmla="*/ 652 w 779"/>
                      <a:gd name="T3" fmla="*/ 713 h 848"/>
                      <a:gd name="T4" fmla="*/ 674 w 779"/>
                      <a:gd name="T5" fmla="*/ 705 h 848"/>
                      <a:gd name="T6" fmla="*/ 719 w 779"/>
                      <a:gd name="T7" fmla="*/ 720 h 848"/>
                      <a:gd name="T8" fmla="*/ 734 w 779"/>
                      <a:gd name="T9" fmla="*/ 743 h 848"/>
                      <a:gd name="T10" fmla="*/ 727 w 779"/>
                      <a:gd name="T11" fmla="*/ 720 h 848"/>
                      <a:gd name="T12" fmla="*/ 704 w 779"/>
                      <a:gd name="T13" fmla="*/ 653 h 848"/>
                      <a:gd name="T14" fmla="*/ 712 w 779"/>
                      <a:gd name="T15" fmla="*/ 593 h 848"/>
                      <a:gd name="T16" fmla="*/ 719 w 779"/>
                      <a:gd name="T17" fmla="*/ 570 h 848"/>
                      <a:gd name="T18" fmla="*/ 697 w 779"/>
                      <a:gd name="T19" fmla="*/ 585 h 848"/>
                      <a:gd name="T20" fmla="*/ 682 w 779"/>
                      <a:gd name="T21" fmla="*/ 608 h 848"/>
                      <a:gd name="T22" fmla="*/ 659 w 779"/>
                      <a:gd name="T23" fmla="*/ 563 h 848"/>
                      <a:gd name="T24" fmla="*/ 614 w 779"/>
                      <a:gd name="T25" fmla="*/ 533 h 848"/>
                      <a:gd name="T26" fmla="*/ 659 w 779"/>
                      <a:gd name="T27" fmla="*/ 473 h 848"/>
                      <a:gd name="T28" fmla="*/ 667 w 779"/>
                      <a:gd name="T29" fmla="*/ 413 h 848"/>
                      <a:gd name="T30" fmla="*/ 674 w 779"/>
                      <a:gd name="T31" fmla="*/ 390 h 848"/>
                      <a:gd name="T32" fmla="*/ 652 w 779"/>
                      <a:gd name="T33" fmla="*/ 405 h 848"/>
                      <a:gd name="T34" fmla="*/ 629 w 779"/>
                      <a:gd name="T35" fmla="*/ 495 h 848"/>
                      <a:gd name="T36" fmla="*/ 524 w 779"/>
                      <a:gd name="T37" fmla="*/ 413 h 848"/>
                      <a:gd name="T38" fmla="*/ 457 w 779"/>
                      <a:gd name="T39" fmla="*/ 420 h 848"/>
                      <a:gd name="T40" fmla="*/ 479 w 779"/>
                      <a:gd name="T41" fmla="*/ 413 h 848"/>
                      <a:gd name="T42" fmla="*/ 539 w 779"/>
                      <a:gd name="T43" fmla="*/ 405 h 848"/>
                      <a:gd name="T44" fmla="*/ 554 w 779"/>
                      <a:gd name="T45" fmla="*/ 330 h 848"/>
                      <a:gd name="T46" fmla="*/ 569 w 779"/>
                      <a:gd name="T47" fmla="*/ 285 h 848"/>
                      <a:gd name="T48" fmla="*/ 547 w 779"/>
                      <a:gd name="T49" fmla="*/ 293 h 848"/>
                      <a:gd name="T50" fmla="*/ 517 w 779"/>
                      <a:gd name="T51" fmla="*/ 360 h 848"/>
                      <a:gd name="T52" fmla="*/ 494 w 779"/>
                      <a:gd name="T53" fmla="*/ 368 h 848"/>
                      <a:gd name="T54" fmla="*/ 427 w 779"/>
                      <a:gd name="T55" fmla="*/ 323 h 848"/>
                      <a:gd name="T56" fmla="*/ 292 w 779"/>
                      <a:gd name="T57" fmla="*/ 315 h 848"/>
                      <a:gd name="T58" fmla="*/ 269 w 779"/>
                      <a:gd name="T59" fmla="*/ 330 h 848"/>
                      <a:gd name="T60" fmla="*/ 292 w 779"/>
                      <a:gd name="T61" fmla="*/ 323 h 848"/>
                      <a:gd name="T62" fmla="*/ 322 w 779"/>
                      <a:gd name="T63" fmla="*/ 315 h 848"/>
                      <a:gd name="T64" fmla="*/ 367 w 779"/>
                      <a:gd name="T65" fmla="*/ 300 h 848"/>
                      <a:gd name="T66" fmla="*/ 359 w 779"/>
                      <a:gd name="T67" fmla="*/ 263 h 848"/>
                      <a:gd name="T68" fmla="*/ 352 w 779"/>
                      <a:gd name="T69" fmla="*/ 240 h 848"/>
                      <a:gd name="T70" fmla="*/ 374 w 779"/>
                      <a:gd name="T71" fmla="*/ 173 h 848"/>
                      <a:gd name="T72" fmla="*/ 382 w 779"/>
                      <a:gd name="T73" fmla="*/ 143 h 848"/>
                      <a:gd name="T74" fmla="*/ 359 w 779"/>
                      <a:gd name="T75" fmla="*/ 158 h 848"/>
                      <a:gd name="T76" fmla="*/ 314 w 779"/>
                      <a:gd name="T77" fmla="*/ 225 h 848"/>
                      <a:gd name="T78" fmla="*/ 269 w 779"/>
                      <a:gd name="T79" fmla="*/ 203 h 848"/>
                      <a:gd name="T80" fmla="*/ 254 w 779"/>
                      <a:gd name="T81" fmla="*/ 180 h 848"/>
                      <a:gd name="T82" fmla="*/ 224 w 779"/>
                      <a:gd name="T83" fmla="*/ 173 h 848"/>
                      <a:gd name="T84" fmla="*/ 164 w 779"/>
                      <a:gd name="T85" fmla="*/ 218 h 848"/>
                      <a:gd name="T86" fmla="*/ 119 w 779"/>
                      <a:gd name="T87" fmla="*/ 255 h 848"/>
                      <a:gd name="T88" fmla="*/ 89 w 779"/>
                      <a:gd name="T89" fmla="*/ 300 h 848"/>
                      <a:gd name="T90" fmla="*/ 7 w 779"/>
                      <a:gd name="T91" fmla="*/ 323 h 848"/>
                      <a:gd name="T92" fmla="*/ 29 w 779"/>
                      <a:gd name="T93" fmla="*/ 315 h 848"/>
                      <a:gd name="T94" fmla="*/ 74 w 779"/>
                      <a:gd name="T95" fmla="*/ 308 h 848"/>
                      <a:gd name="T96" fmla="*/ 157 w 779"/>
                      <a:gd name="T97" fmla="*/ 240 h 848"/>
                      <a:gd name="T98" fmla="*/ 172 w 779"/>
                      <a:gd name="T99" fmla="*/ 218 h 848"/>
                      <a:gd name="T100" fmla="*/ 194 w 779"/>
                      <a:gd name="T101" fmla="*/ 210 h 848"/>
                      <a:gd name="T102" fmla="*/ 209 w 779"/>
                      <a:gd name="T103" fmla="*/ 165 h 848"/>
                      <a:gd name="T104" fmla="*/ 127 w 779"/>
                      <a:gd name="T105" fmla="*/ 158 h 848"/>
                      <a:gd name="T106" fmla="*/ 134 w 779"/>
                      <a:gd name="T107" fmla="*/ 120 h 848"/>
                      <a:gd name="T108" fmla="*/ 157 w 779"/>
                      <a:gd name="T109" fmla="*/ 0 h 848"/>
                      <a:gd name="T110" fmla="*/ 127 w 779"/>
                      <a:gd name="T111" fmla="*/ 90 h 848"/>
                      <a:gd name="T112" fmla="*/ 112 w 779"/>
                      <a:gd name="T113" fmla="*/ 135 h 848"/>
                      <a:gd name="T114" fmla="*/ 104 w 779"/>
                      <a:gd name="T115" fmla="*/ 158 h 848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w 779"/>
                      <a:gd name="T175" fmla="*/ 0 h 848"/>
                      <a:gd name="T176" fmla="*/ 779 w 779"/>
                      <a:gd name="T177" fmla="*/ 848 h 848"/>
                    </a:gdLst>
                    <a:ahLst/>
                    <a:cxnLst>
                      <a:cxn ang="T116">
                        <a:pos x="T0" y="T1"/>
                      </a:cxn>
                      <a:cxn ang="T117">
                        <a:pos x="T2" y="T3"/>
                      </a:cxn>
                      <a:cxn ang="T118">
                        <a:pos x="T4" y="T5"/>
                      </a:cxn>
                      <a:cxn ang="T119">
                        <a:pos x="T6" y="T7"/>
                      </a:cxn>
                      <a:cxn ang="T120">
                        <a:pos x="T8" y="T9"/>
                      </a:cxn>
                      <a:cxn ang="T121">
                        <a:pos x="T10" y="T11"/>
                      </a:cxn>
                      <a:cxn ang="T122">
                        <a:pos x="T12" y="T13"/>
                      </a:cxn>
                      <a:cxn ang="T123">
                        <a:pos x="T14" y="T15"/>
                      </a:cxn>
                      <a:cxn ang="T124">
                        <a:pos x="T16" y="T17"/>
                      </a:cxn>
                      <a:cxn ang="T125">
                        <a:pos x="T18" y="T19"/>
                      </a:cxn>
                      <a:cxn ang="T126">
                        <a:pos x="T20" y="T21"/>
                      </a:cxn>
                      <a:cxn ang="T127">
                        <a:pos x="T22" y="T23"/>
                      </a:cxn>
                      <a:cxn ang="T128">
                        <a:pos x="T24" y="T25"/>
                      </a:cxn>
                      <a:cxn ang="T129">
                        <a:pos x="T26" y="T27"/>
                      </a:cxn>
                      <a:cxn ang="T130">
                        <a:pos x="T28" y="T29"/>
                      </a:cxn>
                      <a:cxn ang="T131">
                        <a:pos x="T30" y="T31"/>
                      </a:cxn>
                      <a:cxn ang="T132">
                        <a:pos x="T32" y="T33"/>
                      </a:cxn>
                      <a:cxn ang="T133">
                        <a:pos x="T34" y="T35"/>
                      </a:cxn>
                      <a:cxn ang="T134">
                        <a:pos x="T36" y="T37"/>
                      </a:cxn>
                      <a:cxn ang="T135">
                        <a:pos x="T38" y="T39"/>
                      </a:cxn>
                      <a:cxn ang="T136">
                        <a:pos x="T40" y="T41"/>
                      </a:cxn>
                      <a:cxn ang="T137">
                        <a:pos x="T42" y="T43"/>
                      </a:cxn>
                      <a:cxn ang="T138">
                        <a:pos x="T44" y="T45"/>
                      </a:cxn>
                      <a:cxn ang="T139">
                        <a:pos x="T46" y="T47"/>
                      </a:cxn>
                      <a:cxn ang="T140">
                        <a:pos x="T48" y="T49"/>
                      </a:cxn>
                      <a:cxn ang="T141">
                        <a:pos x="T50" y="T51"/>
                      </a:cxn>
                      <a:cxn ang="T142">
                        <a:pos x="T52" y="T53"/>
                      </a:cxn>
                      <a:cxn ang="T143">
                        <a:pos x="T54" y="T55"/>
                      </a:cxn>
                      <a:cxn ang="T144">
                        <a:pos x="T56" y="T57"/>
                      </a:cxn>
                      <a:cxn ang="T145">
                        <a:pos x="T58" y="T59"/>
                      </a:cxn>
                      <a:cxn ang="T146">
                        <a:pos x="T60" y="T61"/>
                      </a:cxn>
                      <a:cxn ang="T147">
                        <a:pos x="T62" y="T63"/>
                      </a:cxn>
                      <a:cxn ang="T148">
                        <a:pos x="T64" y="T65"/>
                      </a:cxn>
                      <a:cxn ang="T149">
                        <a:pos x="T66" y="T67"/>
                      </a:cxn>
                      <a:cxn ang="T150">
                        <a:pos x="T68" y="T69"/>
                      </a:cxn>
                      <a:cxn ang="T151">
                        <a:pos x="T70" y="T71"/>
                      </a:cxn>
                      <a:cxn ang="T152">
                        <a:pos x="T72" y="T73"/>
                      </a:cxn>
                      <a:cxn ang="T153">
                        <a:pos x="T74" y="T75"/>
                      </a:cxn>
                      <a:cxn ang="T154">
                        <a:pos x="T76" y="T77"/>
                      </a:cxn>
                      <a:cxn ang="T155">
                        <a:pos x="T78" y="T79"/>
                      </a:cxn>
                      <a:cxn ang="T156">
                        <a:pos x="T80" y="T81"/>
                      </a:cxn>
                      <a:cxn ang="T157">
                        <a:pos x="T82" y="T83"/>
                      </a:cxn>
                      <a:cxn ang="T158">
                        <a:pos x="T84" y="T85"/>
                      </a:cxn>
                      <a:cxn ang="T159">
                        <a:pos x="T86" y="T87"/>
                      </a:cxn>
                      <a:cxn ang="T160">
                        <a:pos x="T88" y="T89"/>
                      </a:cxn>
                      <a:cxn ang="T161">
                        <a:pos x="T90" y="T91"/>
                      </a:cxn>
                      <a:cxn ang="T162">
                        <a:pos x="T92" y="T93"/>
                      </a:cxn>
                      <a:cxn ang="T163">
                        <a:pos x="T94" y="T95"/>
                      </a:cxn>
                      <a:cxn ang="T164">
                        <a:pos x="T96" y="T97"/>
                      </a:cxn>
                      <a:cxn ang="T165">
                        <a:pos x="T98" y="T99"/>
                      </a:cxn>
                      <a:cxn ang="T166">
                        <a:pos x="T100" y="T101"/>
                      </a:cxn>
                      <a:cxn ang="T167">
                        <a:pos x="T102" y="T103"/>
                      </a:cxn>
                      <a:cxn ang="T168">
                        <a:pos x="T104" y="T105"/>
                      </a:cxn>
                      <a:cxn ang="T169">
                        <a:pos x="T106" y="T107"/>
                      </a:cxn>
                      <a:cxn ang="T170">
                        <a:pos x="T108" y="T109"/>
                      </a:cxn>
                      <a:cxn ang="T171">
                        <a:pos x="T110" y="T111"/>
                      </a:cxn>
                      <a:cxn ang="T172">
                        <a:pos x="T112" y="T113"/>
                      </a:cxn>
                      <a:cxn ang="T173">
                        <a:pos x="T114" y="T115"/>
                      </a:cxn>
                    </a:cxnLst>
                    <a:rect l="T174" t="T175" r="T176" b="T177"/>
                    <a:pathLst>
                      <a:path w="779" h="848">
                        <a:moveTo>
                          <a:pt x="779" y="848"/>
                        </a:moveTo>
                        <a:cubicBezTo>
                          <a:pt x="760" y="765"/>
                          <a:pt x="733" y="739"/>
                          <a:pt x="652" y="713"/>
                        </a:cubicBezTo>
                        <a:cubicBezTo>
                          <a:pt x="659" y="710"/>
                          <a:pt x="666" y="704"/>
                          <a:pt x="674" y="705"/>
                        </a:cubicBezTo>
                        <a:cubicBezTo>
                          <a:pt x="690" y="707"/>
                          <a:pt x="719" y="720"/>
                          <a:pt x="719" y="720"/>
                        </a:cubicBezTo>
                        <a:cubicBezTo>
                          <a:pt x="724" y="728"/>
                          <a:pt x="725" y="743"/>
                          <a:pt x="734" y="743"/>
                        </a:cubicBezTo>
                        <a:cubicBezTo>
                          <a:pt x="742" y="743"/>
                          <a:pt x="730" y="728"/>
                          <a:pt x="727" y="720"/>
                        </a:cubicBezTo>
                        <a:cubicBezTo>
                          <a:pt x="720" y="698"/>
                          <a:pt x="712" y="675"/>
                          <a:pt x="704" y="653"/>
                        </a:cubicBezTo>
                        <a:cubicBezTo>
                          <a:pt x="707" y="633"/>
                          <a:pt x="708" y="613"/>
                          <a:pt x="712" y="593"/>
                        </a:cubicBezTo>
                        <a:cubicBezTo>
                          <a:pt x="713" y="585"/>
                          <a:pt x="726" y="574"/>
                          <a:pt x="719" y="570"/>
                        </a:cubicBezTo>
                        <a:cubicBezTo>
                          <a:pt x="711" y="566"/>
                          <a:pt x="704" y="580"/>
                          <a:pt x="697" y="585"/>
                        </a:cubicBezTo>
                        <a:cubicBezTo>
                          <a:pt x="692" y="593"/>
                          <a:pt x="691" y="608"/>
                          <a:pt x="682" y="608"/>
                        </a:cubicBezTo>
                        <a:cubicBezTo>
                          <a:pt x="672" y="608"/>
                          <a:pt x="663" y="568"/>
                          <a:pt x="659" y="563"/>
                        </a:cubicBezTo>
                        <a:cubicBezTo>
                          <a:pt x="642" y="537"/>
                          <a:pt x="639" y="541"/>
                          <a:pt x="614" y="533"/>
                        </a:cubicBezTo>
                        <a:cubicBezTo>
                          <a:pt x="642" y="515"/>
                          <a:pt x="641" y="500"/>
                          <a:pt x="659" y="473"/>
                        </a:cubicBezTo>
                        <a:cubicBezTo>
                          <a:pt x="662" y="453"/>
                          <a:pt x="663" y="433"/>
                          <a:pt x="667" y="413"/>
                        </a:cubicBezTo>
                        <a:cubicBezTo>
                          <a:pt x="668" y="405"/>
                          <a:pt x="681" y="394"/>
                          <a:pt x="674" y="390"/>
                        </a:cubicBezTo>
                        <a:cubicBezTo>
                          <a:pt x="666" y="386"/>
                          <a:pt x="659" y="400"/>
                          <a:pt x="652" y="405"/>
                        </a:cubicBezTo>
                        <a:cubicBezTo>
                          <a:pt x="632" y="464"/>
                          <a:pt x="640" y="434"/>
                          <a:pt x="629" y="495"/>
                        </a:cubicBezTo>
                        <a:cubicBezTo>
                          <a:pt x="581" y="480"/>
                          <a:pt x="585" y="432"/>
                          <a:pt x="524" y="413"/>
                        </a:cubicBezTo>
                        <a:cubicBezTo>
                          <a:pt x="502" y="415"/>
                          <a:pt x="479" y="420"/>
                          <a:pt x="457" y="420"/>
                        </a:cubicBezTo>
                        <a:cubicBezTo>
                          <a:pt x="449" y="420"/>
                          <a:pt x="471" y="414"/>
                          <a:pt x="479" y="413"/>
                        </a:cubicBezTo>
                        <a:cubicBezTo>
                          <a:pt x="499" y="409"/>
                          <a:pt x="519" y="408"/>
                          <a:pt x="539" y="405"/>
                        </a:cubicBezTo>
                        <a:cubicBezTo>
                          <a:pt x="546" y="359"/>
                          <a:pt x="543" y="363"/>
                          <a:pt x="554" y="330"/>
                        </a:cubicBezTo>
                        <a:cubicBezTo>
                          <a:pt x="554" y="329"/>
                          <a:pt x="570" y="286"/>
                          <a:pt x="569" y="285"/>
                        </a:cubicBezTo>
                        <a:cubicBezTo>
                          <a:pt x="563" y="279"/>
                          <a:pt x="554" y="290"/>
                          <a:pt x="547" y="293"/>
                        </a:cubicBezTo>
                        <a:cubicBezTo>
                          <a:pt x="543" y="303"/>
                          <a:pt x="522" y="355"/>
                          <a:pt x="517" y="360"/>
                        </a:cubicBezTo>
                        <a:cubicBezTo>
                          <a:pt x="511" y="366"/>
                          <a:pt x="502" y="365"/>
                          <a:pt x="494" y="368"/>
                        </a:cubicBezTo>
                        <a:cubicBezTo>
                          <a:pt x="453" y="357"/>
                          <a:pt x="460" y="346"/>
                          <a:pt x="427" y="323"/>
                        </a:cubicBezTo>
                        <a:cubicBezTo>
                          <a:pt x="407" y="265"/>
                          <a:pt x="340" y="300"/>
                          <a:pt x="292" y="315"/>
                        </a:cubicBezTo>
                        <a:cubicBezTo>
                          <a:pt x="284" y="320"/>
                          <a:pt x="269" y="321"/>
                          <a:pt x="269" y="330"/>
                        </a:cubicBezTo>
                        <a:cubicBezTo>
                          <a:pt x="269" y="338"/>
                          <a:pt x="284" y="325"/>
                          <a:pt x="292" y="323"/>
                        </a:cubicBezTo>
                        <a:cubicBezTo>
                          <a:pt x="302" y="320"/>
                          <a:pt x="312" y="318"/>
                          <a:pt x="322" y="315"/>
                        </a:cubicBezTo>
                        <a:cubicBezTo>
                          <a:pt x="337" y="310"/>
                          <a:pt x="367" y="300"/>
                          <a:pt x="367" y="300"/>
                        </a:cubicBezTo>
                        <a:cubicBezTo>
                          <a:pt x="394" y="261"/>
                          <a:pt x="383" y="293"/>
                          <a:pt x="359" y="263"/>
                        </a:cubicBezTo>
                        <a:cubicBezTo>
                          <a:pt x="354" y="257"/>
                          <a:pt x="354" y="248"/>
                          <a:pt x="352" y="240"/>
                        </a:cubicBezTo>
                        <a:cubicBezTo>
                          <a:pt x="359" y="218"/>
                          <a:pt x="368" y="196"/>
                          <a:pt x="374" y="173"/>
                        </a:cubicBezTo>
                        <a:cubicBezTo>
                          <a:pt x="377" y="163"/>
                          <a:pt x="389" y="150"/>
                          <a:pt x="382" y="143"/>
                        </a:cubicBezTo>
                        <a:cubicBezTo>
                          <a:pt x="376" y="137"/>
                          <a:pt x="367" y="153"/>
                          <a:pt x="359" y="158"/>
                        </a:cubicBezTo>
                        <a:cubicBezTo>
                          <a:pt x="343" y="182"/>
                          <a:pt x="324" y="198"/>
                          <a:pt x="314" y="225"/>
                        </a:cubicBezTo>
                        <a:cubicBezTo>
                          <a:pt x="296" y="219"/>
                          <a:pt x="283" y="217"/>
                          <a:pt x="269" y="203"/>
                        </a:cubicBezTo>
                        <a:cubicBezTo>
                          <a:pt x="263" y="197"/>
                          <a:pt x="262" y="185"/>
                          <a:pt x="254" y="180"/>
                        </a:cubicBezTo>
                        <a:cubicBezTo>
                          <a:pt x="245" y="174"/>
                          <a:pt x="234" y="175"/>
                          <a:pt x="224" y="173"/>
                        </a:cubicBezTo>
                        <a:cubicBezTo>
                          <a:pt x="186" y="185"/>
                          <a:pt x="189" y="192"/>
                          <a:pt x="164" y="218"/>
                        </a:cubicBezTo>
                        <a:cubicBezTo>
                          <a:pt x="150" y="232"/>
                          <a:pt x="133" y="242"/>
                          <a:pt x="119" y="255"/>
                        </a:cubicBezTo>
                        <a:cubicBezTo>
                          <a:pt x="113" y="275"/>
                          <a:pt x="113" y="289"/>
                          <a:pt x="89" y="300"/>
                        </a:cubicBezTo>
                        <a:cubicBezTo>
                          <a:pt x="63" y="312"/>
                          <a:pt x="34" y="313"/>
                          <a:pt x="7" y="323"/>
                        </a:cubicBezTo>
                        <a:cubicBezTo>
                          <a:pt x="0" y="326"/>
                          <a:pt x="21" y="317"/>
                          <a:pt x="29" y="315"/>
                        </a:cubicBezTo>
                        <a:cubicBezTo>
                          <a:pt x="44" y="312"/>
                          <a:pt x="59" y="310"/>
                          <a:pt x="74" y="308"/>
                        </a:cubicBezTo>
                        <a:cubicBezTo>
                          <a:pt x="113" y="294"/>
                          <a:pt x="124" y="261"/>
                          <a:pt x="157" y="240"/>
                        </a:cubicBezTo>
                        <a:cubicBezTo>
                          <a:pt x="162" y="233"/>
                          <a:pt x="165" y="224"/>
                          <a:pt x="172" y="218"/>
                        </a:cubicBezTo>
                        <a:cubicBezTo>
                          <a:pt x="178" y="213"/>
                          <a:pt x="188" y="216"/>
                          <a:pt x="194" y="210"/>
                        </a:cubicBezTo>
                        <a:cubicBezTo>
                          <a:pt x="197" y="207"/>
                          <a:pt x="208" y="168"/>
                          <a:pt x="209" y="165"/>
                        </a:cubicBezTo>
                        <a:cubicBezTo>
                          <a:pt x="182" y="163"/>
                          <a:pt x="151" y="172"/>
                          <a:pt x="127" y="158"/>
                        </a:cubicBezTo>
                        <a:cubicBezTo>
                          <a:pt x="116" y="151"/>
                          <a:pt x="132" y="133"/>
                          <a:pt x="134" y="120"/>
                        </a:cubicBezTo>
                        <a:cubicBezTo>
                          <a:pt x="148" y="17"/>
                          <a:pt x="132" y="76"/>
                          <a:pt x="157" y="0"/>
                        </a:cubicBezTo>
                        <a:cubicBezTo>
                          <a:pt x="174" y="56"/>
                          <a:pt x="145" y="35"/>
                          <a:pt x="127" y="90"/>
                        </a:cubicBezTo>
                        <a:cubicBezTo>
                          <a:pt x="122" y="105"/>
                          <a:pt x="117" y="120"/>
                          <a:pt x="112" y="135"/>
                        </a:cubicBezTo>
                        <a:cubicBezTo>
                          <a:pt x="109" y="143"/>
                          <a:pt x="104" y="158"/>
                          <a:pt x="104" y="158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16" name="Group 166"/>
                <p:cNvGrpSpPr>
                  <a:grpSpLocks/>
                </p:cNvGrpSpPr>
                <p:nvPr/>
              </p:nvGrpSpPr>
              <p:grpSpPr bwMode="auto">
                <a:xfrm>
                  <a:off x="10002" y="924"/>
                  <a:ext cx="455" cy="1381"/>
                  <a:chOff x="8169" y="739"/>
                  <a:chExt cx="455" cy="1381"/>
                </a:xfrm>
              </p:grpSpPr>
              <p:sp>
                <p:nvSpPr>
                  <p:cNvPr id="147" name="Freeform 167"/>
                  <p:cNvSpPr>
                    <a:spLocks/>
                  </p:cNvSpPr>
                  <p:nvPr/>
                </p:nvSpPr>
                <p:spPr bwMode="auto">
                  <a:xfrm>
                    <a:off x="8190" y="773"/>
                    <a:ext cx="263" cy="1347"/>
                  </a:xfrm>
                  <a:custGeom>
                    <a:avLst/>
                    <a:gdLst>
                      <a:gd name="T0" fmla="*/ 68 w 263"/>
                      <a:gd name="T1" fmla="*/ 1312 h 1347"/>
                      <a:gd name="T2" fmla="*/ 30 w 263"/>
                      <a:gd name="T3" fmla="*/ 1245 h 1347"/>
                      <a:gd name="T4" fmla="*/ 0 w 263"/>
                      <a:gd name="T5" fmla="*/ 795 h 1347"/>
                      <a:gd name="T6" fmla="*/ 23 w 263"/>
                      <a:gd name="T7" fmla="*/ 397 h 1347"/>
                      <a:gd name="T8" fmla="*/ 83 w 263"/>
                      <a:gd name="T9" fmla="*/ 315 h 1347"/>
                      <a:gd name="T10" fmla="*/ 180 w 263"/>
                      <a:gd name="T11" fmla="*/ 135 h 1347"/>
                      <a:gd name="T12" fmla="*/ 248 w 263"/>
                      <a:gd name="T13" fmla="*/ 22 h 1347"/>
                      <a:gd name="T14" fmla="*/ 255 w 263"/>
                      <a:gd name="T15" fmla="*/ 0 h 1347"/>
                      <a:gd name="T16" fmla="*/ 263 w 263"/>
                      <a:gd name="T17" fmla="*/ 22 h 1347"/>
                      <a:gd name="T18" fmla="*/ 240 w 263"/>
                      <a:gd name="T19" fmla="*/ 262 h 1347"/>
                      <a:gd name="T20" fmla="*/ 225 w 263"/>
                      <a:gd name="T21" fmla="*/ 547 h 1347"/>
                      <a:gd name="T22" fmla="*/ 195 w 263"/>
                      <a:gd name="T23" fmla="*/ 990 h 1347"/>
                      <a:gd name="T24" fmla="*/ 165 w 263"/>
                      <a:gd name="T25" fmla="*/ 1117 h 1347"/>
                      <a:gd name="T26" fmla="*/ 135 w 263"/>
                      <a:gd name="T27" fmla="*/ 1215 h 1347"/>
                      <a:gd name="T28" fmla="*/ 98 w 263"/>
                      <a:gd name="T29" fmla="*/ 1282 h 1347"/>
                      <a:gd name="T30" fmla="*/ 68 w 263"/>
                      <a:gd name="T31" fmla="*/ 1312 h 1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63"/>
                      <a:gd name="T49" fmla="*/ 0 h 1347"/>
                      <a:gd name="T50" fmla="*/ 263 w 263"/>
                      <a:gd name="T51" fmla="*/ 1347 h 1347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63" h="1347">
                        <a:moveTo>
                          <a:pt x="68" y="1312"/>
                        </a:moveTo>
                        <a:cubicBezTo>
                          <a:pt x="34" y="1261"/>
                          <a:pt x="44" y="1284"/>
                          <a:pt x="30" y="1245"/>
                        </a:cubicBezTo>
                        <a:cubicBezTo>
                          <a:pt x="25" y="983"/>
                          <a:pt x="44" y="962"/>
                          <a:pt x="0" y="795"/>
                        </a:cubicBezTo>
                        <a:cubicBezTo>
                          <a:pt x="2" y="750"/>
                          <a:pt x="3" y="429"/>
                          <a:pt x="23" y="397"/>
                        </a:cubicBezTo>
                        <a:cubicBezTo>
                          <a:pt x="41" y="368"/>
                          <a:pt x="64" y="343"/>
                          <a:pt x="83" y="315"/>
                        </a:cubicBezTo>
                        <a:cubicBezTo>
                          <a:pt x="108" y="233"/>
                          <a:pt x="130" y="199"/>
                          <a:pt x="180" y="135"/>
                        </a:cubicBezTo>
                        <a:cubicBezTo>
                          <a:pt x="209" y="98"/>
                          <a:pt x="223" y="60"/>
                          <a:pt x="248" y="22"/>
                        </a:cubicBezTo>
                        <a:cubicBezTo>
                          <a:pt x="250" y="15"/>
                          <a:pt x="247" y="0"/>
                          <a:pt x="255" y="0"/>
                        </a:cubicBezTo>
                        <a:cubicBezTo>
                          <a:pt x="263" y="0"/>
                          <a:pt x="263" y="14"/>
                          <a:pt x="263" y="22"/>
                        </a:cubicBezTo>
                        <a:cubicBezTo>
                          <a:pt x="259" y="148"/>
                          <a:pt x="254" y="170"/>
                          <a:pt x="240" y="262"/>
                        </a:cubicBezTo>
                        <a:cubicBezTo>
                          <a:pt x="235" y="357"/>
                          <a:pt x="230" y="452"/>
                          <a:pt x="225" y="547"/>
                        </a:cubicBezTo>
                        <a:cubicBezTo>
                          <a:pt x="218" y="671"/>
                          <a:pt x="242" y="856"/>
                          <a:pt x="195" y="990"/>
                        </a:cubicBezTo>
                        <a:cubicBezTo>
                          <a:pt x="189" y="1035"/>
                          <a:pt x="176" y="1074"/>
                          <a:pt x="165" y="1117"/>
                        </a:cubicBezTo>
                        <a:cubicBezTo>
                          <a:pt x="159" y="1162"/>
                          <a:pt x="158" y="1179"/>
                          <a:pt x="135" y="1215"/>
                        </a:cubicBezTo>
                        <a:cubicBezTo>
                          <a:pt x="108" y="1295"/>
                          <a:pt x="137" y="1232"/>
                          <a:pt x="98" y="1282"/>
                        </a:cubicBezTo>
                        <a:cubicBezTo>
                          <a:pt x="65" y="1324"/>
                          <a:pt x="68" y="1347"/>
                          <a:pt x="68" y="1312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48" name="Freeform 168"/>
                  <p:cNvSpPr>
                    <a:spLocks/>
                  </p:cNvSpPr>
                  <p:nvPr/>
                </p:nvSpPr>
                <p:spPr bwMode="auto">
                  <a:xfrm>
                    <a:off x="8258" y="739"/>
                    <a:ext cx="366" cy="1361"/>
                  </a:xfrm>
                  <a:custGeom>
                    <a:avLst/>
                    <a:gdLst>
                      <a:gd name="T0" fmla="*/ 0 w 366"/>
                      <a:gd name="T1" fmla="*/ 1354 h 1361"/>
                      <a:gd name="T2" fmla="*/ 37 w 366"/>
                      <a:gd name="T3" fmla="*/ 1211 h 1361"/>
                      <a:gd name="T4" fmla="*/ 52 w 366"/>
                      <a:gd name="T5" fmla="*/ 1189 h 1361"/>
                      <a:gd name="T6" fmla="*/ 67 w 366"/>
                      <a:gd name="T7" fmla="*/ 1144 h 1361"/>
                      <a:gd name="T8" fmla="*/ 135 w 366"/>
                      <a:gd name="T9" fmla="*/ 739 h 1361"/>
                      <a:gd name="T10" fmla="*/ 142 w 366"/>
                      <a:gd name="T11" fmla="*/ 671 h 1361"/>
                      <a:gd name="T12" fmla="*/ 157 w 366"/>
                      <a:gd name="T13" fmla="*/ 491 h 1361"/>
                      <a:gd name="T14" fmla="*/ 165 w 366"/>
                      <a:gd name="T15" fmla="*/ 229 h 1361"/>
                      <a:gd name="T16" fmla="*/ 172 w 366"/>
                      <a:gd name="T17" fmla="*/ 206 h 1361"/>
                      <a:gd name="T18" fmla="*/ 217 w 366"/>
                      <a:gd name="T19" fmla="*/ 41 h 1361"/>
                      <a:gd name="T20" fmla="*/ 337 w 366"/>
                      <a:gd name="T21" fmla="*/ 26 h 1361"/>
                      <a:gd name="T22" fmla="*/ 315 w 366"/>
                      <a:gd name="T23" fmla="*/ 34 h 1361"/>
                      <a:gd name="T24" fmla="*/ 292 w 366"/>
                      <a:gd name="T25" fmla="*/ 49 h 1361"/>
                      <a:gd name="T26" fmla="*/ 262 w 366"/>
                      <a:gd name="T27" fmla="*/ 94 h 1361"/>
                      <a:gd name="T28" fmla="*/ 247 w 366"/>
                      <a:gd name="T29" fmla="*/ 116 h 1361"/>
                      <a:gd name="T30" fmla="*/ 322 w 366"/>
                      <a:gd name="T31" fmla="*/ 386 h 1361"/>
                      <a:gd name="T32" fmla="*/ 352 w 366"/>
                      <a:gd name="T33" fmla="*/ 544 h 1361"/>
                      <a:gd name="T34" fmla="*/ 352 w 366"/>
                      <a:gd name="T35" fmla="*/ 844 h 1361"/>
                      <a:gd name="T36" fmla="*/ 300 w 366"/>
                      <a:gd name="T37" fmla="*/ 956 h 1361"/>
                      <a:gd name="T38" fmla="*/ 225 w 366"/>
                      <a:gd name="T39" fmla="*/ 1099 h 1361"/>
                      <a:gd name="T40" fmla="*/ 210 w 366"/>
                      <a:gd name="T41" fmla="*/ 1144 h 1361"/>
                      <a:gd name="T42" fmla="*/ 30 w 366"/>
                      <a:gd name="T43" fmla="*/ 1331 h 1361"/>
                      <a:gd name="T44" fmla="*/ 0 w 366"/>
                      <a:gd name="T45" fmla="*/ 1354 h 1361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366"/>
                      <a:gd name="T70" fmla="*/ 0 h 1361"/>
                      <a:gd name="T71" fmla="*/ 366 w 366"/>
                      <a:gd name="T72" fmla="*/ 1361 h 1361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366" h="1361">
                        <a:moveTo>
                          <a:pt x="0" y="1354"/>
                        </a:moveTo>
                        <a:cubicBezTo>
                          <a:pt x="11" y="1307"/>
                          <a:pt x="16" y="1255"/>
                          <a:pt x="37" y="1211"/>
                        </a:cubicBezTo>
                        <a:cubicBezTo>
                          <a:pt x="41" y="1203"/>
                          <a:pt x="48" y="1197"/>
                          <a:pt x="52" y="1189"/>
                        </a:cubicBezTo>
                        <a:cubicBezTo>
                          <a:pt x="58" y="1175"/>
                          <a:pt x="67" y="1144"/>
                          <a:pt x="67" y="1144"/>
                        </a:cubicBezTo>
                        <a:cubicBezTo>
                          <a:pt x="88" y="1007"/>
                          <a:pt x="99" y="873"/>
                          <a:pt x="135" y="739"/>
                        </a:cubicBezTo>
                        <a:cubicBezTo>
                          <a:pt x="137" y="716"/>
                          <a:pt x="140" y="694"/>
                          <a:pt x="142" y="671"/>
                        </a:cubicBezTo>
                        <a:cubicBezTo>
                          <a:pt x="147" y="611"/>
                          <a:pt x="157" y="491"/>
                          <a:pt x="157" y="491"/>
                        </a:cubicBezTo>
                        <a:cubicBezTo>
                          <a:pt x="160" y="404"/>
                          <a:pt x="160" y="316"/>
                          <a:pt x="165" y="229"/>
                        </a:cubicBezTo>
                        <a:cubicBezTo>
                          <a:pt x="165" y="221"/>
                          <a:pt x="171" y="214"/>
                          <a:pt x="172" y="206"/>
                        </a:cubicBezTo>
                        <a:cubicBezTo>
                          <a:pt x="180" y="160"/>
                          <a:pt x="167" y="59"/>
                          <a:pt x="217" y="41"/>
                        </a:cubicBezTo>
                        <a:cubicBezTo>
                          <a:pt x="260" y="0"/>
                          <a:pt x="241" y="7"/>
                          <a:pt x="337" y="26"/>
                        </a:cubicBezTo>
                        <a:cubicBezTo>
                          <a:pt x="345" y="28"/>
                          <a:pt x="322" y="30"/>
                          <a:pt x="315" y="34"/>
                        </a:cubicBezTo>
                        <a:cubicBezTo>
                          <a:pt x="307" y="38"/>
                          <a:pt x="300" y="44"/>
                          <a:pt x="292" y="49"/>
                        </a:cubicBezTo>
                        <a:cubicBezTo>
                          <a:pt x="282" y="64"/>
                          <a:pt x="272" y="79"/>
                          <a:pt x="262" y="94"/>
                        </a:cubicBezTo>
                        <a:cubicBezTo>
                          <a:pt x="257" y="101"/>
                          <a:pt x="247" y="116"/>
                          <a:pt x="247" y="116"/>
                        </a:cubicBezTo>
                        <a:cubicBezTo>
                          <a:pt x="258" y="210"/>
                          <a:pt x="293" y="296"/>
                          <a:pt x="322" y="386"/>
                        </a:cubicBezTo>
                        <a:cubicBezTo>
                          <a:pt x="338" y="437"/>
                          <a:pt x="340" y="492"/>
                          <a:pt x="352" y="544"/>
                        </a:cubicBezTo>
                        <a:cubicBezTo>
                          <a:pt x="366" y="683"/>
                          <a:pt x="365" y="638"/>
                          <a:pt x="352" y="844"/>
                        </a:cubicBezTo>
                        <a:cubicBezTo>
                          <a:pt x="350" y="868"/>
                          <a:pt x="311" y="924"/>
                          <a:pt x="300" y="956"/>
                        </a:cubicBezTo>
                        <a:cubicBezTo>
                          <a:pt x="282" y="1010"/>
                          <a:pt x="256" y="1051"/>
                          <a:pt x="225" y="1099"/>
                        </a:cubicBezTo>
                        <a:cubicBezTo>
                          <a:pt x="214" y="1115"/>
                          <a:pt x="219" y="1127"/>
                          <a:pt x="210" y="1144"/>
                        </a:cubicBezTo>
                        <a:cubicBezTo>
                          <a:pt x="171" y="1216"/>
                          <a:pt x="95" y="1287"/>
                          <a:pt x="30" y="1331"/>
                        </a:cubicBezTo>
                        <a:cubicBezTo>
                          <a:pt x="20" y="1361"/>
                          <a:pt x="30" y="1354"/>
                          <a:pt x="0" y="1354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49" name="Freeform 169"/>
                  <p:cNvSpPr>
                    <a:spLocks/>
                  </p:cNvSpPr>
                  <p:nvPr/>
                </p:nvSpPr>
                <p:spPr bwMode="auto">
                  <a:xfrm>
                    <a:off x="8169" y="887"/>
                    <a:ext cx="360" cy="1176"/>
                  </a:xfrm>
                  <a:custGeom>
                    <a:avLst/>
                    <a:gdLst>
                      <a:gd name="T0" fmla="*/ 89 w 360"/>
                      <a:gd name="T1" fmla="*/ 1176 h 1176"/>
                      <a:gd name="T2" fmla="*/ 111 w 360"/>
                      <a:gd name="T3" fmla="*/ 1093 h 1176"/>
                      <a:gd name="T4" fmla="*/ 134 w 360"/>
                      <a:gd name="T5" fmla="*/ 1056 h 1176"/>
                      <a:gd name="T6" fmla="*/ 156 w 360"/>
                      <a:gd name="T7" fmla="*/ 1033 h 1176"/>
                      <a:gd name="T8" fmla="*/ 164 w 360"/>
                      <a:gd name="T9" fmla="*/ 1011 h 1176"/>
                      <a:gd name="T10" fmla="*/ 194 w 360"/>
                      <a:gd name="T11" fmla="*/ 996 h 1176"/>
                      <a:gd name="T12" fmla="*/ 239 w 360"/>
                      <a:gd name="T13" fmla="*/ 988 h 1176"/>
                      <a:gd name="T14" fmla="*/ 179 w 360"/>
                      <a:gd name="T15" fmla="*/ 996 h 1176"/>
                      <a:gd name="T16" fmla="*/ 156 w 360"/>
                      <a:gd name="T17" fmla="*/ 1003 h 1176"/>
                      <a:gd name="T18" fmla="*/ 149 w 360"/>
                      <a:gd name="T19" fmla="*/ 981 h 1176"/>
                      <a:gd name="T20" fmla="*/ 171 w 360"/>
                      <a:gd name="T21" fmla="*/ 906 h 1176"/>
                      <a:gd name="T22" fmla="*/ 164 w 360"/>
                      <a:gd name="T23" fmla="*/ 876 h 1176"/>
                      <a:gd name="T24" fmla="*/ 164 w 360"/>
                      <a:gd name="T25" fmla="*/ 861 h 1176"/>
                      <a:gd name="T26" fmla="*/ 171 w 360"/>
                      <a:gd name="T27" fmla="*/ 838 h 1176"/>
                      <a:gd name="T28" fmla="*/ 269 w 360"/>
                      <a:gd name="T29" fmla="*/ 778 h 1176"/>
                      <a:gd name="T30" fmla="*/ 299 w 360"/>
                      <a:gd name="T31" fmla="*/ 831 h 1176"/>
                      <a:gd name="T32" fmla="*/ 201 w 360"/>
                      <a:gd name="T33" fmla="*/ 771 h 1176"/>
                      <a:gd name="T34" fmla="*/ 231 w 360"/>
                      <a:gd name="T35" fmla="*/ 613 h 1176"/>
                      <a:gd name="T36" fmla="*/ 314 w 360"/>
                      <a:gd name="T37" fmla="*/ 636 h 1176"/>
                      <a:gd name="T38" fmla="*/ 321 w 360"/>
                      <a:gd name="T39" fmla="*/ 658 h 1176"/>
                      <a:gd name="T40" fmla="*/ 314 w 360"/>
                      <a:gd name="T41" fmla="*/ 673 h 1176"/>
                      <a:gd name="T42" fmla="*/ 216 w 360"/>
                      <a:gd name="T43" fmla="*/ 606 h 1176"/>
                      <a:gd name="T44" fmla="*/ 164 w 360"/>
                      <a:gd name="T45" fmla="*/ 538 h 1176"/>
                      <a:gd name="T46" fmla="*/ 239 w 360"/>
                      <a:gd name="T47" fmla="*/ 561 h 1176"/>
                      <a:gd name="T48" fmla="*/ 201 w 360"/>
                      <a:gd name="T49" fmla="*/ 456 h 1176"/>
                      <a:gd name="T50" fmla="*/ 246 w 360"/>
                      <a:gd name="T51" fmla="*/ 426 h 1176"/>
                      <a:gd name="T52" fmla="*/ 291 w 360"/>
                      <a:gd name="T53" fmla="*/ 411 h 1176"/>
                      <a:gd name="T54" fmla="*/ 344 w 360"/>
                      <a:gd name="T55" fmla="*/ 381 h 1176"/>
                      <a:gd name="T56" fmla="*/ 321 w 360"/>
                      <a:gd name="T57" fmla="*/ 388 h 1176"/>
                      <a:gd name="T58" fmla="*/ 276 w 360"/>
                      <a:gd name="T59" fmla="*/ 403 h 1176"/>
                      <a:gd name="T60" fmla="*/ 231 w 360"/>
                      <a:gd name="T61" fmla="*/ 426 h 1176"/>
                      <a:gd name="T62" fmla="*/ 194 w 360"/>
                      <a:gd name="T63" fmla="*/ 336 h 1176"/>
                      <a:gd name="T64" fmla="*/ 141 w 360"/>
                      <a:gd name="T65" fmla="*/ 313 h 1176"/>
                      <a:gd name="T66" fmla="*/ 111 w 360"/>
                      <a:gd name="T67" fmla="*/ 306 h 1176"/>
                      <a:gd name="T68" fmla="*/ 156 w 360"/>
                      <a:gd name="T69" fmla="*/ 313 h 1176"/>
                      <a:gd name="T70" fmla="*/ 224 w 360"/>
                      <a:gd name="T71" fmla="*/ 351 h 1176"/>
                      <a:gd name="T72" fmla="*/ 246 w 360"/>
                      <a:gd name="T73" fmla="*/ 276 h 1176"/>
                      <a:gd name="T74" fmla="*/ 246 w 360"/>
                      <a:gd name="T75" fmla="*/ 246 h 1176"/>
                      <a:gd name="T76" fmla="*/ 201 w 360"/>
                      <a:gd name="T77" fmla="*/ 186 h 1176"/>
                      <a:gd name="T78" fmla="*/ 194 w 360"/>
                      <a:gd name="T79" fmla="*/ 156 h 1176"/>
                      <a:gd name="T80" fmla="*/ 224 w 360"/>
                      <a:gd name="T81" fmla="*/ 201 h 1176"/>
                      <a:gd name="T82" fmla="*/ 239 w 360"/>
                      <a:gd name="T83" fmla="*/ 178 h 1176"/>
                      <a:gd name="T84" fmla="*/ 246 w 360"/>
                      <a:gd name="T85" fmla="*/ 81 h 1176"/>
                      <a:gd name="T86" fmla="*/ 269 w 360"/>
                      <a:gd name="T87" fmla="*/ 36 h 1176"/>
                      <a:gd name="T88" fmla="*/ 284 w 360"/>
                      <a:gd name="T89" fmla="*/ 21 h 1176"/>
                      <a:gd name="T90" fmla="*/ 192 w 360"/>
                      <a:gd name="T91" fmla="*/ 17 h 117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360"/>
                      <a:gd name="T139" fmla="*/ 0 h 1176"/>
                      <a:gd name="T140" fmla="*/ 360 w 360"/>
                      <a:gd name="T141" fmla="*/ 1176 h 1176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360" h="1176">
                        <a:moveTo>
                          <a:pt x="89" y="1176"/>
                        </a:moveTo>
                        <a:cubicBezTo>
                          <a:pt x="94" y="1146"/>
                          <a:pt x="102" y="1121"/>
                          <a:pt x="111" y="1093"/>
                        </a:cubicBezTo>
                        <a:cubicBezTo>
                          <a:pt x="95" y="1043"/>
                          <a:pt x="22" y="1069"/>
                          <a:pt x="134" y="1056"/>
                        </a:cubicBezTo>
                        <a:cubicBezTo>
                          <a:pt x="141" y="1048"/>
                          <a:pt x="150" y="1042"/>
                          <a:pt x="156" y="1033"/>
                        </a:cubicBezTo>
                        <a:cubicBezTo>
                          <a:pt x="160" y="1027"/>
                          <a:pt x="158" y="1016"/>
                          <a:pt x="164" y="1011"/>
                        </a:cubicBezTo>
                        <a:cubicBezTo>
                          <a:pt x="172" y="1003"/>
                          <a:pt x="183" y="999"/>
                          <a:pt x="194" y="996"/>
                        </a:cubicBezTo>
                        <a:cubicBezTo>
                          <a:pt x="209" y="992"/>
                          <a:pt x="254" y="988"/>
                          <a:pt x="239" y="988"/>
                        </a:cubicBezTo>
                        <a:cubicBezTo>
                          <a:pt x="219" y="988"/>
                          <a:pt x="199" y="993"/>
                          <a:pt x="179" y="996"/>
                        </a:cubicBezTo>
                        <a:cubicBezTo>
                          <a:pt x="171" y="998"/>
                          <a:pt x="163" y="1007"/>
                          <a:pt x="156" y="1003"/>
                        </a:cubicBezTo>
                        <a:cubicBezTo>
                          <a:pt x="149" y="1000"/>
                          <a:pt x="149" y="989"/>
                          <a:pt x="149" y="981"/>
                        </a:cubicBezTo>
                        <a:cubicBezTo>
                          <a:pt x="149" y="931"/>
                          <a:pt x="150" y="937"/>
                          <a:pt x="171" y="906"/>
                        </a:cubicBezTo>
                        <a:cubicBezTo>
                          <a:pt x="169" y="896"/>
                          <a:pt x="173" y="880"/>
                          <a:pt x="164" y="876"/>
                        </a:cubicBezTo>
                        <a:cubicBezTo>
                          <a:pt x="128" y="859"/>
                          <a:pt x="0" y="876"/>
                          <a:pt x="164" y="861"/>
                        </a:cubicBezTo>
                        <a:cubicBezTo>
                          <a:pt x="166" y="853"/>
                          <a:pt x="170" y="846"/>
                          <a:pt x="171" y="838"/>
                        </a:cubicBezTo>
                        <a:cubicBezTo>
                          <a:pt x="187" y="741"/>
                          <a:pt x="151" y="769"/>
                          <a:pt x="269" y="778"/>
                        </a:cubicBezTo>
                        <a:cubicBezTo>
                          <a:pt x="278" y="792"/>
                          <a:pt x="360" y="873"/>
                          <a:pt x="299" y="831"/>
                        </a:cubicBezTo>
                        <a:cubicBezTo>
                          <a:pt x="280" y="776"/>
                          <a:pt x="258" y="779"/>
                          <a:pt x="201" y="771"/>
                        </a:cubicBezTo>
                        <a:cubicBezTo>
                          <a:pt x="195" y="722"/>
                          <a:pt x="185" y="644"/>
                          <a:pt x="231" y="613"/>
                        </a:cubicBezTo>
                        <a:cubicBezTo>
                          <a:pt x="254" y="616"/>
                          <a:pt x="295" y="613"/>
                          <a:pt x="314" y="636"/>
                        </a:cubicBezTo>
                        <a:cubicBezTo>
                          <a:pt x="319" y="642"/>
                          <a:pt x="318" y="651"/>
                          <a:pt x="321" y="658"/>
                        </a:cubicBezTo>
                        <a:cubicBezTo>
                          <a:pt x="334" y="685"/>
                          <a:pt x="350" y="686"/>
                          <a:pt x="314" y="673"/>
                        </a:cubicBezTo>
                        <a:cubicBezTo>
                          <a:pt x="275" y="615"/>
                          <a:pt x="280" y="625"/>
                          <a:pt x="216" y="606"/>
                        </a:cubicBezTo>
                        <a:cubicBezTo>
                          <a:pt x="207" y="541"/>
                          <a:pt x="213" y="556"/>
                          <a:pt x="164" y="538"/>
                        </a:cubicBezTo>
                        <a:cubicBezTo>
                          <a:pt x="177" y="580"/>
                          <a:pt x="199" y="567"/>
                          <a:pt x="239" y="561"/>
                        </a:cubicBezTo>
                        <a:cubicBezTo>
                          <a:pt x="229" y="524"/>
                          <a:pt x="214" y="492"/>
                          <a:pt x="201" y="456"/>
                        </a:cubicBezTo>
                        <a:cubicBezTo>
                          <a:pt x="216" y="446"/>
                          <a:pt x="231" y="436"/>
                          <a:pt x="246" y="426"/>
                        </a:cubicBezTo>
                        <a:cubicBezTo>
                          <a:pt x="259" y="417"/>
                          <a:pt x="291" y="411"/>
                          <a:pt x="291" y="411"/>
                        </a:cubicBezTo>
                        <a:cubicBezTo>
                          <a:pt x="308" y="400"/>
                          <a:pt x="331" y="396"/>
                          <a:pt x="344" y="381"/>
                        </a:cubicBezTo>
                        <a:cubicBezTo>
                          <a:pt x="349" y="375"/>
                          <a:pt x="329" y="385"/>
                          <a:pt x="321" y="388"/>
                        </a:cubicBezTo>
                        <a:cubicBezTo>
                          <a:pt x="261" y="408"/>
                          <a:pt x="338" y="384"/>
                          <a:pt x="276" y="403"/>
                        </a:cubicBezTo>
                        <a:cubicBezTo>
                          <a:pt x="259" y="414"/>
                          <a:pt x="235" y="432"/>
                          <a:pt x="231" y="426"/>
                        </a:cubicBezTo>
                        <a:cubicBezTo>
                          <a:pt x="201" y="381"/>
                          <a:pt x="243" y="364"/>
                          <a:pt x="194" y="336"/>
                        </a:cubicBezTo>
                        <a:cubicBezTo>
                          <a:pt x="177" y="326"/>
                          <a:pt x="160" y="318"/>
                          <a:pt x="141" y="313"/>
                        </a:cubicBezTo>
                        <a:cubicBezTo>
                          <a:pt x="131" y="310"/>
                          <a:pt x="101" y="306"/>
                          <a:pt x="111" y="306"/>
                        </a:cubicBezTo>
                        <a:cubicBezTo>
                          <a:pt x="126" y="306"/>
                          <a:pt x="141" y="311"/>
                          <a:pt x="156" y="313"/>
                        </a:cubicBezTo>
                        <a:cubicBezTo>
                          <a:pt x="208" y="348"/>
                          <a:pt x="184" y="337"/>
                          <a:pt x="224" y="351"/>
                        </a:cubicBezTo>
                        <a:cubicBezTo>
                          <a:pt x="252" y="309"/>
                          <a:pt x="232" y="346"/>
                          <a:pt x="246" y="276"/>
                        </a:cubicBezTo>
                        <a:cubicBezTo>
                          <a:pt x="253" y="243"/>
                          <a:pt x="296" y="213"/>
                          <a:pt x="246" y="246"/>
                        </a:cubicBezTo>
                        <a:cubicBezTo>
                          <a:pt x="220" y="228"/>
                          <a:pt x="219" y="212"/>
                          <a:pt x="201" y="186"/>
                        </a:cubicBezTo>
                        <a:cubicBezTo>
                          <a:pt x="199" y="176"/>
                          <a:pt x="185" y="150"/>
                          <a:pt x="194" y="156"/>
                        </a:cubicBezTo>
                        <a:cubicBezTo>
                          <a:pt x="209" y="166"/>
                          <a:pt x="224" y="201"/>
                          <a:pt x="224" y="201"/>
                        </a:cubicBezTo>
                        <a:cubicBezTo>
                          <a:pt x="229" y="193"/>
                          <a:pt x="237" y="187"/>
                          <a:pt x="239" y="178"/>
                        </a:cubicBezTo>
                        <a:cubicBezTo>
                          <a:pt x="245" y="146"/>
                          <a:pt x="234" y="111"/>
                          <a:pt x="246" y="81"/>
                        </a:cubicBezTo>
                        <a:cubicBezTo>
                          <a:pt x="264" y="34"/>
                          <a:pt x="341" y="0"/>
                          <a:pt x="269" y="36"/>
                        </a:cubicBezTo>
                        <a:cubicBezTo>
                          <a:pt x="269" y="36"/>
                          <a:pt x="279" y="26"/>
                          <a:pt x="284" y="21"/>
                        </a:cubicBezTo>
                        <a:lnTo>
                          <a:pt x="192" y="17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17" name="Group 170"/>
                <p:cNvGrpSpPr>
                  <a:grpSpLocks/>
                </p:cNvGrpSpPr>
                <p:nvPr/>
              </p:nvGrpSpPr>
              <p:grpSpPr bwMode="auto">
                <a:xfrm>
                  <a:off x="9554" y="724"/>
                  <a:ext cx="597" cy="1445"/>
                  <a:chOff x="7721" y="539"/>
                  <a:chExt cx="597" cy="1445"/>
                </a:xfrm>
              </p:grpSpPr>
              <p:sp>
                <p:nvSpPr>
                  <p:cNvPr id="144" name="Freeform 171"/>
                  <p:cNvSpPr>
                    <a:spLocks/>
                  </p:cNvSpPr>
                  <p:nvPr/>
                </p:nvSpPr>
                <p:spPr bwMode="auto">
                  <a:xfrm>
                    <a:off x="7721" y="693"/>
                    <a:ext cx="492" cy="1210"/>
                  </a:xfrm>
                  <a:custGeom>
                    <a:avLst/>
                    <a:gdLst>
                      <a:gd name="T0" fmla="*/ 469 w 492"/>
                      <a:gd name="T1" fmla="*/ 1160 h 1210"/>
                      <a:gd name="T2" fmla="*/ 439 w 492"/>
                      <a:gd name="T3" fmla="*/ 1115 h 1210"/>
                      <a:gd name="T4" fmla="*/ 372 w 492"/>
                      <a:gd name="T5" fmla="*/ 1017 h 1210"/>
                      <a:gd name="T6" fmla="*/ 327 w 492"/>
                      <a:gd name="T7" fmla="*/ 950 h 1210"/>
                      <a:gd name="T8" fmla="*/ 319 w 492"/>
                      <a:gd name="T9" fmla="*/ 927 h 1210"/>
                      <a:gd name="T10" fmla="*/ 312 w 492"/>
                      <a:gd name="T11" fmla="*/ 867 h 1210"/>
                      <a:gd name="T12" fmla="*/ 297 w 492"/>
                      <a:gd name="T13" fmla="*/ 845 h 1210"/>
                      <a:gd name="T14" fmla="*/ 237 w 492"/>
                      <a:gd name="T15" fmla="*/ 740 h 1210"/>
                      <a:gd name="T16" fmla="*/ 207 w 492"/>
                      <a:gd name="T17" fmla="*/ 687 h 1210"/>
                      <a:gd name="T18" fmla="*/ 147 w 492"/>
                      <a:gd name="T19" fmla="*/ 627 h 1210"/>
                      <a:gd name="T20" fmla="*/ 19 w 492"/>
                      <a:gd name="T21" fmla="*/ 432 h 1210"/>
                      <a:gd name="T22" fmla="*/ 42 w 492"/>
                      <a:gd name="T23" fmla="*/ 95 h 1210"/>
                      <a:gd name="T24" fmla="*/ 49 w 492"/>
                      <a:gd name="T25" fmla="*/ 12 h 1210"/>
                      <a:gd name="T26" fmla="*/ 72 w 492"/>
                      <a:gd name="T27" fmla="*/ 5 h 1210"/>
                      <a:gd name="T28" fmla="*/ 102 w 492"/>
                      <a:gd name="T29" fmla="*/ 50 h 1210"/>
                      <a:gd name="T30" fmla="*/ 132 w 492"/>
                      <a:gd name="T31" fmla="*/ 117 h 1210"/>
                      <a:gd name="T32" fmla="*/ 222 w 492"/>
                      <a:gd name="T33" fmla="*/ 267 h 1210"/>
                      <a:gd name="T34" fmla="*/ 229 w 492"/>
                      <a:gd name="T35" fmla="*/ 290 h 1210"/>
                      <a:gd name="T36" fmla="*/ 244 w 492"/>
                      <a:gd name="T37" fmla="*/ 312 h 1210"/>
                      <a:gd name="T38" fmla="*/ 304 w 492"/>
                      <a:gd name="T39" fmla="*/ 440 h 1210"/>
                      <a:gd name="T40" fmla="*/ 357 w 492"/>
                      <a:gd name="T41" fmla="*/ 575 h 1210"/>
                      <a:gd name="T42" fmla="*/ 364 w 492"/>
                      <a:gd name="T43" fmla="*/ 635 h 1210"/>
                      <a:gd name="T44" fmla="*/ 394 w 492"/>
                      <a:gd name="T45" fmla="*/ 755 h 1210"/>
                      <a:gd name="T46" fmla="*/ 454 w 492"/>
                      <a:gd name="T47" fmla="*/ 920 h 1210"/>
                      <a:gd name="T48" fmla="*/ 484 w 492"/>
                      <a:gd name="T49" fmla="*/ 1197 h 1210"/>
                      <a:gd name="T50" fmla="*/ 469 w 492"/>
                      <a:gd name="T51" fmla="*/ 1160 h 1210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492"/>
                      <a:gd name="T79" fmla="*/ 0 h 1210"/>
                      <a:gd name="T80" fmla="*/ 492 w 492"/>
                      <a:gd name="T81" fmla="*/ 1210 h 1210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492" h="1210">
                        <a:moveTo>
                          <a:pt x="469" y="1160"/>
                        </a:moveTo>
                        <a:cubicBezTo>
                          <a:pt x="454" y="1111"/>
                          <a:pt x="474" y="1163"/>
                          <a:pt x="439" y="1115"/>
                        </a:cubicBezTo>
                        <a:cubicBezTo>
                          <a:pt x="415" y="1082"/>
                          <a:pt x="400" y="1047"/>
                          <a:pt x="372" y="1017"/>
                        </a:cubicBezTo>
                        <a:cubicBezTo>
                          <a:pt x="361" y="988"/>
                          <a:pt x="349" y="972"/>
                          <a:pt x="327" y="950"/>
                        </a:cubicBezTo>
                        <a:cubicBezTo>
                          <a:pt x="324" y="942"/>
                          <a:pt x="320" y="935"/>
                          <a:pt x="319" y="927"/>
                        </a:cubicBezTo>
                        <a:cubicBezTo>
                          <a:pt x="315" y="907"/>
                          <a:pt x="317" y="886"/>
                          <a:pt x="312" y="867"/>
                        </a:cubicBezTo>
                        <a:cubicBezTo>
                          <a:pt x="310" y="858"/>
                          <a:pt x="301" y="853"/>
                          <a:pt x="297" y="845"/>
                        </a:cubicBezTo>
                        <a:cubicBezTo>
                          <a:pt x="276" y="799"/>
                          <a:pt x="252" y="788"/>
                          <a:pt x="237" y="740"/>
                        </a:cubicBezTo>
                        <a:cubicBezTo>
                          <a:pt x="212" y="659"/>
                          <a:pt x="237" y="732"/>
                          <a:pt x="207" y="687"/>
                        </a:cubicBezTo>
                        <a:cubicBezTo>
                          <a:pt x="187" y="654"/>
                          <a:pt x="178" y="669"/>
                          <a:pt x="147" y="627"/>
                        </a:cubicBezTo>
                        <a:cubicBezTo>
                          <a:pt x="116" y="585"/>
                          <a:pt x="37" y="521"/>
                          <a:pt x="19" y="432"/>
                        </a:cubicBezTo>
                        <a:cubicBezTo>
                          <a:pt x="24" y="247"/>
                          <a:pt x="0" y="212"/>
                          <a:pt x="42" y="95"/>
                        </a:cubicBezTo>
                        <a:cubicBezTo>
                          <a:pt x="44" y="67"/>
                          <a:pt x="40" y="38"/>
                          <a:pt x="49" y="12"/>
                        </a:cubicBezTo>
                        <a:cubicBezTo>
                          <a:pt x="52" y="4"/>
                          <a:pt x="65" y="0"/>
                          <a:pt x="72" y="5"/>
                        </a:cubicBezTo>
                        <a:cubicBezTo>
                          <a:pt x="87" y="16"/>
                          <a:pt x="102" y="50"/>
                          <a:pt x="102" y="50"/>
                        </a:cubicBezTo>
                        <a:cubicBezTo>
                          <a:pt x="120" y="103"/>
                          <a:pt x="108" y="82"/>
                          <a:pt x="132" y="117"/>
                        </a:cubicBezTo>
                        <a:cubicBezTo>
                          <a:pt x="149" y="174"/>
                          <a:pt x="189" y="218"/>
                          <a:pt x="222" y="267"/>
                        </a:cubicBezTo>
                        <a:cubicBezTo>
                          <a:pt x="224" y="275"/>
                          <a:pt x="225" y="283"/>
                          <a:pt x="229" y="290"/>
                        </a:cubicBezTo>
                        <a:cubicBezTo>
                          <a:pt x="233" y="298"/>
                          <a:pt x="241" y="304"/>
                          <a:pt x="244" y="312"/>
                        </a:cubicBezTo>
                        <a:cubicBezTo>
                          <a:pt x="259" y="357"/>
                          <a:pt x="253" y="421"/>
                          <a:pt x="304" y="440"/>
                        </a:cubicBezTo>
                        <a:cubicBezTo>
                          <a:pt x="323" y="618"/>
                          <a:pt x="289" y="417"/>
                          <a:pt x="357" y="575"/>
                        </a:cubicBezTo>
                        <a:cubicBezTo>
                          <a:pt x="365" y="593"/>
                          <a:pt x="360" y="615"/>
                          <a:pt x="364" y="635"/>
                        </a:cubicBezTo>
                        <a:cubicBezTo>
                          <a:pt x="371" y="675"/>
                          <a:pt x="386" y="715"/>
                          <a:pt x="394" y="755"/>
                        </a:cubicBezTo>
                        <a:cubicBezTo>
                          <a:pt x="406" y="813"/>
                          <a:pt x="440" y="863"/>
                          <a:pt x="454" y="920"/>
                        </a:cubicBezTo>
                        <a:cubicBezTo>
                          <a:pt x="475" y="1005"/>
                          <a:pt x="492" y="1111"/>
                          <a:pt x="484" y="1197"/>
                        </a:cubicBezTo>
                        <a:cubicBezTo>
                          <a:pt x="483" y="1210"/>
                          <a:pt x="474" y="1172"/>
                          <a:pt x="469" y="1160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45" name="Freeform 172"/>
                  <p:cNvSpPr>
                    <a:spLocks/>
                  </p:cNvSpPr>
                  <p:nvPr/>
                </p:nvSpPr>
                <p:spPr bwMode="auto">
                  <a:xfrm>
                    <a:off x="7797" y="539"/>
                    <a:ext cx="521" cy="1445"/>
                  </a:xfrm>
                  <a:custGeom>
                    <a:avLst/>
                    <a:gdLst>
                      <a:gd name="T0" fmla="*/ 408 w 521"/>
                      <a:gd name="T1" fmla="*/ 1321 h 1445"/>
                      <a:gd name="T2" fmla="*/ 363 w 521"/>
                      <a:gd name="T3" fmla="*/ 1066 h 1445"/>
                      <a:gd name="T4" fmla="*/ 303 w 521"/>
                      <a:gd name="T5" fmla="*/ 916 h 1445"/>
                      <a:gd name="T6" fmla="*/ 258 w 521"/>
                      <a:gd name="T7" fmla="*/ 759 h 1445"/>
                      <a:gd name="T8" fmla="*/ 243 w 521"/>
                      <a:gd name="T9" fmla="*/ 676 h 1445"/>
                      <a:gd name="T10" fmla="*/ 228 w 521"/>
                      <a:gd name="T11" fmla="*/ 631 h 1445"/>
                      <a:gd name="T12" fmla="*/ 213 w 521"/>
                      <a:gd name="T13" fmla="*/ 601 h 1445"/>
                      <a:gd name="T14" fmla="*/ 168 w 521"/>
                      <a:gd name="T15" fmla="*/ 474 h 1445"/>
                      <a:gd name="T16" fmla="*/ 146 w 521"/>
                      <a:gd name="T17" fmla="*/ 429 h 1445"/>
                      <a:gd name="T18" fmla="*/ 86 w 521"/>
                      <a:gd name="T19" fmla="*/ 324 h 1445"/>
                      <a:gd name="T20" fmla="*/ 33 w 521"/>
                      <a:gd name="T21" fmla="*/ 256 h 1445"/>
                      <a:gd name="T22" fmla="*/ 3 w 521"/>
                      <a:gd name="T23" fmla="*/ 54 h 1445"/>
                      <a:gd name="T24" fmla="*/ 11 w 521"/>
                      <a:gd name="T25" fmla="*/ 9 h 1445"/>
                      <a:gd name="T26" fmla="*/ 48 w 521"/>
                      <a:gd name="T27" fmla="*/ 46 h 1445"/>
                      <a:gd name="T28" fmla="*/ 116 w 521"/>
                      <a:gd name="T29" fmla="*/ 91 h 1445"/>
                      <a:gd name="T30" fmla="*/ 161 w 521"/>
                      <a:gd name="T31" fmla="*/ 121 h 1445"/>
                      <a:gd name="T32" fmla="*/ 183 w 521"/>
                      <a:gd name="T33" fmla="*/ 136 h 1445"/>
                      <a:gd name="T34" fmla="*/ 281 w 521"/>
                      <a:gd name="T35" fmla="*/ 271 h 1445"/>
                      <a:gd name="T36" fmla="*/ 371 w 521"/>
                      <a:gd name="T37" fmla="*/ 406 h 1445"/>
                      <a:gd name="T38" fmla="*/ 446 w 521"/>
                      <a:gd name="T39" fmla="*/ 481 h 1445"/>
                      <a:gd name="T40" fmla="*/ 483 w 521"/>
                      <a:gd name="T41" fmla="*/ 519 h 1445"/>
                      <a:gd name="T42" fmla="*/ 521 w 521"/>
                      <a:gd name="T43" fmla="*/ 631 h 1445"/>
                      <a:gd name="T44" fmla="*/ 506 w 521"/>
                      <a:gd name="T45" fmla="*/ 1141 h 1445"/>
                      <a:gd name="T46" fmla="*/ 483 w 521"/>
                      <a:gd name="T47" fmla="*/ 1231 h 1445"/>
                      <a:gd name="T48" fmla="*/ 453 w 521"/>
                      <a:gd name="T49" fmla="*/ 1276 h 1445"/>
                      <a:gd name="T50" fmla="*/ 438 w 521"/>
                      <a:gd name="T51" fmla="*/ 1321 h 1445"/>
                      <a:gd name="T52" fmla="*/ 431 w 521"/>
                      <a:gd name="T53" fmla="*/ 1359 h 1445"/>
                      <a:gd name="T54" fmla="*/ 384 w 521"/>
                      <a:gd name="T55" fmla="*/ 1445 h 1445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w 521"/>
                      <a:gd name="T85" fmla="*/ 0 h 1445"/>
                      <a:gd name="T86" fmla="*/ 521 w 521"/>
                      <a:gd name="T87" fmla="*/ 1445 h 1445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T84" t="T85" r="T86" b="T87"/>
                    <a:pathLst>
                      <a:path w="521" h="1445">
                        <a:moveTo>
                          <a:pt x="408" y="1321"/>
                        </a:moveTo>
                        <a:cubicBezTo>
                          <a:pt x="406" y="1249"/>
                          <a:pt x="458" y="1091"/>
                          <a:pt x="363" y="1066"/>
                        </a:cubicBezTo>
                        <a:cubicBezTo>
                          <a:pt x="333" y="1022"/>
                          <a:pt x="319" y="967"/>
                          <a:pt x="303" y="916"/>
                        </a:cubicBezTo>
                        <a:cubicBezTo>
                          <a:pt x="287" y="864"/>
                          <a:pt x="269" y="812"/>
                          <a:pt x="258" y="759"/>
                        </a:cubicBezTo>
                        <a:cubicBezTo>
                          <a:pt x="250" y="721"/>
                          <a:pt x="253" y="712"/>
                          <a:pt x="243" y="676"/>
                        </a:cubicBezTo>
                        <a:cubicBezTo>
                          <a:pt x="239" y="661"/>
                          <a:pt x="235" y="645"/>
                          <a:pt x="228" y="631"/>
                        </a:cubicBezTo>
                        <a:cubicBezTo>
                          <a:pt x="223" y="621"/>
                          <a:pt x="217" y="612"/>
                          <a:pt x="213" y="601"/>
                        </a:cubicBezTo>
                        <a:cubicBezTo>
                          <a:pt x="198" y="556"/>
                          <a:pt x="195" y="514"/>
                          <a:pt x="168" y="474"/>
                        </a:cubicBezTo>
                        <a:cubicBezTo>
                          <a:pt x="146" y="400"/>
                          <a:pt x="180" y="504"/>
                          <a:pt x="146" y="429"/>
                        </a:cubicBezTo>
                        <a:cubicBezTo>
                          <a:pt x="128" y="389"/>
                          <a:pt x="124" y="350"/>
                          <a:pt x="86" y="324"/>
                        </a:cubicBezTo>
                        <a:cubicBezTo>
                          <a:pt x="75" y="293"/>
                          <a:pt x="51" y="284"/>
                          <a:pt x="33" y="256"/>
                        </a:cubicBezTo>
                        <a:cubicBezTo>
                          <a:pt x="23" y="189"/>
                          <a:pt x="15" y="121"/>
                          <a:pt x="3" y="54"/>
                        </a:cubicBezTo>
                        <a:cubicBezTo>
                          <a:pt x="6" y="39"/>
                          <a:pt x="0" y="20"/>
                          <a:pt x="11" y="9"/>
                        </a:cubicBezTo>
                        <a:cubicBezTo>
                          <a:pt x="20" y="0"/>
                          <a:pt x="48" y="46"/>
                          <a:pt x="48" y="46"/>
                        </a:cubicBezTo>
                        <a:cubicBezTo>
                          <a:pt x="53" y="51"/>
                          <a:pt x="102" y="82"/>
                          <a:pt x="116" y="91"/>
                        </a:cubicBezTo>
                        <a:cubicBezTo>
                          <a:pt x="131" y="101"/>
                          <a:pt x="146" y="111"/>
                          <a:pt x="161" y="121"/>
                        </a:cubicBezTo>
                        <a:cubicBezTo>
                          <a:pt x="168" y="126"/>
                          <a:pt x="183" y="136"/>
                          <a:pt x="183" y="136"/>
                        </a:cubicBezTo>
                        <a:cubicBezTo>
                          <a:pt x="213" y="182"/>
                          <a:pt x="250" y="224"/>
                          <a:pt x="281" y="271"/>
                        </a:cubicBezTo>
                        <a:cubicBezTo>
                          <a:pt x="311" y="316"/>
                          <a:pt x="341" y="361"/>
                          <a:pt x="371" y="406"/>
                        </a:cubicBezTo>
                        <a:cubicBezTo>
                          <a:pt x="391" y="435"/>
                          <a:pt x="427" y="451"/>
                          <a:pt x="446" y="481"/>
                        </a:cubicBezTo>
                        <a:cubicBezTo>
                          <a:pt x="466" y="511"/>
                          <a:pt x="453" y="499"/>
                          <a:pt x="483" y="519"/>
                        </a:cubicBezTo>
                        <a:cubicBezTo>
                          <a:pt x="496" y="556"/>
                          <a:pt x="508" y="594"/>
                          <a:pt x="521" y="631"/>
                        </a:cubicBezTo>
                        <a:cubicBezTo>
                          <a:pt x="520" y="656"/>
                          <a:pt x="513" y="1045"/>
                          <a:pt x="506" y="1141"/>
                        </a:cubicBezTo>
                        <a:cubicBezTo>
                          <a:pt x="504" y="1164"/>
                          <a:pt x="493" y="1210"/>
                          <a:pt x="483" y="1231"/>
                        </a:cubicBezTo>
                        <a:cubicBezTo>
                          <a:pt x="475" y="1247"/>
                          <a:pt x="453" y="1276"/>
                          <a:pt x="453" y="1276"/>
                        </a:cubicBezTo>
                        <a:cubicBezTo>
                          <a:pt x="448" y="1291"/>
                          <a:pt x="442" y="1306"/>
                          <a:pt x="438" y="1321"/>
                        </a:cubicBezTo>
                        <a:cubicBezTo>
                          <a:pt x="435" y="1333"/>
                          <a:pt x="431" y="1359"/>
                          <a:pt x="431" y="1359"/>
                        </a:cubicBezTo>
                        <a:lnTo>
                          <a:pt x="384" y="1445"/>
                        </a:ln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46" name="Freeform 173"/>
                  <p:cNvSpPr>
                    <a:spLocks/>
                  </p:cNvSpPr>
                  <p:nvPr/>
                </p:nvSpPr>
                <p:spPr bwMode="auto">
                  <a:xfrm>
                    <a:off x="7821" y="782"/>
                    <a:ext cx="432" cy="1048"/>
                  </a:xfrm>
                  <a:custGeom>
                    <a:avLst/>
                    <a:gdLst>
                      <a:gd name="T0" fmla="*/ 377 w 432"/>
                      <a:gd name="T1" fmla="*/ 1048 h 1048"/>
                      <a:gd name="T2" fmla="*/ 332 w 432"/>
                      <a:gd name="T3" fmla="*/ 958 h 1048"/>
                      <a:gd name="T4" fmla="*/ 324 w 432"/>
                      <a:gd name="T5" fmla="*/ 936 h 1048"/>
                      <a:gd name="T6" fmla="*/ 324 w 432"/>
                      <a:gd name="T7" fmla="*/ 913 h 1048"/>
                      <a:gd name="T8" fmla="*/ 377 w 432"/>
                      <a:gd name="T9" fmla="*/ 966 h 1048"/>
                      <a:gd name="T10" fmla="*/ 362 w 432"/>
                      <a:gd name="T11" fmla="*/ 868 h 1048"/>
                      <a:gd name="T12" fmla="*/ 332 w 432"/>
                      <a:gd name="T13" fmla="*/ 793 h 1048"/>
                      <a:gd name="T14" fmla="*/ 407 w 432"/>
                      <a:gd name="T15" fmla="*/ 711 h 1048"/>
                      <a:gd name="T16" fmla="*/ 384 w 432"/>
                      <a:gd name="T17" fmla="*/ 718 h 1048"/>
                      <a:gd name="T18" fmla="*/ 339 w 432"/>
                      <a:gd name="T19" fmla="*/ 748 h 1048"/>
                      <a:gd name="T20" fmla="*/ 309 w 432"/>
                      <a:gd name="T21" fmla="*/ 793 h 1048"/>
                      <a:gd name="T22" fmla="*/ 279 w 432"/>
                      <a:gd name="T23" fmla="*/ 741 h 1048"/>
                      <a:gd name="T24" fmla="*/ 264 w 432"/>
                      <a:gd name="T25" fmla="*/ 696 h 1048"/>
                      <a:gd name="T26" fmla="*/ 219 w 432"/>
                      <a:gd name="T27" fmla="*/ 681 h 1048"/>
                      <a:gd name="T28" fmla="*/ 272 w 432"/>
                      <a:gd name="T29" fmla="*/ 673 h 1048"/>
                      <a:gd name="T30" fmla="*/ 279 w 432"/>
                      <a:gd name="T31" fmla="*/ 591 h 1048"/>
                      <a:gd name="T32" fmla="*/ 414 w 432"/>
                      <a:gd name="T33" fmla="*/ 478 h 1048"/>
                      <a:gd name="T34" fmla="*/ 369 w 432"/>
                      <a:gd name="T35" fmla="*/ 508 h 1048"/>
                      <a:gd name="T36" fmla="*/ 347 w 432"/>
                      <a:gd name="T37" fmla="*/ 516 h 1048"/>
                      <a:gd name="T38" fmla="*/ 279 w 432"/>
                      <a:gd name="T39" fmla="*/ 568 h 1048"/>
                      <a:gd name="T40" fmla="*/ 257 w 432"/>
                      <a:gd name="T41" fmla="*/ 583 h 1048"/>
                      <a:gd name="T42" fmla="*/ 227 w 432"/>
                      <a:gd name="T43" fmla="*/ 531 h 1048"/>
                      <a:gd name="T44" fmla="*/ 174 w 432"/>
                      <a:gd name="T45" fmla="*/ 448 h 1048"/>
                      <a:gd name="T46" fmla="*/ 189 w 432"/>
                      <a:gd name="T47" fmla="*/ 471 h 1048"/>
                      <a:gd name="T48" fmla="*/ 234 w 432"/>
                      <a:gd name="T49" fmla="*/ 396 h 1048"/>
                      <a:gd name="T50" fmla="*/ 302 w 432"/>
                      <a:gd name="T51" fmla="*/ 366 h 1048"/>
                      <a:gd name="T52" fmla="*/ 324 w 432"/>
                      <a:gd name="T53" fmla="*/ 358 h 1048"/>
                      <a:gd name="T54" fmla="*/ 234 w 432"/>
                      <a:gd name="T55" fmla="*/ 366 h 1048"/>
                      <a:gd name="T56" fmla="*/ 182 w 432"/>
                      <a:gd name="T57" fmla="*/ 336 h 1048"/>
                      <a:gd name="T58" fmla="*/ 174 w 432"/>
                      <a:gd name="T59" fmla="*/ 283 h 1048"/>
                      <a:gd name="T60" fmla="*/ 152 w 432"/>
                      <a:gd name="T61" fmla="*/ 268 h 1048"/>
                      <a:gd name="T62" fmla="*/ 62 w 432"/>
                      <a:gd name="T63" fmla="*/ 276 h 1048"/>
                      <a:gd name="T64" fmla="*/ 197 w 432"/>
                      <a:gd name="T65" fmla="*/ 268 h 1048"/>
                      <a:gd name="T66" fmla="*/ 234 w 432"/>
                      <a:gd name="T67" fmla="*/ 231 h 1048"/>
                      <a:gd name="T68" fmla="*/ 257 w 432"/>
                      <a:gd name="T69" fmla="*/ 216 h 1048"/>
                      <a:gd name="T70" fmla="*/ 204 w 432"/>
                      <a:gd name="T71" fmla="*/ 231 h 1048"/>
                      <a:gd name="T72" fmla="*/ 137 w 432"/>
                      <a:gd name="T73" fmla="*/ 261 h 1048"/>
                      <a:gd name="T74" fmla="*/ 107 w 432"/>
                      <a:gd name="T75" fmla="*/ 171 h 1048"/>
                      <a:gd name="T76" fmla="*/ 99 w 432"/>
                      <a:gd name="T77" fmla="*/ 148 h 1048"/>
                      <a:gd name="T78" fmla="*/ 77 w 432"/>
                      <a:gd name="T79" fmla="*/ 141 h 1048"/>
                      <a:gd name="T80" fmla="*/ 129 w 432"/>
                      <a:gd name="T81" fmla="*/ 133 h 1048"/>
                      <a:gd name="T82" fmla="*/ 167 w 432"/>
                      <a:gd name="T83" fmla="*/ 36 h 1048"/>
                      <a:gd name="T84" fmla="*/ 174 w 432"/>
                      <a:gd name="T85" fmla="*/ 6 h 1048"/>
                      <a:gd name="T86" fmla="*/ 152 w 432"/>
                      <a:gd name="T87" fmla="*/ 13 h 1048"/>
                      <a:gd name="T88" fmla="*/ 92 w 432"/>
                      <a:gd name="T89" fmla="*/ 141 h 1048"/>
                      <a:gd name="T90" fmla="*/ 54 w 432"/>
                      <a:gd name="T91" fmla="*/ 28 h 1048"/>
                      <a:gd name="T92" fmla="*/ 47 w 432"/>
                      <a:gd name="T93" fmla="*/ 58 h 1048"/>
                      <a:gd name="T94" fmla="*/ 39 w 432"/>
                      <a:gd name="T95" fmla="*/ 81 h 1048"/>
                      <a:gd name="T96" fmla="*/ 0 w 432"/>
                      <a:gd name="T97" fmla="*/ 122 h 104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432"/>
                      <a:gd name="T148" fmla="*/ 0 h 1048"/>
                      <a:gd name="T149" fmla="*/ 432 w 432"/>
                      <a:gd name="T150" fmla="*/ 1048 h 1048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432" h="1048">
                        <a:moveTo>
                          <a:pt x="377" y="1048"/>
                        </a:moveTo>
                        <a:cubicBezTo>
                          <a:pt x="369" y="1001"/>
                          <a:pt x="364" y="991"/>
                          <a:pt x="332" y="958"/>
                        </a:cubicBezTo>
                        <a:cubicBezTo>
                          <a:pt x="329" y="951"/>
                          <a:pt x="329" y="942"/>
                          <a:pt x="324" y="936"/>
                        </a:cubicBezTo>
                        <a:cubicBezTo>
                          <a:pt x="305" y="913"/>
                          <a:pt x="285" y="927"/>
                          <a:pt x="324" y="913"/>
                        </a:cubicBezTo>
                        <a:cubicBezTo>
                          <a:pt x="352" y="932"/>
                          <a:pt x="349" y="947"/>
                          <a:pt x="377" y="966"/>
                        </a:cubicBezTo>
                        <a:cubicBezTo>
                          <a:pt x="371" y="933"/>
                          <a:pt x="370" y="900"/>
                          <a:pt x="362" y="868"/>
                        </a:cubicBezTo>
                        <a:cubicBezTo>
                          <a:pt x="356" y="844"/>
                          <a:pt x="340" y="818"/>
                          <a:pt x="332" y="793"/>
                        </a:cubicBezTo>
                        <a:cubicBezTo>
                          <a:pt x="341" y="738"/>
                          <a:pt x="343" y="711"/>
                          <a:pt x="407" y="711"/>
                        </a:cubicBezTo>
                        <a:cubicBezTo>
                          <a:pt x="415" y="711"/>
                          <a:pt x="392" y="716"/>
                          <a:pt x="384" y="718"/>
                        </a:cubicBezTo>
                        <a:cubicBezTo>
                          <a:pt x="369" y="728"/>
                          <a:pt x="354" y="738"/>
                          <a:pt x="339" y="748"/>
                        </a:cubicBezTo>
                        <a:cubicBezTo>
                          <a:pt x="324" y="758"/>
                          <a:pt x="309" y="793"/>
                          <a:pt x="309" y="793"/>
                        </a:cubicBezTo>
                        <a:cubicBezTo>
                          <a:pt x="294" y="771"/>
                          <a:pt x="290" y="767"/>
                          <a:pt x="279" y="741"/>
                        </a:cubicBezTo>
                        <a:cubicBezTo>
                          <a:pt x="278" y="738"/>
                          <a:pt x="267" y="699"/>
                          <a:pt x="264" y="696"/>
                        </a:cubicBezTo>
                        <a:cubicBezTo>
                          <a:pt x="261" y="693"/>
                          <a:pt x="222" y="682"/>
                          <a:pt x="219" y="681"/>
                        </a:cubicBezTo>
                        <a:cubicBezTo>
                          <a:pt x="237" y="678"/>
                          <a:pt x="262" y="688"/>
                          <a:pt x="272" y="673"/>
                        </a:cubicBezTo>
                        <a:cubicBezTo>
                          <a:pt x="287" y="650"/>
                          <a:pt x="275" y="618"/>
                          <a:pt x="279" y="591"/>
                        </a:cubicBezTo>
                        <a:cubicBezTo>
                          <a:pt x="284" y="556"/>
                          <a:pt x="386" y="478"/>
                          <a:pt x="414" y="478"/>
                        </a:cubicBezTo>
                        <a:cubicBezTo>
                          <a:pt x="432" y="478"/>
                          <a:pt x="386" y="502"/>
                          <a:pt x="369" y="508"/>
                        </a:cubicBezTo>
                        <a:cubicBezTo>
                          <a:pt x="362" y="511"/>
                          <a:pt x="354" y="513"/>
                          <a:pt x="347" y="516"/>
                        </a:cubicBezTo>
                        <a:cubicBezTo>
                          <a:pt x="310" y="551"/>
                          <a:pt x="334" y="531"/>
                          <a:pt x="279" y="568"/>
                        </a:cubicBezTo>
                        <a:cubicBezTo>
                          <a:pt x="272" y="573"/>
                          <a:pt x="257" y="583"/>
                          <a:pt x="257" y="583"/>
                        </a:cubicBezTo>
                        <a:cubicBezTo>
                          <a:pt x="223" y="561"/>
                          <a:pt x="240" y="548"/>
                          <a:pt x="227" y="531"/>
                        </a:cubicBezTo>
                        <a:cubicBezTo>
                          <a:pt x="217" y="518"/>
                          <a:pt x="105" y="426"/>
                          <a:pt x="174" y="448"/>
                        </a:cubicBezTo>
                        <a:cubicBezTo>
                          <a:pt x="179" y="456"/>
                          <a:pt x="183" y="465"/>
                          <a:pt x="189" y="471"/>
                        </a:cubicBezTo>
                        <a:cubicBezTo>
                          <a:pt x="238" y="520"/>
                          <a:pt x="205" y="424"/>
                          <a:pt x="234" y="396"/>
                        </a:cubicBezTo>
                        <a:cubicBezTo>
                          <a:pt x="252" y="378"/>
                          <a:pt x="279" y="374"/>
                          <a:pt x="302" y="366"/>
                        </a:cubicBezTo>
                        <a:cubicBezTo>
                          <a:pt x="309" y="364"/>
                          <a:pt x="332" y="358"/>
                          <a:pt x="324" y="358"/>
                        </a:cubicBezTo>
                        <a:cubicBezTo>
                          <a:pt x="294" y="358"/>
                          <a:pt x="264" y="363"/>
                          <a:pt x="234" y="366"/>
                        </a:cubicBezTo>
                        <a:cubicBezTo>
                          <a:pt x="195" y="392"/>
                          <a:pt x="194" y="373"/>
                          <a:pt x="182" y="336"/>
                        </a:cubicBezTo>
                        <a:cubicBezTo>
                          <a:pt x="179" y="318"/>
                          <a:pt x="181" y="299"/>
                          <a:pt x="174" y="283"/>
                        </a:cubicBezTo>
                        <a:cubicBezTo>
                          <a:pt x="170" y="275"/>
                          <a:pt x="161" y="269"/>
                          <a:pt x="152" y="268"/>
                        </a:cubicBezTo>
                        <a:cubicBezTo>
                          <a:pt x="122" y="266"/>
                          <a:pt x="32" y="276"/>
                          <a:pt x="62" y="276"/>
                        </a:cubicBezTo>
                        <a:cubicBezTo>
                          <a:pt x="107" y="276"/>
                          <a:pt x="152" y="271"/>
                          <a:pt x="197" y="268"/>
                        </a:cubicBezTo>
                        <a:cubicBezTo>
                          <a:pt x="260" y="225"/>
                          <a:pt x="180" y="283"/>
                          <a:pt x="234" y="231"/>
                        </a:cubicBezTo>
                        <a:cubicBezTo>
                          <a:pt x="241" y="225"/>
                          <a:pt x="263" y="223"/>
                          <a:pt x="257" y="216"/>
                        </a:cubicBezTo>
                        <a:cubicBezTo>
                          <a:pt x="254" y="213"/>
                          <a:pt x="209" y="229"/>
                          <a:pt x="204" y="231"/>
                        </a:cubicBezTo>
                        <a:cubicBezTo>
                          <a:pt x="180" y="255"/>
                          <a:pt x="171" y="272"/>
                          <a:pt x="137" y="261"/>
                        </a:cubicBezTo>
                        <a:cubicBezTo>
                          <a:pt x="127" y="231"/>
                          <a:pt x="117" y="201"/>
                          <a:pt x="107" y="171"/>
                        </a:cubicBezTo>
                        <a:cubicBezTo>
                          <a:pt x="104" y="163"/>
                          <a:pt x="107" y="150"/>
                          <a:pt x="99" y="148"/>
                        </a:cubicBezTo>
                        <a:cubicBezTo>
                          <a:pt x="92" y="146"/>
                          <a:pt x="84" y="143"/>
                          <a:pt x="77" y="141"/>
                        </a:cubicBezTo>
                        <a:cubicBezTo>
                          <a:pt x="94" y="138"/>
                          <a:pt x="113" y="140"/>
                          <a:pt x="129" y="133"/>
                        </a:cubicBezTo>
                        <a:cubicBezTo>
                          <a:pt x="153" y="122"/>
                          <a:pt x="161" y="57"/>
                          <a:pt x="167" y="36"/>
                        </a:cubicBezTo>
                        <a:cubicBezTo>
                          <a:pt x="170" y="26"/>
                          <a:pt x="180" y="15"/>
                          <a:pt x="174" y="6"/>
                        </a:cubicBezTo>
                        <a:cubicBezTo>
                          <a:pt x="170" y="0"/>
                          <a:pt x="159" y="11"/>
                          <a:pt x="152" y="13"/>
                        </a:cubicBezTo>
                        <a:cubicBezTo>
                          <a:pt x="137" y="57"/>
                          <a:pt x="132" y="114"/>
                          <a:pt x="92" y="141"/>
                        </a:cubicBezTo>
                        <a:cubicBezTo>
                          <a:pt x="69" y="106"/>
                          <a:pt x="65" y="68"/>
                          <a:pt x="54" y="28"/>
                        </a:cubicBezTo>
                        <a:cubicBezTo>
                          <a:pt x="52" y="38"/>
                          <a:pt x="50" y="48"/>
                          <a:pt x="47" y="58"/>
                        </a:cubicBezTo>
                        <a:cubicBezTo>
                          <a:pt x="45" y="66"/>
                          <a:pt x="39" y="81"/>
                          <a:pt x="39" y="81"/>
                        </a:cubicBezTo>
                        <a:lnTo>
                          <a:pt x="0" y="122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18" name="Group 174"/>
                <p:cNvGrpSpPr>
                  <a:grpSpLocks/>
                </p:cNvGrpSpPr>
                <p:nvPr/>
              </p:nvGrpSpPr>
              <p:grpSpPr bwMode="auto">
                <a:xfrm>
                  <a:off x="9943" y="1550"/>
                  <a:ext cx="875" cy="1409"/>
                  <a:chOff x="8110" y="1365"/>
                  <a:chExt cx="875" cy="1409"/>
                </a:xfrm>
              </p:grpSpPr>
              <p:sp>
                <p:nvSpPr>
                  <p:cNvPr id="141" name="Freeform 175"/>
                  <p:cNvSpPr>
                    <a:spLocks/>
                  </p:cNvSpPr>
                  <p:nvPr/>
                </p:nvSpPr>
                <p:spPr bwMode="auto">
                  <a:xfrm>
                    <a:off x="8110" y="1371"/>
                    <a:ext cx="867" cy="1403"/>
                  </a:xfrm>
                  <a:custGeom>
                    <a:avLst/>
                    <a:gdLst>
                      <a:gd name="T0" fmla="*/ 28 w 867"/>
                      <a:gd name="T1" fmla="*/ 1374 h 1403"/>
                      <a:gd name="T2" fmla="*/ 65 w 867"/>
                      <a:gd name="T3" fmla="*/ 1037 h 1403"/>
                      <a:gd name="T4" fmla="*/ 118 w 867"/>
                      <a:gd name="T5" fmla="*/ 767 h 1403"/>
                      <a:gd name="T6" fmla="*/ 125 w 867"/>
                      <a:gd name="T7" fmla="*/ 722 h 1403"/>
                      <a:gd name="T8" fmla="*/ 215 w 867"/>
                      <a:gd name="T9" fmla="*/ 617 h 1403"/>
                      <a:gd name="T10" fmla="*/ 283 w 867"/>
                      <a:gd name="T11" fmla="*/ 534 h 1403"/>
                      <a:gd name="T12" fmla="*/ 410 w 867"/>
                      <a:gd name="T13" fmla="*/ 317 h 1403"/>
                      <a:gd name="T14" fmla="*/ 470 w 867"/>
                      <a:gd name="T15" fmla="*/ 257 h 1403"/>
                      <a:gd name="T16" fmla="*/ 530 w 867"/>
                      <a:gd name="T17" fmla="*/ 152 h 1403"/>
                      <a:gd name="T18" fmla="*/ 553 w 867"/>
                      <a:gd name="T19" fmla="*/ 99 h 1403"/>
                      <a:gd name="T20" fmla="*/ 643 w 867"/>
                      <a:gd name="T21" fmla="*/ 54 h 1403"/>
                      <a:gd name="T22" fmla="*/ 860 w 867"/>
                      <a:gd name="T23" fmla="*/ 2 h 1403"/>
                      <a:gd name="T24" fmla="*/ 838 w 867"/>
                      <a:gd name="T25" fmla="*/ 9 h 1403"/>
                      <a:gd name="T26" fmla="*/ 778 w 867"/>
                      <a:gd name="T27" fmla="*/ 62 h 1403"/>
                      <a:gd name="T28" fmla="*/ 748 w 867"/>
                      <a:gd name="T29" fmla="*/ 107 h 1403"/>
                      <a:gd name="T30" fmla="*/ 740 w 867"/>
                      <a:gd name="T31" fmla="*/ 129 h 1403"/>
                      <a:gd name="T32" fmla="*/ 695 w 867"/>
                      <a:gd name="T33" fmla="*/ 174 h 1403"/>
                      <a:gd name="T34" fmla="*/ 635 w 867"/>
                      <a:gd name="T35" fmla="*/ 279 h 1403"/>
                      <a:gd name="T36" fmla="*/ 605 w 867"/>
                      <a:gd name="T37" fmla="*/ 369 h 1403"/>
                      <a:gd name="T38" fmla="*/ 590 w 867"/>
                      <a:gd name="T39" fmla="*/ 414 h 1403"/>
                      <a:gd name="T40" fmla="*/ 560 w 867"/>
                      <a:gd name="T41" fmla="*/ 459 h 1403"/>
                      <a:gd name="T42" fmla="*/ 515 w 867"/>
                      <a:gd name="T43" fmla="*/ 557 h 1403"/>
                      <a:gd name="T44" fmla="*/ 403 w 867"/>
                      <a:gd name="T45" fmla="*/ 797 h 1403"/>
                      <a:gd name="T46" fmla="*/ 358 w 867"/>
                      <a:gd name="T47" fmla="*/ 887 h 1403"/>
                      <a:gd name="T48" fmla="*/ 320 w 867"/>
                      <a:gd name="T49" fmla="*/ 954 h 1403"/>
                      <a:gd name="T50" fmla="*/ 200 w 867"/>
                      <a:gd name="T51" fmla="*/ 1142 h 1403"/>
                      <a:gd name="T52" fmla="*/ 185 w 867"/>
                      <a:gd name="T53" fmla="*/ 1164 h 1403"/>
                      <a:gd name="T54" fmla="*/ 170 w 867"/>
                      <a:gd name="T55" fmla="*/ 1187 h 1403"/>
                      <a:gd name="T56" fmla="*/ 155 w 867"/>
                      <a:gd name="T57" fmla="*/ 1209 h 1403"/>
                      <a:gd name="T58" fmla="*/ 88 w 867"/>
                      <a:gd name="T59" fmla="*/ 1299 h 1403"/>
                      <a:gd name="T60" fmla="*/ 50 w 867"/>
                      <a:gd name="T61" fmla="*/ 1367 h 1403"/>
                      <a:gd name="T62" fmla="*/ 28 w 867"/>
                      <a:gd name="T63" fmla="*/ 1374 h 1403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867"/>
                      <a:gd name="T97" fmla="*/ 0 h 1403"/>
                      <a:gd name="T98" fmla="*/ 867 w 867"/>
                      <a:gd name="T99" fmla="*/ 1403 h 1403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867" h="1403">
                        <a:moveTo>
                          <a:pt x="28" y="1374"/>
                        </a:moveTo>
                        <a:cubicBezTo>
                          <a:pt x="49" y="1263"/>
                          <a:pt x="0" y="1133"/>
                          <a:pt x="65" y="1037"/>
                        </a:cubicBezTo>
                        <a:cubicBezTo>
                          <a:pt x="74" y="944"/>
                          <a:pt x="99" y="858"/>
                          <a:pt x="118" y="767"/>
                        </a:cubicBezTo>
                        <a:cubicBezTo>
                          <a:pt x="121" y="752"/>
                          <a:pt x="119" y="736"/>
                          <a:pt x="125" y="722"/>
                        </a:cubicBezTo>
                        <a:cubicBezTo>
                          <a:pt x="143" y="679"/>
                          <a:pt x="186" y="650"/>
                          <a:pt x="215" y="617"/>
                        </a:cubicBezTo>
                        <a:cubicBezTo>
                          <a:pt x="335" y="480"/>
                          <a:pt x="213" y="604"/>
                          <a:pt x="283" y="534"/>
                        </a:cubicBezTo>
                        <a:cubicBezTo>
                          <a:pt x="308" y="431"/>
                          <a:pt x="302" y="353"/>
                          <a:pt x="410" y="317"/>
                        </a:cubicBezTo>
                        <a:cubicBezTo>
                          <a:pt x="431" y="296"/>
                          <a:pt x="453" y="282"/>
                          <a:pt x="470" y="257"/>
                        </a:cubicBezTo>
                        <a:cubicBezTo>
                          <a:pt x="481" y="217"/>
                          <a:pt x="501" y="181"/>
                          <a:pt x="530" y="152"/>
                        </a:cubicBezTo>
                        <a:cubicBezTo>
                          <a:pt x="538" y="134"/>
                          <a:pt x="542" y="115"/>
                          <a:pt x="553" y="99"/>
                        </a:cubicBezTo>
                        <a:cubicBezTo>
                          <a:pt x="573" y="69"/>
                          <a:pt x="612" y="60"/>
                          <a:pt x="643" y="54"/>
                        </a:cubicBezTo>
                        <a:cubicBezTo>
                          <a:pt x="801" y="23"/>
                          <a:pt x="752" y="38"/>
                          <a:pt x="860" y="2"/>
                        </a:cubicBezTo>
                        <a:cubicBezTo>
                          <a:pt x="867" y="0"/>
                          <a:pt x="838" y="9"/>
                          <a:pt x="838" y="9"/>
                        </a:cubicBezTo>
                        <a:cubicBezTo>
                          <a:pt x="813" y="25"/>
                          <a:pt x="803" y="45"/>
                          <a:pt x="778" y="62"/>
                        </a:cubicBezTo>
                        <a:cubicBezTo>
                          <a:pt x="760" y="130"/>
                          <a:pt x="785" y="61"/>
                          <a:pt x="748" y="107"/>
                        </a:cubicBezTo>
                        <a:cubicBezTo>
                          <a:pt x="743" y="113"/>
                          <a:pt x="745" y="123"/>
                          <a:pt x="740" y="129"/>
                        </a:cubicBezTo>
                        <a:cubicBezTo>
                          <a:pt x="727" y="146"/>
                          <a:pt x="710" y="159"/>
                          <a:pt x="695" y="174"/>
                        </a:cubicBezTo>
                        <a:cubicBezTo>
                          <a:pt x="666" y="203"/>
                          <a:pt x="653" y="243"/>
                          <a:pt x="635" y="279"/>
                        </a:cubicBezTo>
                        <a:cubicBezTo>
                          <a:pt x="629" y="318"/>
                          <a:pt x="627" y="337"/>
                          <a:pt x="605" y="369"/>
                        </a:cubicBezTo>
                        <a:cubicBezTo>
                          <a:pt x="603" y="376"/>
                          <a:pt x="594" y="407"/>
                          <a:pt x="590" y="414"/>
                        </a:cubicBezTo>
                        <a:cubicBezTo>
                          <a:pt x="581" y="430"/>
                          <a:pt x="560" y="459"/>
                          <a:pt x="560" y="459"/>
                        </a:cubicBezTo>
                        <a:cubicBezTo>
                          <a:pt x="551" y="490"/>
                          <a:pt x="533" y="530"/>
                          <a:pt x="515" y="557"/>
                        </a:cubicBezTo>
                        <a:cubicBezTo>
                          <a:pt x="487" y="642"/>
                          <a:pt x="456" y="725"/>
                          <a:pt x="403" y="797"/>
                        </a:cubicBezTo>
                        <a:cubicBezTo>
                          <a:pt x="391" y="829"/>
                          <a:pt x="373" y="857"/>
                          <a:pt x="358" y="887"/>
                        </a:cubicBezTo>
                        <a:cubicBezTo>
                          <a:pt x="343" y="917"/>
                          <a:pt x="346" y="929"/>
                          <a:pt x="320" y="954"/>
                        </a:cubicBezTo>
                        <a:cubicBezTo>
                          <a:pt x="284" y="1027"/>
                          <a:pt x="245" y="1076"/>
                          <a:pt x="200" y="1142"/>
                        </a:cubicBezTo>
                        <a:cubicBezTo>
                          <a:pt x="195" y="1149"/>
                          <a:pt x="190" y="1157"/>
                          <a:pt x="185" y="1164"/>
                        </a:cubicBezTo>
                        <a:cubicBezTo>
                          <a:pt x="180" y="1172"/>
                          <a:pt x="175" y="1179"/>
                          <a:pt x="170" y="1187"/>
                        </a:cubicBezTo>
                        <a:cubicBezTo>
                          <a:pt x="165" y="1194"/>
                          <a:pt x="155" y="1209"/>
                          <a:pt x="155" y="1209"/>
                        </a:cubicBezTo>
                        <a:cubicBezTo>
                          <a:pt x="144" y="1246"/>
                          <a:pt x="119" y="1278"/>
                          <a:pt x="88" y="1299"/>
                        </a:cubicBezTo>
                        <a:cubicBezTo>
                          <a:pt x="74" y="1339"/>
                          <a:pt x="85" y="1315"/>
                          <a:pt x="50" y="1367"/>
                        </a:cubicBezTo>
                        <a:cubicBezTo>
                          <a:pt x="26" y="1403"/>
                          <a:pt x="28" y="1385"/>
                          <a:pt x="28" y="1374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42" name="Freeform 176"/>
                  <p:cNvSpPr>
                    <a:spLocks/>
                  </p:cNvSpPr>
                  <p:nvPr/>
                </p:nvSpPr>
                <p:spPr bwMode="auto">
                  <a:xfrm>
                    <a:off x="8139" y="1365"/>
                    <a:ext cx="846" cy="1406"/>
                  </a:xfrm>
                  <a:custGeom>
                    <a:avLst/>
                    <a:gdLst>
                      <a:gd name="T0" fmla="*/ 6 w 846"/>
                      <a:gd name="T1" fmla="*/ 1373 h 1406"/>
                      <a:gd name="T2" fmla="*/ 89 w 846"/>
                      <a:gd name="T3" fmla="*/ 1260 h 1406"/>
                      <a:gd name="T4" fmla="*/ 216 w 846"/>
                      <a:gd name="T5" fmla="*/ 1035 h 1406"/>
                      <a:gd name="T6" fmla="*/ 246 w 846"/>
                      <a:gd name="T7" fmla="*/ 983 h 1406"/>
                      <a:gd name="T8" fmla="*/ 344 w 846"/>
                      <a:gd name="T9" fmla="*/ 803 h 1406"/>
                      <a:gd name="T10" fmla="*/ 419 w 846"/>
                      <a:gd name="T11" fmla="*/ 600 h 1406"/>
                      <a:gd name="T12" fmla="*/ 494 w 846"/>
                      <a:gd name="T13" fmla="*/ 480 h 1406"/>
                      <a:gd name="T14" fmla="*/ 531 w 846"/>
                      <a:gd name="T15" fmla="*/ 428 h 1406"/>
                      <a:gd name="T16" fmla="*/ 561 w 846"/>
                      <a:gd name="T17" fmla="*/ 360 h 1406"/>
                      <a:gd name="T18" fmla="*/ 576 w 846"/>
                      <a:gd name="T19" fmla="*/ 308 h 1406"/>
                      <a:gd name="T20" fmla="*/ 629 w 846"/>
                      <a:gd name="T21" fmla="*/ 233 h 1406"/>
                      <a:gd name="T22" fmla="*/ 704 w 846"/>
                      <a:gd name="T23" fmla="*/ 128 h 1406"/>
                      <a:gd name="T24" fmla="*/ 786 w 846"/>
                      <a:gd name="T25" fmla="*/ 30 h 1406"/>
                      <a:gd name="T26" fmla="*/ 831 w 846"/>
                      <a:gd name="T27" fmla="*/ 0 h 1406"/>
                      <a:gd name="T28" fmla="*/ 786 w 846"/>
                      <a:gd name="T29" fmla="*/ 120 h 1406"/>
                      <a:gd name="T30" fmla="*/ 696 w 846"/>
                      <a:gd name="T31" fmla="*/ 585 h 1406"/>
                      <a:gd name="T32" fmla="*/ 674 w 846"/>
                      <a:gd name="T33" fmla="*/ 758 h 1406"/>
                      <a:gd name="T34" fmla="*/ 614 w 846"/>
                      <a:gd name="T35" fmla="*/ 915 h 1406"/>
                      <a:gd name="T36" fmla="*/ 479 w 846"/>
                      <a:gd name="T37" fmla="*/ 1080 h 1406"/>
                      <a:gd name="T38" fmla="*/ 456 w 846"/>
                      <a:gd name="T39" fmla="*/ 1110 h 1406"/>
                      <a:gd name="T40" fmla="*/ 434 w 846"/>
                      <a:gd name="T41" fmla="*/ 1125 h 1406"/>
                      <a:gd name="T42" fmla="*/ 329 w 846"/>
                      <a:gd name="T43" fmla="*/ 1208 h 1406"/>
                      <a:gd name="T44" fmla="*/ 194 w 846"/>
                      <a:gd name="T45" fmla="*/ 1305 h 1406"/>
                      <a:gd name="T46" fmla="*/ 111 w 846"/>
                      <a:gd name="T47" fmla="*/ 1343 h 1406"/>
                      <a:gd name="T48" fmla="*/ 66 w 846"/>
                      <a:gd name="T49" fmla="*/ 1358 h 1406"/>
                      <a:gd name="T50" fmla="*/ 6 w 846"/>
                      <a:gd name="T51" fmla="*/ 1395 h 1406"/>
                      <a:gd name="T52" fmla="*/ 6 w 846"/>
                      <a:gd name="T53" fmla="*/ 1373 h 140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846"/>
                      <a:gd name="T82" fmla="*/ 0 h 1406"/>
                      <a:gd name="T83" fmla="*/ 846 w 846"/>
                      <a:gd name="T84" fmla="*/ 1406 h 140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846" h="1406">
                        <a:moveTo>
                          <a:pt x="6" y="1373"/>
                        </a:moveTo>
                        <a:cubicBezTo>
                          <a:pt x="21" y="1330"/>
                          <a:pt x="51" y="1285"/>
                          <a:pt x="89" y="1260"/>
                        </a:cubicBezTo>
                        <a:cubicBezTo>
                          <a:pt x="115" y="1179"/>
                          <a:pt x="166" y="1103"/>
                          <a:pt x="216" y="1035"/>
                        </a:cubicBezTo>
                        <a:cubicBezTo>
                          <a:pt x="234" y="985"/>
                          <a:pt x="210" y="1046"/>
                          <a:pt x="246" y="983"/>
                        </a:cubicBezTo>
                        <a:cubicBezTo>
                          <a:pt x="280" y="924"/>
                          <a:pt x="306" y="859"/>
                          <a:pt x="344" y="803"/>
                        </a:cubicBezTo>
                        <a:cubicBezTo>
                          <a:pt x="361" y="734"/>
                          <a:pt x="380" y="660"/>
                          <a:pt x="419" y="600"/>
                        </a:cubicBezTo>
                        <a:cubicBezTo>
                          <a:pt x="433" y="555"/>
                          <a:pt x="468" y="519"/>
                          <a:pt x="494" y="480"/>
                        </a:cubicBezTo>
                        <a:cubicBezTo>
                          <a:pt x="506" y="462"/>
                          <a:pt x="531" y="428"/>
                          <a:pt x="531" y="428"/>
                        </a:cubicBezTo>
                        <a:cubicBezTo>
                          <a:pt x="565" y="325"/>
                          <a:pt x="528" y="425"/>
                          <a:pt x="561" y="360"/>
                        </a:cubicBezTo>
                        <a:cubicBezTo>
                          <a:pt x="580" y="323"/>
                          <a:pt x="557" y="353"/>
                          <a:pt x="576" y="308"/>
                        </a:cubicBezTo>
                        <a:cubicBezTo>
                          <a:pt x="588" y="278"/>
                          <a:pt x="606" y="256"/>
                          <a:pt x="629" y="233"/>
                        </a:cubicBezTo>
                        <a:cubicBezTo>
                          <a:pt x="638" y="173"/>
                          <a:pt x="652" y="162"/>
                          <a:pt x="704" y="128"/>
                        </a:cubicBezTo>
                        <a:cubicBezTo>
                          <a:pt x="725" y="96"/>
                          <a:pt x="759" y="55"/>
                          <a:pt x="786" y="30"/>
                        </a:cubicBezTo>
                        <a:cubicBezTo>
                          <a:pt x="799" y="18"/>
                          <a:pt x="831" y="0"/>
                          <a:pt x="831" y="0"/>
                        </a:cubicBezTo>
                        <a:cubicBezTo>
                          <a:pt x="846" y="42"/>
                          <a:pt x="810" y="85"/>
                          <a:pt x="786" y="120"/>
                        </a:cubicBezTo>
                        <a:cubicBezTo>
                          <a:pt x="741" y="268"/>
                          <a:pt x="788" y="450"/>
                          <a:pt x="696" y="585"/>
                        </a:cubicBezTo>
                        <a:cubicBezTo>
                          <a:pt x="678" y="643"/>
                          <a:pt x="681" y="698"/>
                          <a:pt x="674" y="758"/>
                        </a:cubicBezTo>
                        <a:cubicBezTo>
                          <a:pt x="669" y="798"/>
                          <a:pt x="636" y="882"/>
                          <a:pt x="614" y="915"/>
                        </a:cubicBezTo>
                        <a:cubicBezTo>
                          <a:pt x="594" y="990"/>
                          <a:pt x="541" y="1036"/>
                          <a:pt x="479" y="1080"/>
                        </a:cubicBezTo>
                        <a:cubicBezTo>
                          <a:pt x="469" y="1087"/>
                          <a:pt x="465" y="1101"/>
                          <a:pt x="456" y="1110"/>
                        </a:cubicBezTo>
                        <a:cubicBezTo>
                          <a:pt x="450" y="1116"/>
                          <a:pt x="441" y="1120"/>
                          <a:pt x="434" y="1125"/>
                        </a:cubicBezTo>
                        <a:cubicBezTo>
                          <a:pt x="407" y="1167"/>
                          <a:pt x="371" y="1184"/>
                          <a:pt x="329" y="1208"/>
                        </a:cubicBezTo>
                        <a:cubicBezTo>
                          <a:pt x="281" y="1235"/>
                          <a:pt x="240" y="1274"/>
                          <a:pt x="194" y="1305"/>
                        </a:cubicBezTo>
                        <a:cubicBezTo>
                          <a:pt x="160" y="1328"/>
                          <a:pt x="150" y="1332"/>
                          <a:pt x="111" y="1343"/>
                        </a:cubicBezTo>
                        <a:cubicBezTo>
                          <a:pt x="96" y="1347"/>
                          <a:pt x="66" y="1358"/>
                          <a:pt x="66" y="1358"/>
                        </a:cubicBezTo>
                        <a:cubicBezTo>
                          <a:pt x="59" y="1368"/>
                          <a:pt x="22" y="1406"/>
                          <a:pt x="6" y="1395"/>
                        </a:cubicBezTo>
                        <a:cubicBezTo>
                          <a:pt x="0" y="1391"/>
                          <a:pt x="6" y="1380"/>
                          <a:pt x="6" y="1373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43" name="Freeform 177"/>
                  <p:cNvSpPr>
                    <a:spLocks/>
                  </p:cNvSpPr>
                  <p:nvPr/>
                </p:nvSpPr>
                <p:spPr bwMode="auto">
                  <a:xfrm>
                    <a:off x="8153" y="1423"/>
                    <a:ext cx="703" cy="1277"/>
                  </a:xfrm>
                  <a:custGeom>
                    <a:avLst/>
                    <a:gdLst>
                      <a:gd name="T0" fmla="*/ 60 w 703"/>
                      <a:gd name="T1" fmla="*/ 1217 h 1277"/>
                      <a:gd name="T2" fmla="*/ 30 w 703"/>
                      <a:gd name="T3" fmla="*/ 1127 h 1277"/>
                      <a:gd name="T4" fmla="*/ 142 w 703"/>
                      <a:gd name="T5" fmla="*/ 1097 h 1277"/>
                      <a:gd name="T6" fmla="*/ 217 w 703"/>
                      <a:gd name="T7" fmla="*/ 1120 h 1277"/>
                      <a:gd name="T8" fmla="*/ 172 w 703"/>
                      <a:gd name="T9" fmla="*/ 1022 h 1277"/>
                      <a:gd name="T10" fmla="*/ 150 w 703"/>
                      <a:gd name="T11" fmla="*/ 895 h 1277"/>
                      <a:gd name="T12" fmla="*/ 255 w 703"/>
                      <a:gd name="T13" fmla="*/ 880 h 1277"/>
                      <a:gd name="T14" fmla="*/ 397 w 703"/>
                      <a:gd name="T15" fmla="*/ 932 h 1277"/>
                      <a:gd name="T16" fmla="*/ 382 w 703"/>
                      <a:gd name="T17" fmla="*/ 947 h 1277"/>
                      <a:gd name="T18" fmla="*/ 262 w 703"/>
                      <a:gd name="T19" fmla="*/ 850 h 1277"/>
                      <a:gd name="T20" fmla="*/ 210 w 703"/>
                      <a:gd name="T21" fmla="*/ 692 h 1277"/>
                      <a:gd name="T22" fmla="*/ 240 w 703"/>
                      <a:gd name="T23" fmla="*/ 745 h 1277"/>
                      <a:gd name="T24" fmla="*/ 322 w 703"/>
                      <a:gd name="T25" fmla="*/ 707 h 1277"/>
                      <a:gd name="T26" fmla="*/ 435 w 703"/>
                      <a:gd name="T27" fmla="*/ 700 h 1277"/>
                      <a:gd name="T28" fmla="*/ 487 w 703"/>
                      <a:gd name="T29" fmla="*/ 775 h 1277"/>
                      <a:gd name="T30" fmla="*/ 442 w 703"/>
                      <a:gd name="T31" fmla="*/ 715 h 1277"/>
                      <a:gd name="T32" fmla="*/ 375 w 703"/>
                      <a:gd name="T33" fmla="*/ 602 h 1277"/>
                      <a:gd name="T34" fmla="*/ 337 w 703"/>
                      <a:gd name="T35" fmla="*/ 557 h 1277"/>
                      <a:gd name="T36" fmla="*/ 397 w 703"/>
                      <a:gd name="T37" fmla="*/ 565 h 1277"/>
                      <a:gd name="T38" fmla="*/ 547 w 703"/>
                      <a:gd name="T39" fmla="*/ 565 h 1277"/>
                      <a:gd name="T40" fmla="*/ 570 w 703"/>
                      <a:gd name="T41" fmla="*/ 610 h 1277"/>
                      <a:gd name="T42" fmla="*/ 525 w 703"/>
                      <a:gd name="T43" fmla="*/ 572 h 1277"/>
                      <a:gd name="T44" fmla="*/ 457 w 703"/>
                      <a:gd name="T45" fmla="*/ 452 h 1277"/>
                      <a:gd name="T46" fmla="*/ 442 w 703"/>
                      <a:gd name="T47" fmla="*/ 377 h 1277"/>
                      <a:gd name="T48" fmla="*/ 420 w 703"/>
                      <a:gd name="T49" fmla="*/ 362 h 1277"/>
                      <a:gd name="T50" fmla="*/ 547 w 703"/>
                      <a:gd name="T51" fmla="*/ 310 h 1277"/>
                      <a:gd name="T52" fmla="*/ 637 w 703"/>
                      <a:gd name="T53" fmla="*/ 325 h 1277"/>
                      <a:gd name="T54" fmla="*/ 547 w 703"/>
                      <a:gd name="T55" fmla="*/ 205 h 1277"/>
                      <a:gd name="T56" fmla="*/ 577 w 703"/>
                      <a:gd name="T57" fmla="*/ 235 h 1277"/>
                      <a:gd name="T58" fmla="*/ 622 w 703"/>
                      <a:gd name="T59" fmla="*/ 130 h 1277"/>
                      <a:gd name="T60" fmla="*/ 622 w 703"/>
                      <a:gd name="T61" fmla="*/ 115 h 1277"/>
                      <a:gd name="T62" fmla="*/ 637 w 703"/>
                      <a:gd name="T63" fmla="*/ 100 h 1277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703"/>
                      <a:gd name="T97" fmla="*/ 0 h 1277"/>
                      <a:gd name="T98" fmla="*/ 703 w 703"/>
                      <a:gd name="T99" fmla="*/ 1277 h 1277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703" h="1277">
                        <a:moveTo>
                          <a:pt x="0" y="1277"/>
                        </a:moveTo>
                        <a:cubicBezTo>
                          <a:pt x="25" y="1260"/>
                          <a:pt x="39" y="1238"/>
                          <a:pt x="60" y="1217"/>
                        </a:cubicBezTo>
                        <a:cubicBezTo>
                          <a:pt x="67" y="1195"/>
                          <a:pt x="72" y="1194"/>
                          <a:pt x="60" y="1172"/>
                        </a:cubicBezTo>
                        <a:cubicBezTo>
                          <a:pt x="51" y="1156"/>
                          <a:pt x="30" y="1127"/>
                          <a:pt x="30" y="1127"/>
                        </a:cubicBezTo>
                        <a:cubicBezTo>
                          <a:pt x="71" y="1114"/>
                          <a:pt x="66" y="1137"/>
                          <a:pt x="75" y="1172"/>
                        </a:cubicBezTo>
                        <a:cubicBezTo>
                          <a:pt x="98" y="1137"/>
                          <a:pt x="105" y="1110"/>
                          <a:pt x="142" y="1097"/>
                        </a:cubicBezTo>
                        <a:cubicBezTo>
                          <a:pt x="197" y="1103"/>
                          <a:pt x="237" y="1111"/>
                          <a:pt x="285" y="1135"/>
                        </a:cubicBezTo>
                        <a:cubicBezTo>
                          <a:pt x="249" y="1146"/>
                          <a:pt x="251" y="1130"/>
                          <a:pt x="217" y="1120"/>
                        </a:cubicBezTo>
                        <a:cubicBezTo>
                          <a:pt x="157" y="1080"/>
                          <a:pt x="190" y="1093"/>
                          <a:pt x="120" y="1082"/>
                        </a:cubicBezTo>
                        <a:cubicBezTo>
                          <a:pt x="130" y="1052"/>
                          <a:pt x="146" y="1040"/>
                          <a:pt x="172" y="1022"/>
                        </a:cubicBezTo>
                        <a:cubicBezTo>
                          <a:pt x="187" y="980"/>
                          <a:pt x="194" y="966"/>
                          <a:pt x="172" y="917"/>
                        </a:cubicBezTo>
                        <a:cubicBezTo>
                          <a:pt x="168" y="908"/>
                          <a:pt x="150" y="895"/>
                          <a:pt x="150" y="895"/>
                        </a:cubicBezTo>
                        <a:cubicBezTo>
                          <a:pt x="159" y="924"/>
                          <a:pt x="178" y="930"/>
                          <a:pt x="195" y="955"/>
                        </a:cubicBezTo>
                        <a:cubicBezTo>
                          <a:pt x="227" y="943"/>
                          <a:pt x="235" y="910"/>
                          <a:pt x="255" y="880"/>
                        </a:cubicBezTo>
                        <a:cubicBezTo>
                          <a:pt x="265" y="865"/>
                          <a:pt x="292" y="861"/>
                          <a:pt x="307" y="857"/>
                        </a:cubicBezTo>
                        <a:cubicBezTo>
                          <a:pt x="379" y="872"/>
                          <a:pt x="356" y="883"/>
                          <a:pt x="397" y="932"/>
                        </a:cubicBezTo>
                        <a:cubicBezTo>
                          <a:pt x="404" y="940"/>
                          <a:pt x="428" y="947"/>
                          <a:pt x="420" y="955"/>
                        </a:cubicBezTo>
                        <a:cubicBezTo>
                          <a:pt x="411" y="964"/>
                          <a:pt x="395" y="950"/>
                          <a:pt x="382" y="947"/>
                        </a:cubicBezTo>
                        <a:cubicBezTo>
                          <a:pt x="368" y="919"/>
                          <a:pt x="358" y="867"/>
                          <a:pt x="322" y="857"/>
                        </a:cubicBezTo>
                        <a:cubicBezTo>
                          <a:pt x="303" y="852"/>
                          <a:pt x="282" y="852"/>
                          <a:pt x="262" y="850"/>
                        </a:cubicBezTo>
                        <a:cubicBezTo>
                          <a:pt x="310" y="777"/>
                          <a:pt x="256" y="748"/>
                          <a:pt x="217" y="700"/>
                        </a:cubicBezTo>
                        <a:cubicBezTo>
                          <a:pt x="204" y="757"/>
                          <a:pt x="207" y="755"/>
                          <a:pt x="210" y="692"/>
                        </a:cubicBezTo>
                        <a:cubicBezTo>
                          <a:pt x="210" y="683"/>
                          <a:pt x="221" y="707"/>
                          <a:pt x="225" y="715"/>
                        </a:cubicBezTo>
                        <a:cubicBezTo>
                          <a:pt x="230" y="725"/>
                          <a:pt x="234" y="735"/>
                          <a:pt x="240" y="745"/>
                        </a:cubicBezTo>
                        <a:cubicBezTo>
                          <a:pt x="256" y="773"/>
                          <a:pt x="271" y="773"/>
                          <a:pt x="300" y="782"/>
                        </a:cubicBezTo>
                        <a:cubicBezTo>
                          <a:pt x="304" y="768"/>
                          <a:pt x="314" y="715"/>
                          <a:pt x="322" y="707"/>
                        </a:cubicBezTo>
                        <a:cubicBezTo>
                          <a:pt x="333" y="696"/>
                          <a:pt x="352" y="697"/>
                          <a:pt x="367" y="692"/>
                        </a:cubicBezTo>
                        <a:cubicBezTo>
                          <a:pt x="390" y="695"/>
                          <a:pt x="414" y="692"/>
                          <a:pt x="435" y="700"/>
                        </a:cubicBezTo>
                        <a:cubicBezTo>
                          <a:pt x="443" y="703"/>
                          <a:pt x="444" y="716"/>
                          <a:pt x="450" y="722"/>
                        </a:cubicBezTo>
                        <a:cubicBezTo>
                          <a:pt x="459" y="731"/>
                          <a:pt x="557" y="821"/>
                          <a:pt x="487" y="775"/>
                        </a:cubicBezTo>
                        <a:cubicBezTo>
                          <a:pt x="478" y="761"/>
                          <a:pt x="476" y="743"/>
                          <a:pt x="465" y="730"/>
                        </a:cubicBezTo>
                        <a:cubicBezTo>
                          <a:pt x="459" y="723"/>
                          <a:pt x="449" y="721"/>
                          <a:pt x="442" y="715"/>
                        </a:cubicBezTo>
                        <a:cubicBezTo>
                          <a:pt x="402" y="681"/>
                          <a:pt x="391" y="680"/>
                          <a:pt x="337" y="670"/>
                        </a:cubicBezTo>
                        <a:cubicBezTo>
                          <a:pt x="346" y="645"/>
                          <a:pt x="375" y="602"/>
                          <a:pt x="375" y="602"/>
                        </a:cubicBezTo>
                        <a:cubicBezTo>
                          <a:pt x="372" y="590"/>
                          <a:pt x="375" y="575"/>
                          <a:pt x="367" y="565"/>
                        </a:cubicBezTo>
                        <a:cubicBezTo>
                          <a:pt x="360" y="557"/>
                          <a:pt x="347" y="560"/>
                          <a:pt x="337" y="557"/>
                        </a:cubicBezTo>
                        <a:cubicBezTo>
                          <a:pt x="264" y="535"/>
                          <a:pt x="290" y="541"/>
                          <a:pt x="330" y="550"/>
                        </a:cubicBezTo>
                        <a:cubicBezTo>
                          <a:pt x="356" y="568"/>
                          <a:pt x="366" y="575"/>
                          <a:pt x="397" y="565"/>
                        </a:cubicBezTo>
                        <a:cubicBezTo>
                          <a:pt x="415" y="538"/>
                          <a:pt x="425" y="515"/>
                          <a:pt x="457" y="505"/>
                        </a:cubicBezTo>
                        <a:cubicBezTo>
                          <a:pt x="495" y="517"/>
                          <a:pt x="515" y="543"/>
                          <a:pt x="547" y="565"/>
                        </a:cubicBezTo>
                        <a:cubicBezTo>
                          <a:pt x="550" y="572"/>
                          <a:pt x="551" y="580"/>
                          <a:pt x="555" y="587"/>
                        </a:cubicBezTo>
                        <a:cubicBezTo>
                          <a:pt x="559" y="595"/>
                          <a:pt x="576" y="604"/>
                          <a:pt x="570" y="610"/>
                        </a:cubicBezTo>
                        <a:cubicBezTo>
                          <a:pt x="564" y="616"/>
                          <a:pt x="554" y="601"/>
                          <a:pt x="547" y="595"/>
                        </a:cubicBezTo>
                        <a:cubicBezTo>
                          <a:pt x="539" y="588"/>
                          <a:pt x="532" y="580"/>
                          <a:pt x="525" y="572"/>
                        </a:cubicBezTo>
                        <a:cubicBezTo>
                          <a:pt x="509" y="528"/>
                          <a:pt x="481" y="524"/>
                          <a:pt x="442" y="505"/>
                        </a:cubicBezTo>
                        <a:cubicBezTo>
                          <a:pt x="423" y="475"/>
                          <a:pt x="423" y="464"/>
                          <a:pt x="457" y="452"/>
                        </a:cubicBezTo>
                        <a:cubicBezTo>
                          <a:pt x="486" y="424"/>
                          <a:pt x="494" y="414"/>
                          <a:pt x="450" y="400"/>
                        </a:cubicBezTo>
                        <a:cubicBezTo>
                          <a:pt x="447" y="392"/>
                          <a:pt x="448" y="383"/>
                          <a:pt x="442" y="377"/>
                        </a:cubicBezTo>
                        <a:cubicBezTo>
                          <a:pt x="437" y="372"/>
                          <a:pt x="427" y="373"/>
                          <a:pt x="420" y="370"/>
                        </a:cubicBezTo>
                        <a:cubicBezTo>
                          <a:pt x="364" y="343"/>
                          <a:pt x="411" y="359"/>
                          <a:pt x="420" y="362"/>
                        </a:cubicBezTo>
                        <a:cubicBezTo>
                          <a:pt x="454" y="413"/>
                          <a:pt x="433" y="401"/>
                          <a:pt x="472" y="415"/>
                        </a:cubicBezTo>
                        <a:cubicBezTo>
                          <a:pt x="539" y="392"/>
                          <a:pt x="484" y="330"/>
                          <a:pt x="547" y="310"/>
                        </a:cubicBezTo>
                        <a:cubicBezTo>
                          <a:pt x="567" y="312"/>
                          <a:pt x="587" y="314"/>
                          <a:pt x="607" y="317"/>
                        </a:cubicBezTo>
                        <a:cubicBezTo>
                          <a:pt x="617" y="319"/>
                          <a:pt x="647" y="325"/>
                          <a:pt x="637" y="325"/>
                        </a:cubicBezTo>
                        <a:cubicBezTo>
                          <a:pt x="604" y="325"/>
                          <a:pt x="564" y="310"/>
                          <a:pt x="532" y="302"/>
                        </a:cubicBezTo>
                        <a:cubicBezTo>
                          <a:pt x="551" y="248"/>
                          <a:pt x="560" y="274"/>
                          <a:pt x="547" y="205"/>
                        </a:cubicBezTo>
                        <a:cubicBezTo>
                          <a:pt x="545" y="195"/>
                          <a:pt x="535" y="166"/>
                          <a:pt x="540" y="175"/>
                        </a:cubicBezTo>
                        <a:cubicBezTo>
                          <a:pt x="575" y="240"/>
                          <a:pt x="533" y="205"/>
                          <a:pt x="577" y="235"/>
                        </a:cubicBezTo>
                        <a:cubicBezTo>
                          <a:pt x="587" y="220"/>
                          <a:pt x="603" y="207"/>
                          <a:pt x="607" y="190"/>
                        </a:cubicBezTo>
                        <a:cubicBezTo>
                          <a:pt x="612" y="170"/>
                          <a:pt x="612" y="148"/>
                          <a:pt x="622" y="130"/>
                        </a:cubicBezTo>
                        <a:cubicBezTo>
                          <a:pt x="626" y="123"/>
                          <a:pt x="637" y="125"/>
                          <a:pt x="645" y="122"/>
                        </a:cubicBezTo>
                        <a:cubicBezTo>
                          <a:pt x="637" y="120"/>
                          <a:pt x="620" y="123"/>
                          <a:pt x="622" y="115"/>
                        </a:cubicBezTo>
                        <a:cubicBezTo>
                          <a:pt x="639" y="39"/>
                          <a:pt x="703" y="0"/>
                          <a:pt x="645" y="40"/>
                        </a:cubicBezTo>
                        <a:cubicBezTo>
                          <a:pt x="637" y="63"/>
                          <a:pt x="626" y="77"/>
                          <a:pt x="637" y="100"/>
                        </a:cubicBezTo>
                        <a:lnTo>
                          <a:pt x="568" y="2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19" name="Group 178"/>
                <p:cNvGrpSpPr>
                  <a:grpSpLocks/>
                </p:cNvGrpSpPr>
                <p:nvPr/>
              </p:nvGrpSpPr>
              <p:grpSpPr bwMode="auto">
                <a:xfrm>
                  <a:off x="9446" y="1794"/>
                  <a:ext cx="710" cy="1376"/>
                  <a:chOff x="7613" y="1609"/>
                  <a:chExt cx="710" cy="1376"/>
                </a:xfrm>
              </p:grpSpPr>
              <p:sp>
                <p:nvSpPr>
                  <p:cNvPr id="138" name="Freeform 179"/>
                  <p:cNvSpPr>
                    <a:spLocks/>
                  </p:cNvSpPr>
                  <p:nvPr/>
                </p:nvSpPr>
                <p:spPr bwMode="auto">
                  <a:xfrm>
                    <a:off x="7613" y="1614"/>
                    <a:ext cx="618" cy="1351"/>
                  </a:xfrm>
                  <a:custGeom>
                    <a:avLst/>
                    <a:gdLst>
                      <a:gd name="T0" fmla="*/ 300 w 618"/>
                      <a:gd name="T1" fmla="*/ 1349 h 1351"/>
                      <a:gd name="T2" fmla="*/ 262 w 618"/>
                      <a:gd name="T3" fmla="*/ 1281 h 1351"/>
                      <a:gd name="T4" fmla="*/ 262 w 618"/>
                      <a:gd name="T5" fmla="*/ 794 h 1351"/>
                      <a:gd name="T6" fmla="*/ 240 w 618"/>
                      <a:gd name="T7" fmla="*/ 471 h 1351"/>
                      <a:gd name="T8" fmla="*/ 217 w 618"/>
                      <a:gd name="T9" fmla="*/ 456 h 1351"/>
                      <a:gd name="T10" fmla="*/ 187 w 618"/>
                      <a:gd name="T11" fmla="*/ 374 h 1351"/>
                      <a:gd name="T12" fmla="*/ 157 w 618"/>
                      <a:gd name="T13" fmla="*/ 231 h 1351"/>
                      <a:gd name="T14" fmla="*/ 28 w 618"/>
                      <a:gd name="T15" fmla="*/ 10 h 1351"/>
                      <a:gd name="T16" fmla="*/ 7 w 618"/>
                      <a:gd name="T17" fmla="*/ 44 h 1351"/>
                      <a:gd name="T18" fmla="*/ 120 w 618"/>
                      <a:gd name="T19" fmla="*/ 14 h 1351"/>
                      <a:gd name="T20" fmla="*/ 397 w 618"/>
                      <a:gd name="T21" fmla="*/ 44 h 1351"/>
                      <a:gd name="T22" fmla="*/ 442 w 618"/>
                      <a:gd name="T23" fmla="*/ 81 h 1351"/>
                      <a:gd name="T24" fmla="*/ 532 w 618"/>
                      <a:gd name="T25" fmla="*/ 126 h 1351"/>
                      <a:gd name="T26" fmla="*/ 562 w 618"/>
                      <a:gd name="T27" fmla="*/ 171 h 1351"/>
                      <a:gd name="T28" fmla="*/ 577 w 618"/>
                      <a:gd name="T29" fmla="*/ 216 h 1351"/>
                      <a:gd name="T30" fmla="*/ 547 w 618"/>
                      <a:gd name="T31" fmla="*/ 876 h 1351"/>
                      <a:gd name="T32" fmla="*/ 517 w 618"/>
                      <a:gd name="T33" fmla="*/ 989 h 1351"/>
                      <a:gd name="T34" fmla="*/ 450 w 618"/>
                      <a:gd name="T35" fmla="*/ 1109 h 1351"/>
                      <a:gd name="T36" fmla="*/ 435 w 618"/>
                      <a:gd name="T37" fmla="*/ 1131 h 1351"/>
                      <a:gd name="T38" fmla="*/ 412 w 618"/>
                      <a:gd name="T39" fmla="*/ 1154 h 1351"/>
                      <a:gd name="T40" fmla="*/ 382 w 618"/>
                      <a:gd name="T41" fmla="*/ 1206 h 1351"/>
                      <a:gd name="T42" fmla="*/ 360 w 618"/>
                      <a:gd name="T43" fmla="*/ 1281 h 1351"/>
                      <a:gd name="T44" fmla="*/ 315 w 618"/>
                      <a:gd name="T45" fmla="*/ 1326 h 1351"/>
                      <a:gd name="T46" fmla="*/ 300 w 618"/>
                      <a:gd name="T47" fmla="*/ 1349 h 1351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618"/>
                      <a:gd name="T73" fmla="*/ 0 h 1351"/>
                      <a:gd name="T74" fmla="*/ 618 w 618"/>
                      <a:gd name="T75" fmla="*/ 1351 h 1351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618" h="1351">
                        <a:moveTo>
                          <a:pt x="300" y="1349"/>
                        </a:moveTo>
                        <a:cubicBezTo>
                          <a:pt x="285" y="1326"/>
                          <a:pt x="277" y="1304"/>
                          <a:pt x="262" y="1281"/>
                        </a:cubicBezTo>
                        <a:cubicBezTo>
                          <a:pt x="221" y="1153"/>
                          <a:pt x="238" y="919"/>
                          <a:pt x="262" y="794"/>
                        </a:cubicBezTo>
                        <a:cubicBezTo>
                          <a:pt x="262" y="789"/>
                          <a:pt x="262" y="537"/>
                          <a:pt x="240" y="471"/>
                        </a:cubicBezTo>
                        <a:cubicBezTo>
                          <a:pt x="237" y="462"/>
                          <a:pt x="225" y="461"/>
                          <a:pt x="217" y="456"/>
                        </a:cubicBezTo>
                        <a:cubicBezTo>
                          <a:pt x="202" y="426"/>
                          <a:pt x="192" y="411"/>
                          <a:pt x="187" y="374"/>
                        </a:cubicBezTo>
                        <a:cubicBezTo>
                          <a:pt x="183" y="346"/>
                          <a:pt x="198" y="253"/>
                          <a:pt x="157" y="231"/>
                        </a:cubicBezTo>
                        <a:cubicBezTo>
                          <a:pt x="114" y="157"/>
                          <a:pt x="81" y="77"/>
                          <a:pt x="28" y="10"/>
                        </a:cubicBezTo>
                        <a:cubicBezTo>
                          <a:pt x="20" y="0"/>
                          <a:pt x="0" y="33"/>
                          <a:pt x="7" y="44"/>
                        </a:cubicBezTo>
                        <a:cubicBezTo>
                          <a:pt x="9" y="47"/>
                          <a:pt x="112" y="17"/>
                          <a:pt x="120" y="14"/>
                        </a:cubicBezTo>
                        <a:cubicBezTo>
                          <a:pt x="264" y="19"/>
                          <a:pt x="296" y="7"/>
                          <a:pt x="397" y="44"/>
                        </a:cubicBezTo>
                        <a:cubicBezTo>
                          <a:pt x="414" y="60"/>
                          <a:pt x="422" y="70"/>
                          <a:pt x="442" y="81"/>
                        </a:cubicBezTo>
                        <a:cubicBezTo>
                          <a:pt x="472" y="97"/>
                          <a:pt x="532" y="126"/>
                          <a:pt x="532" y="126"/>
                        </a:cubicBezTo>
                        <a:cubicBezTo>
                          <a:pt x="542" y="141"/>
                          <a:pt x="556" y="154"/>
                          <a:pt x="562" y="171"/>
                        </a:cubicBezTo>
                        <a:cubicBezTo>
                          <a:pt x="567" y="186"/>
                          <a:pt x="577" y="216"/>
                          <a:pt x="577" y="216"/>
                        </a:cubicBezTo>
                        <a:cubicBezTo>
                          <a:pt x="576" y="315"/>
                          <a:pt x="618" y="682"/>
                          <a:pt x="547" y="876"/>
                        </a:cubicBezTo>
                        <a:cubicBezTo>
                          <a:pt x="542" y="922"/>
                          <a:pt x="542" y="951"/>
                          <a:pt x="517" y="989"/>
                        </a:cubicBezTo>
                        <a:cubicBezTo>
                          <a:pt x="506" y="1035"/>
                          <a:pt x="490" y="1082"/>
                          <a:pt x="450" y="1109"/>
                        </a:cubicBezTo>
                        <a:cubicBezTo>
                          <a:pt x="445" y="1116"/>
                          <a:pt x="441" y="1124"/>
                          <a:pt x="435" y="1131"/>
                        </a:cubicBezTo>
                        <a:cubicBezTo>
                          <a:pt x="428" y="1139"/>
                          <a:pt x="418" y="1145"/>
                          <a:pt x="412" y="1154"/>
                        </a:cubicBezTo>
                        <a:cubicBezTo>
                          <a:pt x="400" y="1170"/>
                          <a:pt x="393" y="1189"/>
                          <a:pt x="382" y="1206"/>
                        </a:cubicBezTo>
                        <a:cubicBezTo>
                          <a:pt x="375" y="1231"/>
                          <a:pt x="376" y="1260"/>
                          <a:pt x="360" y="1281"/>
                        </a:cubicBezTo>
                        <a:cubicBezTo>
                          <a:pt x="347" y="1298"/>
                          <a:pt x="330" y="1311"/>
                          <a:pt x="315" y="1326"/>
                        </a:cubicBezTo>
                        <a:cubicBezTo>
                          <a:pt x="290" y="1351"/>
                          <a:pt x="281" y="1349"/>
                          <a:pt x="300" y="1349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39" name="Freeform 180"/>
                  <p:cNvSpPr>
                    <a:spLocks/>
                  </p:cNvSpPr>
                  <p:nvPr/>
                </p:nvSpPr>
                <p:spPr bwMode="auto">
                  <a:xfrm>
                    <a:off x="7680" y="1609"/>
                    <a:ext cx="643" cy="1376"/>
                  </a:xfrm>
                  <a:custGeom>
                    <a:avLst/>
                    <a:gdLst>
                      <a:gd name="T0" fmla="*/ 233 w 643"/>
                      <a:gd name="T1" fmla="*/ 1331 h 1376"/>
                      <a:gd name="T2" fmla="*/ 263 w 643"/>
                      <a:gd name="T3" fmla="*/ 1129 h 1376"/>
                      <a:gd name="T4" fmla="*/ 285 w 643"/>
                      <a:gd name="T5" fmla="*/ 1024 h 1376"/>
                      <a:gd name="T6" fmla="*/ 323 w 643"/>
                      <a:gd name="T7" fmla="*/ 814 h 1376"/>
                      <a:gd name="T8" fmla="*/ 300 w 643"/>
                      <a:gd name="T9" fmla="*/ 214 h 1376"/>
                      <a:gd name="T10" fmla="*/ 233 w 643"/>
                      <a:gd name="T11" fmla="*/ 139 h 1376"/>
                      <a:gd name="T12" fmla="*/ 165 w 643"/>
                      <a:gd name="T13" fmla="*/ 86 h 1376"/>
                      <a:gd name="T14" fmla="*/ 0 w 643"/>
                      <a:gd name="T15" fmla="*/ 56 h 1376"/>
                      <a:gd name="T16" fmla="*/ 150 w 643"/>
                      <a:gd name="T17" fmla="*/ 11 h 1376"/>
                      <a:gd name="T18" fmla="*/ 360 w 643"/>
                      <a:gd name="T19" fmla="*/ 26 h 1376"/>
                      <a:gd name="T20" fmla="*/ 420 w 643"/>
                      <a:gd name="T21" fmla="*/ 101 h 1376"/>
                      <a:gd name="T22" fmla="*/ 540 w 643"/>
                      <a:gd name="T23" fmla="*/ 289 h 1376"/>
                      <a:gd name="T24" fmla="*/ 600 w 643"/>
                      <a:gd name="T25" fmla="*/ 431 h 1376"/>
                      <a:gd name="T26" fmla="*/ 630 w 643"/>
                      <a:gd name="T27" fmla="*/ 574 h 1376"/>
                      <a:gd name="T28" fmla="*/ 593 w 643"/>
                      <a:gd name="T29" fmla="*/ 821 h 1376"/>
                      <a:gd name="T30" fmla="*/ 578 w 643"/>
                      <a:gd name="T31" fmla="*/ 896 h 1376"/>
                      <a:gd name="T32" fmla="*/ 555 w 643"/>
                      <a:gd name="T33" fmla="*/ 941 h 1376"/>
                      <a:gd name="T34" fmla="*/ 540 w 643"/>
                      <a:gd name="T35" fmla="*/ 1031 h 1376"/>
                      <a:gd name="T36" fmla="*/ 488 w 643"/>
                      <a:gd name="T37" fmla="*/ 1099 h 1376"/>
                      <a:gd name="T38" fmla="*/ 428 w 643"/>
                      <a:gd name="T39" fmla="*/ 1181 h 1376"/>
                      <a:gd name="T40" fmla="*/ 413 w 643"/>
                      <a:gd name="T41" fmla="*/ 1226 h 1376"/>
                      <a:gd name="T42" fmla="*/ 308 w 643"/>
                      <a:gd name="T43" fmla="*/ 1316 h 1376"/>
                      <a:gd name="T44" fmla="*/ 263 w 643"/>
                      <a:gd name="T45" fmla="*/ 1354 h 1376"/>
                      <a:gd name="T46" fmla="*/ 218 w 643"/>
                      <a:gd name="T47" fmla="*/ 1376 h 1376"/>
                      <a:gd name="T48" fmla="*/ 321 w 643"/>
                      <a:gd name="T49" fmla="*/ 1275 h 137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643"/>
                      <a:gd name="T76" fmla="*/ 0 h 1376"/>
                      <a:gd name="T77" fmla="*/ 643 w 643"/>
                      <a:gd name="T78" fmla="*/ 1376 h 137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643" h="1376">
                        <a:moveTo>
                          <a:pt x="233" y="1331"/>
                        </a:moveTo>
                        <a:cubicBezTo>
                          <a:pt x="238" y="1262"/>
                          <a:pt x="245" y="1196"/>
                          <a:pt x="263" y="1129"/>
                        </a:cubicBezTo>
                        <a:cubicBezTo>
                          <a:pt x="268" y="1090"/>
                          <a:pt x="276" y="1061"/>
                          <a:pt x="285" y="1024"/>
                        </a:cubicBezTo>
                        <a:cubicBezTo>
                          <a:pt x="291" y="950"/>
                          <a:pt x="290" y="881"/>
                          <a:pt x="323" y="814"/>
                        </a:cubicBezTo>
                        <a:cubicBezTo>
                          <a:pt x="331" y="642"/>
                          <a:pt x="412" y="322"/>
                          <a:pt x="300" y="214"/>
                        </a:cubicBezTo>
                        <a:cubicBezTo>
                          <a:pt x="292" y="151"/>
                          <a:pt x="292" y="150"/>
                          <a:pt x="233" y="139"/>
                        </a:cubicBezTo>
                        <a:cubicBezTo>
                          <a:pt x="209" y="123"/>
                          <a:pt x="192" y="98"/>
                          <a:pt x="165" y="86"/>
                        </a:cubicBezTo>
                        <a:cubicBezTo>
                          <a:pt x="106" y="60"/>
                          <a:pt x="67" y="62"/>
                          <a:pt x="0" y="56"/>
                        </a:cubicBezTo>
                        <a:cubicBezTo>
                          <a:pt x="50" y="41"/>
                          <a:pt x="99" y="24"/>
                          <a:pt x="150" y="11"/>
                        </a:cubicBezTo>
                        <a:cubicBezTo>
                          <a:pt x="220" y="15"/>
                          <a:pt x="295" y="0"/>
                          <a:pt x="360" y="26"/>
                        </a:cubicBezTo>
                        <a:cubicBezTo>
                          <a:pt x="390" y="38"/>
                          <a:pt x="402" y="75"/>
                          <a:pt x="420" y="101"/>
                        </a:cubicBezTo>
                        <a:cubicBezTo>
                          <a:pt x="463" y="163"/>
                          <a:pt x="479" y="242"/>
                          <a:pt x="540" y="289"/>
                        </a:cubicBezTo>
                        <a:cubicBezTo>
                          <a:pt x="551" y="339"/>
                          <a:pt x="582" y="382"/>
                          <a:pt x="600" y="431"/>
                        </a:cubicBezTo>
                        <a:cubicBezTo>
                          <a:pt x="609" y="479"/>
                          <a:pt x="619" y="527"/>
                          <a:pt x="630" y="574"/>
                        </a:cubicBezTo>
                        <a:cubicBezTo>
                          <a:pt x="626" y="665"/>
                          <a:pt x="643" y="747"/>
                          <a:pt x="593" y="821"/>
                        </a:cubicBezTo>
                        <a:cubicBezTo>
                          <a:pt x="591" y="836"/>
                          <a:pt x="587" y="877"/>
                          <a:pt x="578" y="896"/>
                        </a:cubicBezTo>
                        <a:cubicBezTo>
                          <a:pt x="562" y="929"/>
                          <a:pt x="563" y="908"/>
                          <a:pt x="555" y="941"/>
                        </a:cubicBezTo>
                        <a:cubicBezTo>
                          <a:pt x="548" y="971"/>
                          <a:pt x="551" y="1003"/>
                          <a:pt x="540" y="1031"/>
                        </a:cubicBezTo>
                        <a:cubicBezTo>
                          <a:pt x="529" y="1059"/>
                          <a:pt x="508" y="1078"/>
                          <a:pt x="488" y="1099"/>
                        </a:cubicBezTo>
                        <a:cubicBezTo>
                          <a:pt x="465" y="1162"/>
                          <a:pt x="505" y="1060"/>
                          <a:pt x="428" y="1181"/>
                        </a:cubicBezTo>
                        <a:cubicBezTo>
                          <a:pt x="419" y="1194"/>
                          <a:pt x="419" y="1212"/>
                          <a:pt x="413" y="1226"/>
                        </a:cubicBezTo>
                        <a:cubicBezTo>
                          <a:pt x="397" y="1263"/>
                          <a:pt x="339" y="1295"/>
                          <a:pt x="308" y="1316"/>
                        </a:cubicBezTo>
                        <a:cubicBezTo>
                          <a:pt x="248" y="1356"/>
                          <a:pt x="324" y="1302"/>
                          <a:pt x="263" y="1354"/>
                        </a:cubicBezTo>
                        <a:cubicBezTo>
                          <a:pt x="250" y="1365"/>
                          <a:pt x="218" y="1376"/>
                          <a:pt x="218" y="1376"/>
                        </a:cubicBezTo>
                        <a:lnTo>
                          <a:pt x="321" y="1275"/>
                        </a:ln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40" name="Freeform 181"/>
                  <p:cNvSpPr>
                    <a:spLocks/>
                  </p:cNvSpPr>
                  <p:nvPr/>
                </p:nvSpPr>
                <p:spPr bwMode="auto">
                  <a:xfrm>
                    <a:off x="7718" y="1615"/>
                    <a:ext cx="538" cy="1325"/>
                  </a:xfrm>
                  <a:custGeom>
                    <a:avLst/>
                    <a:gdLst>
                      <a:gd name="T0" fmla="*/ 210 w 538"/>
                      <a:gd name="T1" fmla="*/ 1168 h 1325"/>
                      <a:gd name="T2" fmla="*/ 337 w 538"/>
                      <a:gd name="T3" fmla="*/ 1108 h 1325"/>
                      <a:gd name="T4" fmla="*/ 337 w 538"/>
                      <a:gd name="T5" fmla="*/ 1130 h 1325"/>
                      <a:gd name="T6" fmla="*/ 217 w 538"/>
                      <a:gd name="T7" fmla="*/ 1018 h 1325"/>
                      <a:gd name="T8" fmla="*/ 142 w 538"/>
                      <a:gd name="T9" fmla="*/ 1018 h 1325"/>
                      <a:gd name="T10" fmla="*/ 240 w 538"/>
                      <a:gd name="T11" fmla="*/ 965 h 1325"/>
                      <a:gd name="T12" fmla="*/ 277 w 538"/>
                      <a:gd name="T13" fmla="*/ 898 h 1325"/>
                      <a:gd name="T14" fmla="*/ 442 w 538"/>
                      <a:gd name="T15" fmla="*/ 958 h 1325"/>
                      <a:gd name="T16" fmla="*/ 375 w 538"/>
                      <a:gd name="T17" fmla="*/ 905 h 1325"/>
                      <a:gd name="T18" fmla="*/ 202 w 538"/>
                      <a:gd name="T19" fmla="*/ 748 h 1325"/>
                      <a:gd name="T20" fmla="*/ 285 w 538"/>
                      <a:gd name="T21" fmla="*/ 778 h 1325"/>
                      <a:gd name="T22" fmla="*/ 525 w 538"/>
                      <a:gd name="T23" fmla="*/ 613 h 1325"/>
                      <a:gd name="T24" fmla="*/ 465 w 538"/>
                      <a:gd name="T25" fmla="*/ 628 h 1325"/>
                      <a:gd name="T26" fmla="*/ 367 w 538"/>
                      <a:gd name="T27" fmla="*/ 673 h 1325"/>
                      <a:gd name="T28" fmla="*/ 292 w 538"/>
                      <a:gd name="T29" fmla="*/ 620 h 1325"/>
                      <a:gd name="T30" fmla="*/ 195 w 538"/>
                      <a:gd name="T31" fmla="*/ 598 h 1325"/>
                      <a:gd name="T32" fmla="*/ 307 w 538"/>
                      <a:gd name="T33" fmla="*/ 605 h 1325"/>
                      <a:gd name="T34" fmla="*/ 337 w 538"/>
                      <a:gd name="T35" fmla="*/ 485 h 1325"/>
                      <a:gd name="T36" fmla="*/ 405 w 538"/>
                      <a:gd name="T37" fmla="*/ 403 h 1325"/>
                      <a:gd name="T38" fmla="*/ 382 w 538"/>
                      <a:gd name="T39" fmla="*/ 418 h 1325"/>
                      <a:gd name="T40" fmla="*/ 330 w 538"/>
                      <a:gd name="T41" fmla="*/ 485 h 1325"/>
                      <a:gd name="T42" fmla="*/ 172 w 538"/>
                      <a:gd name="T43" fmla="*/ 410 h 1325"/>
                      <a:gd name="T44" fmla="*/ 277 w 538"/>
                      <a:gd name="T45" fmla="*/ 425 h 1325"/>
                      <a:gd name="T46" fmla="*/ 315 w 538"/>
                      <a:gd name="T47" fmla="*/ 290 h 1325"/>
                      <a:gd name="T48" fmla="*/ 337 w 538"/>
                      <a:gd name="T49" fmla="*/ 215 h 1325"/>
                      <a:gd name="T50" fmla="*/ 270 w 538"/>
                      <a:gd name="T51" fmla="*/ 260 h 1325"/>
                      <a:gd name="T52" fmla="*/ 157 w 538"/>
                      <a:gd name="T53" fmla="*/ 238 h 1325"/>
                      <a:gd name="T54" fmla="*/ 292 w 538"/>
                      <a:gd name="T55" fmla="*/ 118 h 1325"/>
                      <a:gd name="T56" fmla="*/ 240 w 538"/>
                      <a:gd name="T57" fmla="*/ 148 h 1325"/>
                      <a:gd name="T58" fmla="*/ 157 w 538"/>
                      <a:gd name="T59" fmla="*/ 110 h 1325"/>
                      <a:gd name="T60" fmla="*/ 120 w 538"/>
                      <a:gd name="T61" fmla="*/ 80 h 1325"/>
                      <a:gd name="T62" fmla="*/ 135 w 538"/>
                      <a:gd name="T63" fmla="*/ 58 h 132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538"/>
                      <a:gd name="T97" fmla="*/ 0 h 1325"/>
                      <a:gd name="T98" fmla="*/ 538 w 538"/>
                      <a:gd name="T99" fmla="*/ 1325 h 132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538" h="1325">
                        <a:moveTo>
                          <a:pt x="195" y="1325"/>
                        </a:moveTo>
                        <a:cubicBezTo>
                          <a:pt x="212" y="1271"/>
                          <a:pt x="177" y="1217"/>
                          <a:pt x="210" y="1168"/>
                        </a:cubicBezTo>
                        <a:cubicBezTo>
                          <a:pt x="218" y="1127"/>
                          <a:pt x="223" y="1114"/>
                          <a:pt x="262" y="1100"/>
                        </a:cubicBezTo>
                        <a:cubicBezTo>
                          <a:pt x="287" y="1103"/>
                          <a:pt x="313" y="1102"/>
                          <a:pt x="337" y="1108"/>
                        </a:cubicBezTo>
                        <a:cubicBezTo>
                          <a:pt x="346" y="1110"/>
                          <a:pt x="360" y="1114"/>
                          <a:pt x="360" y="1123"/>
                        </a:cubicBezTo>
                        <a:cubicBezTo>
                          <a:pt x="360" y="1131"/>
                          <a:pt x="345" y="1128"/>
                          <a:pt x="337" y="1130"/>
                        </a:cubicBezTo>
                        <a:cubicBezTo>
                          <a:pt x="308" y="1087"/>
                          <a:pt x="281" y="1098"/>
                          <a:pt x="225" y="1093"/>
                        </a:cubicBezTo>
                        <a:cubicBezTo>
                          <a:pt x="222" y="1068"/>
                          <a:pt x="226" y="1042"/>
                          <a:pt x="217" y="1018"/>
                        </a:cubicBezTo>
                        <a:cubicBezTo>
                          <a:pt x="214" y="1011"/>
                          <a:pt x="203" y="1010"/>
                          <a:pt x="195" y="1010"/>
                        </a:cubicBezTo>
                        <a:cubicBezTo>
                          <a:pt x="177" y="1010"/>
                          <a:pt x="124" y="1018"/>
                          <a:pt x="142" y="1018"/>
                        </a:cubicBezTo>
                        <a:cubicBezTo>
                          <a:pt x="167" y="1018"/>
                          <a:pt x="192" y="1013"/>
                          <a:pt x="217" y="1010"/>
                        </a:cubicBezTo>
                        <a:cubicBezTo>
                          <a:pt x="231" y="989"/>
                          <a:pt x="234" y="989"/>
                          <a:pt x="240" y="965"/>
                        </a:cubicBezTo>
                        <a:cubicBezTo>
                          <a:pt x="240" y="963"/>
                          <a:pt x="248" y="912"/>
                          <a:pt x="255" y="905"/>
                        </a:cubicBezTo>
                        <a:cubicBezTo>
                          <a:pt x="260" y="900"/>
                          <a:pt x="270" y="900"/>
                          <a:pt x="277" y="898"/>
                        </a:cubicBezTo>
                        <a:cubicBezTo>
                          <a:pt x="312" y="903"/>
                          <a:pt x="348" y="905"/>
                          <a:pt x="382" y="913"/>
                        </a:cubicBezTo>
                        <a:cubicBezTo>
                          <a:pt x="410" y="920"/>
                          <a:pt x="415" y="948"/>
                          <a:pt x="442" y="958"/>
                        </a:cubicBezTo>
                        <a:cubicBezTo>
                          <a:pt x="387" y="976"/>
                          <a:pt x="420" y="936"/>
                          <a:pt x="397" y="913"/>
                        </a:cubicBezTo>
                        <a:cubicBezTo>
                          <a:pt x="391" y="907"/>
                          <a:pt x="382" y="909"/>
                          <a:pt x="375" y="905"/>
                        </a:cubicBezTo>
                        <a:cubicBezTo>
                          <a:pt x="339" y="887"/>
                          <a:pt x="309" y="875"/>
                          <a:pt x="270" y="868"/>
                        </a:cubicBezTo>
                        <a:cubicBezTo>
                          <a:pt x="262" y="756"/>
                          <a:pt x="299" y="748"/>
                          <a:pt x="202" y="748"/>
                        </a:cubicBezTo>
                        <a:cubicBezTo>
                          <a:pt x="189" y="748"/>
                          <a:pt x="227" y="753"/>
                          <a:pt x="240" y="755"/>
                        </a:cubicBezTo>
                        <a:cubicBezTo>
                          <a:pt x="244" y="758"/>
                          <a:pt x="276" y="783"/>
                          <a:pt x="285" y="778"/>
                        </a:cubicBezTo>
                        <a:cubicBezTo>
                          <a:pt x="304" y="768"/>
                          <a:pt x="330" y="733"/>
                          <a:pt x="330" y="733"/>
                        </a:cubicBezTo>
                        <a:cubicBezTo>
                          <a:pt x="366" y="661"/>
                          <a:pt x="443" y="613"/>
                          <a:pt x="525" y="613"/>
                        </a:cubicBezTo>
                        <a:cubicBezTo>
                          <a:pt x="538" y="613"/>
                          <a:pt x="499" y="617"/>
                          <a:pt x="487" y="620"/>
                        </a:cubicBezTo>
                        <a:cubicBezTo>
                          <a:pt x="479" y="622"/>
                          <a:pt x="472" y="626"/>
                          <a:pt x="465" y="628"/>
                        </a:cubicBezTo>
                        <a:cubicBezTo>
                          <a:pt x="455" y="631"/>
                          <a:pt x="445" y="633"/>
                          <a:pt x="435" y="635"/>
                        </a:cubicBezTo>
                        <a:cubicBezTo>
                          <a:pt x="412" y="650"/>
                          <a:pt x="390" y="658"/>
                          <a:pt x="367" y="673"/>
                        </a:cubicBezTo>
                        <a:cubicBezTo>
                          <a:pt x="346" y="701"/>
                          <a:pt x="333" y="721"/>
                          <a:pt x="300" y="733"/>
                        </a:cubicBezTo>
                        <a:cubicBezTo>
                          <a:pt x="297" y="695"/>
                          <a:pt x="303" y="656"/>
                          <a:pt x="292" y="620"/>
                        </a:cubicBezTo>
                        <a:cubicBezTo>
                          <a:pt x="287" y="603"/>
                          <a:pt x="258" y="609"/>
                          <a:pt x="240" y="605"/>
                        </a:cubicBezTo>
                        <a:cubicBezTo>
                          <a:pt x="225" y="602"/>
                          <a:pt x="180" y="598"/>
                          <a:pt x="195" y="598"/>
                        </a:cubicBezTo>
                        <a:cubicBezTo>
                          <a:pt x="212" y="598"/>
                          <a:pt x="230" y="603"/>
                          <a:pt x="247" y="605"/>
                        </a:cubicBezTo>
                        <a:cubicBezTo>
                          <a:pt x="287" y="619"/>
                          <a:pt x="281" y="645"/>
                          <a:pt x="307" y="605"/>
                        </a:cubicBezTo>
                        <a:cubicBezTo>
                          <a:pt x="310" y="570"/>
                          <a:pt x="306" y="534"/>
                          <a:pt x="315" y="500"/>
                        </a:cubicBezTo>
                        <a:cubicBezTo>
                          <a:pt x="317" y="491"/>
                          <a:pt x="330" y="491"/>
                          <a:pt x="337" y="485"/>
                        </a:cubicBezTo>
                        <a:cubicBezTo>
                          <a:pt x="361" y="465"/>
                          <a:pt x="371" y="443"/>
                          <a:pt x="397" y="425"/>
                        </a:cubicBezTo>
                        <a:cubicBezTo>
                          <a:pt x="400" y="418"/>
                          <a:pt x="399" y="409"/>
                          <a:pt x="405" y="403"/>
                        </a:cubicBezTo>
                        <a:cubicBezTo>
                          <a:pt x="411" y="397"/>
                          <a:pt x="427" y="387"/>
                          <a:pt x="427" y="395"/>
                        </a:cubicBezTo>
                        <a:cubicBezTo>
                          <a:pt x="427" y="405"/>
                          <a:pt x="387" y="416"/>
                          <a:pt x="382" y="418"/>
                        </a:cubicBezTo>
                        <a:cubicBezTo>
                          <a:pt x="375" y="425"/>
                          <a:pt x="366" y="432"/>
                          <a:pt x="360" y="440"/>
                        </a:cubicBezTo>
                        <a:cubicBezTo>
                          <a:pt x="349" y="454"/>
                          <a:pt x="330" y="485"/>
                          <a:pt x="330" y="485"/>
                        </a:cubicBezTo>
                        <a:cubicBezTo>
                          <a:pt x="319" y="469"/>
                          <a:pt x="320" y="446"/>
                          <a:pt x="307" y="433"/>
                        </a:cubicBezTo>
                        <a:cubicBezTo>
                          <a:pt x="298" y="424"/>
                          <a:pt x="181" y="410"/>
                          <a:pt x="172" y="410"/>
                        </a:cubicBezTo>
                        <a:cubicBezTo>
                          <a:pt x="157" y="410"/>
                          <a:pt x="202" y="416"/>
                          <a:pt x="217" y="418"/>
                        </a:cubicBezTo>
                        <a:cubicBezTo>
                          <a:pt x="237" y="421"/>
                          <a:pt x="257" y="423"/>
                          <a:pt x="277" y="425"/>
                        </a:cubicBezTo>
                        <a:cubicBezTo>
                          <a:pt x="355" y="452"/>
                          <a:pt x="325" y="378"/>
                          <a:pt x="307" y="328"/>
                        </a:cubicBezTo>
                        <a:cubicBezTo>
                          <a:pt x="310" y="315"/>
                          <a:pt x="311" y="302"/>
                          <a:pt x="315" y="290"/>
                        </a:cubicBezTo>
                        <a:cubicBezTo>
                          <a:pt x="319" y="279"/>
                          <a:pt x="327" y="271"/>
                          <a:pt x="330" y="260"/>
                        </a:cubicBezTo>
                        <a:cubicBezTo>
                          <a:pt x="334" y="245"/>
                          <a:pt x="337" y="215"/>
                          <a:pt x="337" y="215"/>
                        </a:cubicBezTo>
                        <a:cubicBezTo>
                          <a:pt x="329" y="265"/>
                          <a:pt x="329" y="267"/>
                          <a:pt x="285" y="283"/>
                        </a:cubicBezTo>
                        <a:cubicBezTo>
                          <a:pt x="280" y="275"/>
                          <a:pt x="274" y="268"/>
                          <a:pt x="270" y="260"/>
                        </a:cubicBezTo>
                        <a:cubicBezTo>
                          <a:pt x="264" y="248"/>
                          <a:pt x="267" y="228"/>
                          <a:pt x="255" y="223"/>
                        </a:cubicBezTo>
                        <a:cubicBezTo>
                          <a:pt x="244" y="219"/>
                          <a:pt x="175" y="234"/>
                          <a:pt x="157" y="238"/>
                        </a:cubicBezTo>
                        <a:cubicBezTo>
                          <a:pt x="92" y="282"/>
                          <a:pt x="234" y="232"/>
                          <a:pt x="247" y="230"/>
                        </a:cubicBezTo>
                        <a:cubicBezTo>
                          <a:pt x="235" y="167"/>
                          <a:pt x="197" y="143"/>
                          <a:pt x="292" y="118"/>
                        </a:cubicBezTo>
                        <a:cubicBezTo>
                          <a:pt x="304" y="115"/>
                          <a:pt x="273" y="134"/>
                          <a:pt x="262" y="140"/>
                        </a:cubicBezTo>
                        <a:cubicBezTo>
                          <a:pt x="255" y="144"/>
                          <a:pt x="247" y="145"/>
                          <a:pt x="240" y="148"/>
                        </a:cubicBezTo>
                        <a:cubicBezTo>
                          <a:pt x="215" y="145"/>
                          <a:pt x="188" y="150"/>
                          <a:pt x="165" y="140"/>
                        </a:cubicBezTo>
                        <a:cubicBezTo>
                          <a:pt x="156" y="136"/>
                          <a:pt x="167" y="112"/>
                          <a:pt x="157" y="110"/>
                        </a:cubicBezTo>
                        <a:cubicBezTo>
                          <a:pt x="106" y="99"/>
                          <a:pt x="52" y="105"/>
                          <a:pt x="0" y="103"/>
                        </a:cubicBezTo>
                        <a:cubicBezTo>
                          <a:pt x="44" y="98"/>
                          <a:pt x="79" y="94"/>
                          <a:pt x="120" y="80"/>
                        </a:cubicBezTo>
                        <a:cubicBezTo>
                          <a:pt x="129" y="52"/>
                          <a:pt x="130" y="43"/>
                          <a:pt x="150" y="13"/>
                        </a:cubicBezTo>
                        <a:cubicBezTo>
                          <a:pt x="159" y="0"/>
                          <a:pt x="135" y="58"/>
                          <a:pt x="135" y="58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20" name="Group 182"/>
                <p:cNvGrpSpPr>
                  <a:grpSpLocks/>
                </p:cNvGrpSpPr>
                <p:nvPr/>
              </p:nvGrpSpPr>
              <p:grpSpPr bwMode="auto">
                <a:xfrm>
                  <a:off x="9690" y="2768"/>
                  <a:ext cx="1253" cy="477"/>
                  <a:chOff x="7857" y="2583"/>
                  <a:chExt cx="1253" cy="477"/>
                </a:xfrm>
              </p:grpSpPr>
              <p:sp>
                <p:nvSpPr>
                  <p:cNvPr id="135" name="Freeform 183"/>
                  <p:cNvSpPr>
                    <a:spLocks/>
                  </p:cNvSpPr>
                  <p:nvPr/>
                </p:nvSpPr>
                <p:spPr bwMode="auto">
                  <a:xfrm>
                    <a:off x="7857" y="2583"/>
                    <a:ext cx="1253" cy="440"/>
                  </a:xfrm>
                  <a:custGeom>
                    <a:avLst/>
                    <a:gdLst>
                      <a:gd name="T0" fmla="*/ 18 w 1253"/>
                      <a:gd name="T1" fmla="*/ 395 h 440"/>
                      <a:gd name="T2" fmla="*/ 56 w 1253"/>
                      <a:gd name="T3" fmla="*/ 387 h 440"/>
                      <a:gd name="T4" fmla="*/ 116 w 1253"/>
                      <a:gd name="T5" fmla="*/ 320 h 440"/>
                      <a:gd name="T6" fmla="*/ 221 w 1253"/>
                      <a:gd name="T7" fmla="*/ 215 h 440"/>
                      <a:gd name="T8" fmla="*/ 288 w 1253"/>
                      <a:gd name="T9" fmla="*/ 155 h 440"/>
                      <a:gd name="T10" fmla="*/ 311 w 1253"/>
                      <a:gd name="T11" fmla="*/ 132 h 440"/>
                      <a:gd name="T12" fmla="*/ 453 w 1253"/>
                      <a:gd name="T13" fmla="*/ 57 h 440"/>
                      <a:gd name="T14" fmla="*/ 761 w 1253"/>
                      <a:gd name="T15" fmla="*/ 20 h 440"/>
                      <a:gd name="T16" fmla="*/ 993 w 1253"/>
                      <a:gd name="T17" fmla="*/ 27 h 440"/>
                      <a:gd name="T18" fmla="*/ 1038 w 1253"/>
                      <a:gd name="T19" fmla="*/ 35 h 440"/>
                      <a:gd name="T20" fmla="*/ 1053 w 1253"/>
                      <a:gd name="T21" fmla="*/ 57 h 440"/>
                      <a:gd name="T22" fmla="*/ 1076 w 1253"/>
                      <a:gd name="T23" fmla="*/ 72 h 440"/>
                      <a:gd name="T24" fmla="*/ 1188 w 1253"/>
                      <a:gd name="T25" fmla="*/ 200 h 440"/>
                      <a:gd name="T26" fmla="*/ 1196 w 1253"/>
                      <a:gd name="T27" fmla="*/ 252 h 440"/>
                      <a:gd name="T28" fmla="*/ 1173 w 1253"/>
                      <a:gd name="T29" fmla="*/ 207 h 440"/>
                      <a:gd name="T30" fmla="*/ 978 w 1253"/>
                      <a:gd name="T31" fmla="*/ 162 h 440"/>
                      <a:gd name="T32" fmla="*/ 678 w 1253"/>
                      <a:gd name="T33" fmla="*/ 192 h 440"/>
                      <a:gd name="T34" fmla="*/ 461 w 1253"/>
                      <a:gd name="T35" fmla="*/ 237 h 440"/>
                      <a:gd name="T36" fmla="*/ 228 w 1253"/>
                      <a:gd name="T37" fmla="*/ 320 h 440"/>
                      <a:gd name="T38" fmla="*/ 153 w 1253"/>
                      <a:gd name="T39" fmla="*/ 380 h 440"/>
                      <a:gd name="T40" fmla="*/ 138 w 1253"/>
                      <a:gd name="T41" fmla="*/ 402 h 440"/>
                      <a:gd name="T42" fmla="*/ 71 w 1253"/>
                      <a:gd name="T43" fmla="*/ 410 h 440"/>
                      <a:gd name="T44" fmla="*/ 26 w 1253"/>
                      <a:gd name="T45" fmla="*/ 425 h 440"/>
                      <a:gd name="T46" fmla="*/ 3 w 1253"/>
                      <a:gd name="T47" fmla="*/ 432 h 440"/>
                      <a:gd name="T48" fmla="*/ 18 w 1253"/>
                      <a:gd name="T49" fmla="*/ 395 h 440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253"/>
                      <a:gd name="T76" fmla="*/ 0 h 440"/>
                      <a:gd name="T77" fmla="*/ 1253 w 1253"/>
                      <a:gd name="T78" fmla="*/ 440 h 440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253" h="440">
                        <a:moveTo>
                          <a:pt x="18" y="395"/>
                        </a:moveTo>
                        <a:cubicBezTo>
                          <a:pt x="31" y="392"/>
                          <a:pt x="45" y="394"/>
                          <a:pt x="56" y="387"/>
                        </a:cubicBezTo>
                        <a:cubicBezTo>
                          <a:pt x="116" y="349"/>
                          <a:pt x="86" y="354"/>
                          <a:pt x="116" y="320"/>
                        </a:cubicBezTo>
                        <a:cubicBezTo>
                          <a:pt x="147" y="285"/>
                          <a:pt x="182" y="240"/>
                          <a:pt x="221" y="215"/>
                        </a:cubicBezTo>
                        <a:cubicBezTo>
                          <a:pt x="254" y="170"/>
                          <a:pt x="233" y="192"/>
                          <a:pt x="288" y="155"/>
                        </a:cubicBezTo>
                        <a:cubicBezTo>
                          <a:pt x="297" y="149"/>
                          <a:pt x="302" y="139"/>
                          <a:pt x="311" y="132"/>
                        </a:cubicBezTo>
                        <a:cubicBezTo>
                          <a:pt x="358" y="95"/>
                          <a:pt x="397" y="73"/>
                          <a:pt x="453" y="57"/>
                        </a:cubicBezTo>
                        <a:cubicBezTo>
                          <a:pt x="530" y="0"/>
                          <a:pt x="688" y="22"/>
                          <a:pt x="761" y="20"/>
                        </a:cubicBezTo>
                        <a:cubicBezTo>
                          <a:pt x="838" y="22"/>
                          <a:pt x="916" y="23"/>
                          <a:pt x="993" y="27"/>
                        </a:cubicBezTo>
                        <a:cubicBezTo>
                          <a:pt x="1008" y="28"/>
                          <a:pt x="1024" y="28"/>
                          <a:pt x="1038" y="35"/>
                        </a:cubicBezTo>
                        <a:cubicBezTo>
                          <a:pt x="1046" y="39"/>
                          <a:pt x="1047" y="51"/>
                          <a:pt x="1053" y="57"/>
                        </a:cubicBezTo>
                        <a:cubicBezTo>
                          <a:pt x="1060" y="63"/>
                          <a:pt x="1069" y="66"/>
                          <a:pt x="1076" y="72"/>
                        </a:cubicBezTo>
                        <a:cubicBezTo>
                          <a:pt x="1137" y="128"/>
                          <a:pt x="1143" y="138"/>
                          <a:pt x="1188" y="200"/>
                        </a:cubicBezTo>
                        <a:cubicBezTo>
                          <a:pt x="1201" y="218"/>
                          <a:pt x="1253" y="291"/>
                          <a:pt x="1196" y="252"/>
                        </a:cubicBezTo>
                        <a:cubicBezTo>
                          <a:pt x="1191" y="238"/>
                          <a:pt x="1185" y="217"/>
                          <a:pt x="1173" y="207"/>
                        </a:cubicBezTo>
                        <a:cubicBezTo>
                          <a:pt x="1132" y="174"/>
                          <a:pt x="1027" y="169"/>
                          <a:pt x="978" y="162"/>
                        </a:cubicBezTo>
                        <a:cubicBezTo>
                          <a:pt x="803" y="169"/>
                          <a:pt x="800" y="173"/>
                          <a:pt x="678" y="192"/>
                        </a:cubicBezTo>
                        <a:cubicBezTo>
                          <a:pt x="609" y="217"/>
                          <a:pt x="533" y="229"/>
                          <a:pt x="461" y="237"/>
                        </a:cubicBezTo>
                        <a:cubicBezTo>
                          <a:pt x="385" y="264"/>
                          <a:pt x="298" y="280"/>
                          <a:pt x="228" y="320"/>
                        </a:cubicBezTo>
                        <a:cubicBezTo>
                          <a:pt x="203" y="334"/>
                          <a:pt x="173" y="360"/>
                          <a:pt x="153" y="380"/>
                        </a:cubicBezTo>
                        <a:cubicBezTo>
                          <a:pt x="147" y="386"/>
                          <a:pt x="146" y="399"/>
                          <a:pt x="138" y="402"/>
                        </a:cubicBezTo>
                        <a:cubicBezTo>
                          <a:pt x="117" y="410"/>
                          <a:pt x="93" y="407"/>
                          <a:pt x="71" y="410"/>
                        </a:cubicBezTo>
                        <a:cubicBezTo>
                          <a:pt x="9" y="429"/>
                          <a:pt x="86" y="405"/>
                          <a:pt x="26" y="425"/>
                        </a:cubicBezTo>
                        <a:cubicBezTo>
                          <a:pt x="18" y="428"/>
                          <a:pt x="5" y="440"/>
                          <a:pt x="3" y="432"/>
                        </a:cubicBezTo>
                        <a:cubicBezTo>
                          <a:pt x="0" y="419"/>
                          <a:pt x="13" y="407"/>
                          <a:pt x="18" y="395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36" name="Freeform 184"/>
                  <p:cNvSpPr>
                    <a:spLocks/>
                  </p:cNvSpPr>
                  <p:nvPr/>
                </p:nvSpPr>
                <p:spPr bwMode="auto">
                  <a:xfrm>
                    <a:off x="7903" y="2743"/>
                    <a:ext cx="1191" cy="317"/>
                  </a:xfrm>
                  <a:custGeom>
                    <a:avLst/>
                    <a:gdLst>
                      <a:gd name="T0" fmla="*/ 2 w 1191"/>
                      <a:gd name="T1" fmla="*/ 257 h 317"/>
                      <a:gd name="T2" fmla="*/ 85 w 1191"/>
                      <a:gd name="T3" fmla="*/ 242 h 317"/>
                      <a:gd name="T4" fmla="*/ 130 w 1191"/>
                      <a:gd name="T5" fmla="*/ 205 h 317"/>
                      <a:gd name="T6" fmla="*/ 220 w 1191"/>
                      <a:gd name="T7" fmla="*/ 145 h 317"/>
                      <a:gd name="T8" fmla="*/ 242 w 1191"/>
                      <a:gd name="T9" fmla="*/ 122 h 317"/>
                      <a:gd name="T10" fmla="*/ 445 w 1191"/>
                      <a:gd name="T11" fmla="*/ 85 h 317"/>
                      <a:gd name="T12" fmla="*/ 722 w 1191"/>
                      <a:gd name="T13" fmla="*/ 32 h 317"/>
                      <a:gd name="T14" fmla="*/ 1090 w 1191"/>
                      <a:gd name="T15" fmla="*/ 25 h 317"/>
                      <a:gd name="T16" fmla="*/ 1135 w 1191"/>
                      <a:gd name="T17" fmla="*/ 70 h 317"/>
                      <a:gd name="T18" fmla="*/ 1157 w 1191"/>
                      <a:gd name="T19" fmla="*/ 92 h 317"/>
                      <a:gd name="T20" fmla="*/ 1142 w 1191"/>
                      <a:gd name="T21" fmla="*/ 205 h 317"/>
                      <a:gd name="T22" fmla="*/ 1090 w 1191"/>
                      <a:gd name="T23" fmla="*/ 137 h 317"/>
                      <a:gd name="T24" fmla="*/ 940 w 1191"/>
                      <a:gd name="T25" fmla="*/ 167 h 317"/>
                      <a:gd name="T26" fmla="*/ 587 w 1191"/>
                      <a:gd name="T27" fmla="*/ 265 h 317"/>
                      <a:gd name="T28" fmla="*/ 520 w 1191"/>
                      <a:gd name="T29" fmla="*/ 302 h 317"/>
                      <a:gd name="T30" fmla="*/ 475 w 1191"/>
                      <a:gd name="T31" fmla="*/ 317 h 317"/>
                      <a:gd name="T32" fmla="*/ 325 w 1191"/>
                      <a:gd name="T33" fmla="*/ 310 h 317"/>
                      <a:gd name="T34" fmla="*/ 280 w 1191"/>
                      <a:gd name="T35" fmla="*/ 295 h 317"/>
                      <a:gd name="T36" fmla="*/ 47 w 1191"/>
                      <a:gd name="T37" fmla="*/ 295 h 317"/>
                      <a:gd name="T38" fmla="*/ 2 w 1191"/>
                      <a:gd name="T39" fmla="*/ 257 h 31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1191"/>
                      <a:gd name="T61" fmla="*/ 0 h 317"/>
                      <a:gd name="T62" fmla="*/ 1191 w 1191"/>
                      <a:gd name="T63" fmla="*/ 317 h 31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1191" h="317">
                        <a:moveTo>
                          <a:pt x="2" y="257"/>
                        </a:moveTo>
                        <a:cubicBezTo>
                          <a:pt x="27" y="254"/>
                          <a:pt x="60" y="255"/>
                          <a:pt x="85" y="242"/>
                        </a:cubicBezTo>
                        <a:cubicBezTo>
                          <a:pt x="114" y="227"/>
                          <a:pt x="103" y="226"/>
                          <a:pt x="130" y="205"/>
                        </a:cubicBezTo>
                        <a:cubicBezTo>
                          <a:pt x="158" y="184"/>
                          <a:pt x="190" y="164"/>
                          <a:pt x="220" y="145"/>
                        </a:cubicBezTo>
                        <a:cubicBezTo>
                          <a:pt x="229" y="139"/>
                          <a:pt x="233" y="127"/>
                          <a:pt x="242" y="122"/>
                        </a:cubicBezTo>
                        <a:cubicBezTo>
                          <a:pt x="289" y="95"/>
                          <a:pt x="387" y="93"/>
                          <a:pt x="445" y="85"/>
                        </a:cubicBezTo>
                        <a:cubicBezTo>
                          <a:pt x="531" y="42"/>
                          <a:pt x="628" y="38"/>
                          <a:pt x="722" y="32"/>
                        </a:cubicBezTo>
                        <a:cubicBezTo>
                          <a:pt x="828" y="0"/>
                          <a:pt x="994" y="22"/>
                          <a:pt x="1090" y="25"/>
                        </a:cubicBezTo>
                        <a:cubicBezTo>
                          <a:pt x="1105" y="40"/>
                          <a:pt x="1120" y="55"/>
                          <a:pt x="1135" y="70"/>
                        </a:cubicBezTo>
                        <a:cubicBezTo>
                          <a:pt x="1142" y="77"/>
                          <a:pt x="1157" y="92"/>
                          <a:pt x="1157" y="92"/>
                        </a:cubicBezTo>
                        <a:cubicBezTo>
                          <a:pt x="1171" y="132"/>
                          <a:pt x="1191" y="277"/>
                          <a:pt x="1142" y="205"/>
                        </a:cubicBezTo>
                        <a:cubicBezTo>
                          <a:pt x="1133" y="168"/>
                          <a:pt x="1120" y="158"/>
                          <a:pt x="1090" y="137"/>
                        </a:cubicBezTo>
                        <a:cubicBezTo>
                          <a:pt x="953" y="147"/>
                          <a:pt x="1021" y="141"/>
                          <a:pt x="940" y="167"/>
                        </a:cubicBezTo>
                        <a:cubicBezTo>
                          <a:pt x="839" y="268"/>
                          <a:pt x="727" y="259"/>
                          <a:pt x="587" y="265"/>
                        </a:cubicBezTo>
                        <a:cubicBezTo>
                          <a:pt x="566" y="296"/>
                          <a:pt x="555" y="292"/>
                          <a:pt x="520" y="302"/>
                        </a:cubicBezTo>
                        <a:cubicBezTo>
                          <a:pt x="505" y="306"/>
                          <a:pt x="475" y="317"/>
                          <a:pt x="475" y="317"/>
                        </a:cubicBezTo>
                        <a:cubicBezTo>
                          <a:pt x="425" y="315"/>
                          <a:pt x="375" y="316"/>
                          <a:pt x="325" y="310"/>
                        </a:cubicBezTo>
                        <a:cubicBezTo>
                          <a:pt x="309" y="308"/>
                          <a:pt x="280" y="295"/>
                          <a:pt x="280" y="295"/>
                        </a:cubicBezTo>
                        <a:cubicBezTo>
                          <a:pt x="201" y="301"/>
                          <a:pt x="127" y="311"/>
                          <a:pt x="47" y="295"/>
                        </a:cubicBezTo>
                        <a:cubicBezTo>
                          <a:pt x="0" y="286"/>
                          <a:pt x="2" y="280"/>
                          <a:pt x="2" y="257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37" name="Freeform 185"/>
                  <p:cNvSpPr>
                    <a:spLocks/>
                  </p:cNvSpPr>
                  <p:nvPr/>
                </p:nvSpPr>
                <p:spPr bwMode="auto">
                  <a:xfrm>
                    <a:off x="7935" y="2628"/>
                    <a:ext cx="966" cy="376"/>
                  </a:xfrm>
                  <a:custGeom>
                    <a:avLst/>
                    <a:gdLst>
                      <a:gd name="T0" fmla="*/ 0 w 966"/>
                      <a:gd name="T1" fmla="*/ 372 h 376"/>
                      <a:gd name="T2" fmla="*/ 68 w 966"/>
                      <a:gd name="T3" fmla="*/ 320 h 376"/>
                      <a:gd name="T4" fmla="*/ 83 w 966"/>
                      <a:gd name="T5" fmla="*/ 290 h 376"/>
                      <a:gd name="T6" fmla="*/ 90 w 966"/>
                      <a:gd name="T7" fmla="*/ 267 h 376"/>
                      <a:gd name="T8" fmla="*/ 83 w 966"/>
                      <a:gd name="T9" fmla="*/ 297 h 376"/>
                      <a:gd name="T10" fmla="*/ 75 w 966"/>
                      <a:gd name="T11" fmla="*/ 320 h 376"/>
                      <a:gd name="T12" fmla="*/ 143 w 966"/>
                      <a:gd name="T13" fmla="*/ 305 h 376"/>
                      <a:gd name="T14" fmla="*/ 218 w 966"/>
                      <a:gd name="T15" fmla="*/ 237 h 376"/>
                      <a:gd name="T16" fmla="*/ 263 w 966"/>
                      <a:gd name="T17" fmla="*/ 207 h 376"/>
                      <a:gd name="T18" fmla="*/ 278 w 966"/>
                      <a:gd name="T19" fmla="*/ 140 h 376"/>
                      <a:gd name="T20" fmla="*/ 345 w 966"/>
                      <a:gd name="T21" fmla="*/ 222 h 376"/>
                      <a:gd name="T22" fmla="*/ 360 w 966"/>
                      <a:gd name="T23" fmla="*/ 267 h 376"/>
                      <a:gd name="T24" fmla="*/ 368 w 966"/>
                      <a:gd name="T25" fmla="*/ 290 h 376"/>
                      <a:gd name="T26" fmla="*/ 360 w 966"/>
                      <a:gd name="T27" fmla="*/ 350 h 376"/>
                      <a:gd name="T28" fmla="*/ 360 w 966"/>
                      <a:gd name="T29" fmla="*/ 222 h 376"/>
                      <a:gd name="T30" fmla="*/ 435 w 966"/>
                      <a:gd name="T31" fmla="*/ 215 h 376"/>
                      <a:gd name="T32" fmla="*/ 450 w 966"/>
                      <a:gd name="T33" fmla="*/ 170 h 376"/>
                      <a:gd name="T34" fmla="*/ 450 w 966"/>
                      <a:gd name="T35" fmla="*/ 110 h 376"/>
                      <a:gd name="T36" fmla="*/ 458 w 966"/>
                      <a:gd name="T37" fmla="*/ 185 h 376"/>
                      <a:gd name="T38" fmla="*/ 533 w 966"/>
                      <a:gd name="T39" fmla="*/ 192 h 376"/>
                      <a:gd name="T40" fmla="*/ 540 w 966"/>
                      <a:gd name="T41" fmla="*/ 245 h 376"/>
                      <a:gd name="T42" fmla="*/ 555 w 966"/>
                      <a:gd name="T43" fmla="*/ 305 h 376"/>
                      <a:gd name="T44" fmla="*/ 540 w 966"/>
                      <a:gd name="T45" fmla="*/ 282 h 376"/>
                      <a:gd name="T46" fmla="*/ 570 w 966"/>
                      <a:gd name="T47" fmla="*/ 140 h 376"/>
                      <a:gd name="T48" fmla="*/ 645 w 966"/>
                      <a:gd name="T49" fmla="*/ 132 h 376"/>
                      <a:gd name="T50" fmla="*/ 653 w 966"/>
                      <a:gd name="T51" fmla="*/ 110 h 376"/>
                      <a:gd name="T52" fmla="*/ 660 w 966"/>
                      <a:gd name="T53" fmla="*/ 72 h 376"/>
                      <a:gd name="T54" fmla="*/ 683 w 966"/>
                      <a:gd name="T55" fmla="*/ 177 h 376"/>
                      <a:gd name="T56" fmla="*/ 728 w 966"/>
                      <a:gd name="T57" fmla="*/ 207 h 376"/>
                      <a:gd name="T58" fmla="*/ 743 w 966"/>
                      <a:gd name="T59" fmla="*/ 230 h 376"/>
                      <a:gd name="T60" fmla="*/ 758 w 966"/>
                      <a:gd name="T61" fmla="*/ 275 h 376"/>
                      <a:gd name="T62" fmla="*/ 750 w 966"/>
                      <a:gd name="T63" fmla="*/ 297 h 376"/>
                      <a:gd name="T64" fmla="*/ 743 w 966"/>
                      <a:gd name="T65" fmla="*/ 252 h 376"/>
                      <a:gd name="T66" fmla="*/ 698 w 966"/>
                      <a:gd name="T67" fmla="*/ 185 h 376"/>
                      <a:gd name="T68" fmla="*/ 750 w 966"/>
                      <a:gd name="T69" fmla="*/ 132 h 376"/>
                      <a:gd name="T70" fmla="*/ 818 w 966"/>
                      <a:gd name="T71" fmla="*/ 57 h 376"/>
                      <a:gd name="T72" fmla="*/ 810 w 966"/>
                      <a:gd name="T73" fmla="*/ 80 h 376"/>
                      <a:gd name="T74" fmla="*/ 780 w 966"/>
                      <a:gd name="T75" fmla="*/ 125 h 376"/>
                      <a:gd name="T76" fmla="*/ 908 w 966"/>
                      <a:gd name="T77" fmla="*/ 200 h 376"/>
                      <a:gd name="T78" fmla="*/ 915 w 966"/>
                      <a:gd name="T79" fmla="*/ 222 h 376"/>
                      <a:gd name="T80" fmla="*/ 900 w 966"/>
                      <a:gd name="T81" fmla="*/ 200 h 376"/>
                      <a:gd name="T82" fmla="*/ 885 w 966"/>
                      <a:gd name="T83" fmla="*/ 140 h 376"/>
                      <a:gd name="T84" fmla="*/ 915 w 966"/>
                      <a:gd name="T85" fmla="*/ 95 h 376"/>
                      <a:gd name="T86" fmla="*/ 923 w 966"/>
                      <a:gd name="T87" fmla="*/ 72 h 376"/>
                      <a:gd name="T88" fmla="*/ 908 w 966"/>
                      <a:gd name="T89" fmla="*/ 125 h 376"/>
                      <a:gd name="T90" fmla="*/ 960 w 966"/>
                      <a:gd name="T91" fmla="*/ 155 h 376"/>
                      <a:gd name="T92" fmla="*/ 966 w 966"/>
                      <a:gd name="T93" fmla="*/ 76 h 37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966"/>
                      <a:gd name="T142" fmla="*/ 0 h 376"/>
                      <a:gd name="T143" fmla="*/ 966 w 966"/>
                      <a:gd name="T144" fmla="*/ 376 h 37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966" h="376">
                        <a:moveTo>
                          <a:pt x="0" y="372"/>
                        </a:moveTo>
                        <a:cubicBezTo>
                          <a:pt x="56" y="362"/>
                          <a:pt x="31" y="376"/>
                          <a:pt x="68" y="320"/>
                        </a:cubicBezTo>
                        <a:cubicBezTo>
                          <a:pt x="74" y="311"/>
                          <a:pt x="79" y="300"/>
                          <a:pt x="83" y="290"/>
                        </a:cubicBezTo>
                        <a:cubicBezTo>
                          <a:pt x="86" y="283"/>
                          <a:pt x="88" y="275"/>
                          <a:pt x="90" y="267"/>
                        </a:cubicBezTo>
                        <a:cubicBezTo>
                          <a:pt x="93" y="257"/>
                          <a:pt x="86" y="287"/>
                          <a:pt x="83" y="297"/>
                        </a:cubicBezTo>
                        <a:cubicBezTo>
                          <a:pt x="81" y="305"/>
                          <a:pt x="78" y="312"/>
                          <a:pt x="75" y="320"/>
                        </a:cubicBezTo>
                        <a:cubicBezTo>
                          <a:pt x="118" y="348"/>
                          <a:pt x="98" y="319"/>
                          <a:pt x="143" y="305"/>
                        </a:cubicBezTo>
                        <a:cubicBezTo>
                          <a:pt x="154" y="246"/>
                          <a:pt x="161" y="256"/>
                          <a:pt x="218" y="237"/>
                        </a:cubicBezTo>
                        <a:cubicBezTo>
                          <a:pt x="235" y="231"/>
                          <a:pt x="263" y="207"/>
                          <a:pt x="263" y="207"/>
                        </a:cubicBezTo>
                        <a:cubicBezTo>
                          <a:pt x="281" y="181"/>
                          <a:pt x="288" y="171"/>
                          <a:pt x="278" y="140"/>
                        </a:cubicBezTo>
                        <a:cubicBezTo>
                          <a:pt x="256" y="223"/>
                          <a:pt x="264" y="214"/>
                          <a:pt x="345" y="222"/>
                        </a:cubicBezTo>
                        <a:cubicBezTo>
                          <a:pt x="350" y="237"/>
                          <a:pt x="355" y="252"/>
                          <a:pt x="360" y="267"/>
                        </a:cubicBezTo>
                        <a:cubicBezTo>
                          <a:pt x="363" y="275"/>
                          <a:pt x="368" y="290"/>
                          <a:pt x="368" y="290"/>
                        </a:cubicBezTo>
                        <a:cubicBezTo>
                          <a:pt x="365" y="310"/>
                          <a:pt x="378" y="359"/>
                          <a:pt x="360" y="350"/>
                        </a:cubicBezTo>
                        <a:cubicBezTo>
                          <a:pt x="352" y="346"/>
                          <a:pt x="349" y="231"/>
                          <a:pt x="360" y="222"/>
                        </a:cubicBezTo>
                        <a:cubicBezTo>
                          <a:pt x="379" y="206"/>
                          <a:pt x="410" y="217"/>
                          <a:pt x="435" y="215"/>
                        </a:cubicBezTo>
                        <a:cubicBezTo>
                          <a:pt x="440" y="200"/>
                          <a:pt x="449" y="186"/>
                          <a:pt x="450" y="170"/>
                        </a:cubicBezTo>
                        <a:cubicBezTo>
                          <a:pt x="459" y="19"/>
                          <a:pt x="463" y="0"/>
                          <a:pt x="450" y="110"/>
                        </a:cubicBezTo>
                        <a:cubicBezTo>
                          <a:pt x="453" y="135"/>
                          <a:pt x="440" y="167"/>
                          <a:pt x="458" y="185"/>
                        </a:cubicBezTo>
                        <a:cubicBezTo>
                          <a:pt x="476" y="203"/>
                          <a:pt x="513" y="177"/>
                          <a:pt x="533" y="192"/>
                        </a:cubicBezTo>
                        <a:cubicBezTo>
                          <a:pt x="547" y="203"/>
                          <a:pt x="537" y="228"/>
                          <a:pt x="540" y="245"/>
                        </a:cubicBezTo>
                        <a:cubicBezTo>
                          <a:pt x="543" y="260"/>
                          <a:pt x="562" y="291"/>
                          <a:pt x="555" y="305"/>
                        </a:cubicBezTo>
                        <a:cubicBezTo>
                          <a:pt x="551" y="313"/>
                          <a:pt x="545" y="290"/>
                          <a:pt x="540" y="282"/>
                        </a:cubicBezTo>
                        <a:cubicBezTo>
                          <a:pt x="537" y="245"/>
                          <a:pt x="511" y="157"/>
                          <a:pt x="570" y="140"/>
                        </a:cubicBezTo>
                        <a:cubicBezTo>
                          <a:pt x="594" y="133"/>
                          <a:pt x="620" y="135"/>
                          <a:pt x="645" y="132"/>
                        </a:cubicBezTo>
                        <a:cubicBezTo>
                          <a:pt x="648" y="125"/>
                          <a:pt x="651" y="118"/>
                          <a:pt x="653" y="110"/>
                        </a:cubicBezTo>
                        <a:cubicBezTo>
                          <a:pt x="656" y="98"/>
                          <a:pt x="660" y="72"/>
                          <a:pt x="660" y="72"/>
                        </a:cubicBezTo>
                        <a:cubicBezTo>
                          <a:pt x="663" y="101"/>
                          <a:pt x="654" y="152"/>
                          <a:pt x="683" y="177"/>
                        </a:cubicBezTo>
                        <a:cubicBezTo>
                          <a:pt x="697" y="189"/>
                          <a:pt x="728" y="207"/>
                          <a:pt x="728" y="207"/>
                        </a:cubicBezTo>
                        <a:cubicBezTo>
                          <a:pt x="733" y="215"/>
                          <a:pt x="739" y="222"/>
                          <a:pt x="743" y="230"/>
                        </a:cubicBezTo>
                        <a:cubicBezTo>
                          <a:pt x="749" y="244"/>
                          <a:pt x="758" y="275"/>
                          <a:pt x="758" y="275"/>
                        </a:cubicBezTo>
                        <a:cubicBezTo>
                          <a:pt x="755" y="282"/>
                          <a:pt x="754" y="304"/>
                          <a:pt x="750" y="297"/>
                        </a:cubicBezTo>
                        <a:cubicBezTo>
                          <a:pt x="742" y="284"/>
                          <a:pt x="746" y="267"/>
                          <a:pt x="743" y="252"/>
                        </a:cubicBezTo>
                        <a:cubicBezTo>
                          <a:pt x="737" y="223"/>
                          <a:pt x="718" y="205"/>
                          <a:pt x="698" y="185"/>
                        </a:cubicBezTo>
                        <a:cubicBezTo>
                          <a:pt x="676" y="119"/>
                          <a:pt x="667" y="142"/>
                          <a:pt x="750" y="132"/>
                        </a:cubicBezTo>
                        <a:cubicBezTo>
                          <a:pt x="787" y="121"/>
                          <a:pt x="798" y="88"/>
                          <a:pt x="818" y="57"/>
                        </a:cubicBezTo>
                        <a:cubicBezTo>
                          <a:pt x="822" y="50"/>
                          <a:pt x="814" y="73"/>
                          <a:pt x="810" y="80"/>
                        </a:cubicBezTo>
                        <a:cubicBezTo>
                          <a:pt x="801" y="96"/>
                          <a:pt x="780" y="125"/>
                          <a:pt x="780" y="125"/>
                        </a:cubicBezTo>
                        <a:cubicBezTo>
                          <a:pt x="930" y="136"/>
                          <a:pt x="849" y="109"/>
                          <a:pt x="908" y="200"/>
                        </a:cubicBezTo>
                        <a:cubicBezTo>
                          <a:pt x="910" y="207"/>
                          <a:pt x="923" y="222"/>
                          <a:pt x="915" y="222"/>
                        </a:cubicBezTo>
                        <a:cubicBezTo>
                          <a:pt x="906" y="222"/>
                          <a:pt x="903" y="208"/>
                          <a:pt x="900" y="200"/>
                        </a:cubicBezTo>
                        <a:cubicBezTo>
                          <a:pt x="893" y="181"/>
                          <a:pt x="892" y="159"/>
                          <a:pt x="885" y="140"/>
                        </a:cubicBezTo>
                        <a:cubicBezTo>
                          <a:pt x="904" y="85"/>
                          <a:pt x="877" y="152"/>
                          <a:pt x="915" y="95"/>
                        </a:cubicBezTo>
                        <a:cubicBezTo>
                          <a:pt x="920" y="88"/>
                          <a:pt x="923" y="64"/>
                          <a:pt x="923" y="72"/>
                        </a:cubicBezTo>
                        <a:cubicBezTo>
                          <a:pt x="923" y="77"/>
                          <a:pt x="910" y="118"/>
                          <a:pt x="908" y="125"/>
                        </a:cubicBezTo>
                        <a:cubicBezTo>
                          <a:pt x="924" y="136"/>
                          <a:pt x="948" y="141"/>
                          <a:pt x="960" y="155"/>
                        </a:cubicBezTo>
                        <a:lnTo>
                          <a:pt x="966" y="76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21" name="Group 186"/>
                <p:cNvGrpSpPr>
                  <a:grpSpLocks/>
                </p:cNvGrpSpPr>
                <p:nvPr/>
              </p:nvGrpSpPr>
              <p:grpSpPr bwMode="auto">
                <a:xfrm>
                  <a:off x="9114" y="2413"/>
                  <a:ext cx="666" cy="1036"/>
                  <a:chOff x="7281" y="2228"/>
                  <a:chExt cx="666" cy="1036"/>
                </a:xfrm>
              </p:grpSpPr>
              <p:sp>
                <p:nvSpPr>
                  <p:cNvPr id="132" name="Freeform 187"/>
                  <p:cNvSpPr>
                    <a:spLocks/>
                  </p:cNvSpPr>
                  <p:nvPr/>
                </p:nvSpPr>
                <p:spPr bwMode="auto">
                  <a:xfrm>
                    <a:off x="7281" y="2323"/>
                    <a:ext cx="605" cy="941"/>
                  </a:xfrm>
                  <a:custGeom>
                    <a:avLst/>
                    <a:gdLst>
                      <a:gd name="T0" fmla="*/ 122 w 605"/>
                      <a:gd name="T1" fmla="*/ 895 h 941"/>
                      <a:gd name="T2" fmla="*/ 212 w 605"/>
                      <a:gd name="T3" fmla="*/ 782 h 941"/>
                      <a:gd name="T4" fmla="*/ 287 w 605"/>
                      <a:gd name="T5" fmla="*/ 640 h 941"/>
                      <a:gd name="T6" fmla="*/ 317 w 605"/>
                      <a:gd name="T7" fmla="*/ 580 h 941"/>
                      <a:gd name="T8" fmla="*/ 324 w 605"/>
                      <a:gd name="T9" fmla="*/ 550 h 941"/>
                      <a:gd name="T10" fmla="*/ 339 w 605"/>
                      <a:gd name="T11" fmla="*/ 505 h 941"/>
                      <a:gd name="T12" fmla="*/ 362 w 605"/>
                      <a:gd name="T13" fmla="*/ 265 h 941"/>
                      <a:gd name="T14" fmla="*/ 474 w 605"/>
                      <a:gd name="T15" fmla="*/ 25 h 941"/>
                      <a:gd name="T16" fmla="*/ 482 w 605"/>
                      <a:gd name="T17" fmla="*/ 2 h 941"/>
                      <a:gd name="T18" fmla="*/ 497 w 605"/>
                      <a:gd name="T19" fmla="*/ 32 h 941"/>
                      <a:gd name="T20" fmla="*/ 549 w 605"/>
                      <a:gd name="T21" fmla="*/ 160 h 941"/>
                      <a:gd name="T22" fmla="*/ 429 w 605"/>
                      <a:gd name="T23" fmla="*/ 752 h 941"/>
                      <a:gd name="T24" fmla="*/ 399 w 605"/>
                      <a:gd name="T25" fmla="*/ 790 h 941"/>
                      <a:gd name="T26" fmla="*/ 384 w 605"/>
                      <a:gd name="T27" fmla="*/ 812 h 941"/>
                      <a:gd name="T28" fmla="*/ 242 w 605"/>
                      <a:gd name="T29" fmla="*/ 902 h 941"/>
                      <a:gd name="T30" fmla="*/ 99 w 605"/>
                      <a:gd name="T31" fmla="*/ 932 h 941"/>
                      <a:gd name="T32" fmla="*/ 69 w 605"/>
                      <a:gd name="T33" fmla="*/ 940 h 941"/>
                      <a:gd name="T34" fmla="*/ 0 w 605"/>
                      <a:gd name="T35" fmla="*/ 921 h 94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5"/>
                      <a:gd name="T55" fmla="*/ 0 h 941"/>
                      <a:gd name="T56" fmla="*/ 605 w 605"/>
                      <a:gd name="T57" fmla="*/ 941 h 94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5" h="941">
                        <a:moveTo>
                          <a:pt x="122" y="895"/>
                        </a:moveTo>
                        <a:cubicBezTo>
                          <a:pt x="156" y="859"/>
                          <a:pt x="169" y="810"/>
                          <a:pt x="212" y="782"/>
                        </a:cubicBezTo>
                        <a:cubicBezTo>
                          <a:pt x="228" y="732"/>
                          <a:pt x="262" y="686"/>
                          <a:pt x="287" y="640"/>
                        </a:cubicBezTo>
                        <a:cubicBezTo>
                          <a:pt x="298" y="620"/>
                          <a:pt x="317" y="580"/>
                          <a:pt x="317" y="580"/>
                        </a:cubicBezTo>
                        <a:cubicBezTo>
                          <a:pt x="319" y="570"/>
                          <a:pt x="321" y="560"/>
                          <a:pt x="324" y="550"/>
                        </a:cubicBezTo>
                        <a:cubicBezTo>
                          <a:pt x="328" y="535"/>
                          <a:pt x="339" y="505"/>
                          <a:pt x="339" y="505"/>
                        </a:cubicBezTo>
                        <a:cubicBezTo>
                          <a:pt x="344" y="424"/>
                          <a:pt x="354" y="346"/>
                          <a:pt x="362" y="265"/>
                        </a:cubicBezTo>
                        <a:cubicBezTo>
                          <a:pt x="372" y="162"/>
                          <a:pt x="362" y="62"/>
                          <a:pt x="474" y="25"/>
                        </a:cubicBezTo>
                        <a:cubicBezTo>
                          <a:pt x="477" y="17"/>
                          <a:pt x="474" y="0"/>
                          <a:pt x="482" y="2"/>
                        </a:cubicBezTo>
                        <a:cubicBezTo>
                          <a:pt x="493" y="5"/>
                          <a:pt x="493" y="22"/>
                          <a:pt x="497" y="32"/>
                        </a:cubicBezTo>
                        <a:cubicBezTo>
                          <a:pt x="516" y="77"/>
                          <a:pt x="522" y="118"/>
                          <a:pt x="549" y="160"/>
                        </a:cubicBezTo>
                        <a:cubicBezTo>
                          <a:pt x="599" y="347"/>
                          <a:pt x="605" y="623"/>
                          <a:pt x="429" y="752"/>
                        </a:cubicBezTo>
                        <a:cubicBezTo>
                          <a:pt x="416" y="796"/>
                          <a:pt x="433" y="757"/>
                          <a:pt x="399" y="790"/>
                        </a:cubicBezTo>
                        <a:cubicBezTo>
                          <a:pt x="393" y="796"/>
                          <a:pt x="391" y="806"/>
                          <a:pt x="384" y="812"/>
                        </a:cubicBezTo>
                        <a:cubicBezTo>
                          <a:pt x="346" y="845"/>
                          <a:pt x="290" y="887"/>
                          <a:pt x="242" y="902"/>
                        </a:cubicBezTo>
                        <a:cubicBezTo>
                          <a:pt x="200" y="929"/>
                          <a:pt x="148" y="926"/>
                          <a:pt x="99" y="932"/>
                        </a:cubicBezTo>
                        <a:cubicBezTo>
                          <a:pt x="74" y="941"/>
                          <a:pt x="85" y="940"/>
                          <a:pt x="69" y="940"/>
                        </a:cubicBezTo>
                        <a:lnTo>
                          <a:pt x="0" y="921"/>
                        </a:lnTo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33" name="Freeform 188"/>
                  <p:cNvSpPr>
                    <a:spLocks/>
                  </p:cNvSpPr>
                  <p:nvPr/>
                </p:nvSpPr>
                <p:spPr bwMode="auto">
                  <a:xfrm>
                    <a:off x="7365" y="2228"/>
                    <a:ext cx="582" cy="1027"/>
                  </a:xfrm>
                  <a:custGeom>
                    <a:avLst/>
                    <a:gdLst>
                      <a:gd name="T0" fmla="*/ 0 w 582"/>
                      <a:gd name="T1" fmla="*/ 1027 h 1027"/>
                      <a:gd name="T2" fmla="*/ 105 w 582"/>
                      <a:gd name="T3" fmla="*/ 997 h 1027"/>
                      <a:gd name="T4" fmla="*/ 173 w 582"/>
                      <a:gd name="T5" fmla="*/ 952 h 1027"/>
                      <a:gd name="T6" fmla="*/ 240 w 582"/>
                      <a:gd name="T7" fmla="*/ 930 h 1027"/>
                      <a:gd name="T8" fmla="*/ 308 w 582"/>
                      <a:gd name="T9" fmla="*/ 870 h 1027"/>
                      <a:gd name="T10" fmla="*/ 345 w 582"/>
                      <a:gd name="T11" fmla="*/ 832 h 1027"/>
                      <a:gd name="T12" fmla="*/ 390 w 582"/>
                      <a:gd name="T13" fmla="*/ 765 h 1027"/>
                      <a:gd name="T14" fmla="*/ 465 w 582"/>
                      <a:gd name="T15" fmla="*/ 487 h 1027"/>
                      <a:gd name="T16" fmla="*/ 405 w 582"/>
                      <a:gd name="T17" fmla="*/ 112 h 1027"/>
                      <a:gd name="T18" fmla="*/ 398 w 582"/>
                      <a:gd name="T19" fmla="*/ 45 h 1027"/>
                      <a:gd name="T20" fmla="*/ 390 w 582"/>
                      <a:gd name="T21" fmla="*/ 15 h 1027"/>
                      <a:gd name="T22" fmla="*/ 413 w 582"/>
                      <a:gd name="T23" fmla="*/ 0 h 1027"/>
                      <a:gd name="T24" fmla="*/ 488 w 582"/>
                      <a:gd name="T25" fmla="*/ 112 h 1027"/>
                      <a:gd name="T26" fmla="*/ 495 w 582"/>
                      <a:gd name="T27" fmla="*/ 142 h 1027"/>
                      <a:gd name="T28" fmla="*/ 518 w 582"/>
                      <a:gd name="T29" fmla="*/ 157 h 1027"/>
                      <a:gd name="T30" fmla="*/ 578 w 582"/>
                      <a:gd name="T31" fmla="*/ 232 h 1027"/>
                      <a:gd name="T32" fmla="*/ 555 w 582"/>
                      <a:gd name="T33" fmla="*/ 442 h 1027"/>
                      <a:gd name="T34" fmla="*/ 540 w 582"/>
                      <a:gd name="T35" fmla="*/ 495 h 1027"/>
                      <a:gd name="T36" fmla="*/ 510 w 582"/>
                      <a:gd name="T37" fmla="*/ 540 h 1027"/>
                      <a:gd name="T38" fmla="*/ 450 w 582"/>
                      <a:gd name="T39" fmla="*/ 817 h 1027"/>
                      <a:gd name="T40" fmla="*/ 405 w 582"/>
                      <a:gd name="T41" fmla="*/ 885 h 1027"/>
                      <a:gd name="T42" fmla="*/ 360 w 582"/>
                      <a:gd name="T43" fmla="*/ 915 h 1027"/>
                      <a:gd name="T44" fmla="*/ 338 w 582"/>
                      <a:gd name="T45" fmla="*/ 937 h 1027"/>
                      <a:gd name="T46" fmla="*/ 68 w 582"/>
                      <a:gd name="T47" fmla="*/ 1012 h 1027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582"/>
                      <a:gd name="T73" fmla="*/ 0 h 1027"/>
                      <a:gd name="T74" fmla="*/ 582 w 582"/>
                      <a:gd name="T75" fmla="*/ 1027 h 1027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582" h="1027">
                        <a:moveTo>
                          <a:pt x="0" y="1027"/>
                        </a:moveTo>
                        <a:cubicBezTo>
                          <a:pt x="32" y="1021"/>
                          <a:pt x="76" y="1014"/>
                          <a:pt x="105" y="997"/>
                        </a:cubicBezTo>
                        <a:cubicBezTo>
                          <a:pt x="129" y="984"/>
                          <a:pt x="147" y="960"/>
                          <a:pt x="173" y="952"/>
                        </a:cubicBezTo>
                        <a:cubicBezTo>
                          <a:pt x="195" y="945"/>
                          <a:pt x="240" y="930"/>
                          <a:pt x="240" y="930"/>
                        </a:cubicBezTo>
                        <a:cubicBezTo>
                          <a:pt x="261" y="909"/>
                          <a:pt x="288" y="893"/>
                          <a:pt x="308" y="870"/>
                        </a:cubicBezTo>
                        <a:cubicBezTo>
                          <a:pt x="342" y="830"/>
                          <a:pt x="302" y="861"/>
                          <a:pt x="345" y="832"/>
                        </a:cubicBezTo>
                        <a:cubicBezTo>
                          <a:pt x="356" y="803"/>
                          <a:pt x="368" y="787"/>
                          <a:pt x="390" y="765"/>
                        </a:cubicBezTo>
                        <a:cubicBezTo>
                          <a:pt x="431" y="670"/>
                          <a:pt x="455" y="592"/>
                          <a:pt x="465" y="487"/>
                        </a:cubicBezTo>
                        <a:cubicBezTo>
                          <a:pt x="461" y="320"/>
                          <a:pt x="484" y="233"/>
                          <a:pt x="405" y="112"/>
                        </a:cubicBezTo>
                        <a:cubicBezTo>
                          <a:pt x="403" y="90"/>
                          <a:pt x="401" y="67"/>
                          <a:pt x="398" y="45"/>
                        </a:cubicBezTo>
                        <a:cubicBezTo>
                          <a:pt x="396" y="35"/>
                          <a:pt x="387" y="25"/>
                          <a:pt x="390" y="15"/>
                        </a:cubicBezTo>
                        <a:cubicBezTo>
                          <a:pt x="393" y="6"/>
                          <a:pt x="405" y="5"/>
                          <a:pt x="413" y="0"/>
                        </a:cubicBezTo>
                        <a:cubicBezTo>
                          <a:pt x="448" y="35"/>
                          <a:pt x="462" y="73"/>
                          <a:pt x="488" y="112"/>
                        </a:cubicBezTo>
                        <a:cubicBezTo>
                          <a:pt x="490" y="122"/>
                          <a:pt x="489" y="133"/>
                          <a:pt x="495" y="142"/>
                        </a:cubicBezTo>
                        <a:cubicBezTo>
                          <a:pt x="500" y="150"/>
                          <a:pt x="512" y="151"/>
                          <a:pt x="518" y="157"/>
                        </a:cubicBezTo>
                        <a:cubicBezTo>
                          <a:pt x="541" y="180"/>
                          <a:pt x="554" y="209"/>
                          <a:pt x="578" y="232"/>
                        </a:cubicBezTo>
                        <a:cubicBezTo>
                          <a:pt x="570" y="383"/>
                          <a:pt x="582" y="341"/>
                          <a:pt x="555" y="442"/>
                        </a:cubicBezTo>
                        <a:cubicBezTo>
                          <a:pt x="550" y="460"/>
                          <a:pt x="548" y="478"/>
                          <a:pt x="540" y="495"/>
                        </a:cubicBezTo>
                        <a:cubicBezTo>
                          <a:pt x="532" y="511"/>
                          <a:pt x="510" y="540"/>
                          <a:pt x="510" y="540"/>
                        </a:cubicBezTo>
                        <a:cubicBezTo>
                          <a:pt x="504" y="678"/>
                          <a:pt x="510" y="713"/>
                          <a:pt x="450" y="817"/>
                        </a:cubicBezTo>
                        <a:cubicBezTo>
                          <a:pt x="432" y="849"/>
                          <a:pt x="436" y="865"/>
                          <a:pt x="405" y="885"/>
                        </a:cubicBezTo>
                        <a:cubicBezTo>
                          <a:pt x="373" y="932"/>
                          <a:pt x="412" y="885"/>
                          <a:pt x="360" y="915"/>
                        </a:cubicBezTo>
                        <a:cubicBezTo>
                          <a:pt x="351" y="920"/>
                          <a:pt x="347" y="931"/>
                          <a:pt x="338" y="937"/>
                        </a:cubicBezTo>
                        <a:cubicBezTo>
                          <a:pt x="268" y="984"/>
                          <a:pt x="154" y="1012"/>
                          <a:pt x="68" y="1012"/>
                        </a:cubicBez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34" name="Freeform 189"/>
                  <p:cNvSpPr>
                    <a:spLocks/>
                  </p:cNvSpPr>
                  <p:nvPr/>
                </p:nvSpPr>
                <p:spPr bwMode="auto">
                  <a:xfrm>
                    <a:off x="7508" y="2423"/>
                    <a:ext cx="382" cy="787"/>
                  </a:xfrm>
                  <a:custGeom>
                    <a:avLst/>
                    <a:gdLst>
                      <a:gd name="T0" fmla="*/ 0 w 382"/>
                      <a:gd name="T1" fmla="*/ 787 h 787"/>
                      <a:gd name="T2" fmla="*/ 60 w 382"/>
                      <a:gd name="T3" fmla="*/ 735 h 787"/>
                      <a:gd name="T4" fmla="*/ 75 w 382"/>
                      <a:gd name="T5" fmla="*/ 690 h 787"/>
                      <a:gd name="T6" fmla="*/ 82 w 382"/>
                      <a:gd name="T7" fmla="*/ 712 h 787"/>
                      <a:gd name="T8" fmla="*/ 105 w 382"/>
                      <a:gd name="T9" fmla="*/ 720 h 787"/>
                      <a:gd name="T10" fmla="*/ 150 w 382"/>
                      <a:gd name="T11" fmla="*/ 697 h 787"/>
                      <a:gd name="T12" fmla="*/ 195 w 382"/>
                      <a:gd name="T13" fmla="*/ 637 h 787"/>
                      <a:gd name="T14" fmla="*/ 217 w 382"/>
                      <a:gd name="T15" fmla="*/ 592 h 787"/>
                      <a:gd name="T16" fmla="*/ 172 w 382"/>
                      <a:gd name="T17" fmla="*/ 457 h 787"/>
                      <a:gd name="T18" fmla="*/ 195 w 382"/>
                      <a:gd name="T19" fmla="*/ 450 h 787"/>
                      <a:gd name="T20" fmla="*/ 210 w 382"/>
                      <a:gd name="T21" fmla="*/ 495 h 787"/>
                      <a:gd name="T22" fmla="*/ 225 w 382"/>
                      <a:gd name="T23" fmla="*/ 517 h 787"/>
                      <a:gd name="T24" fmla="*/ 232 w 382"/>
                      <a:gd name="T25" fmla="*/ 540 h 787"/>
                      <a:gd name="T26" fmla="*/ 292 w 382"/>
                      <a:gd name="T27" fmla="*/ 510 h 787"/>
                      <a:gd name="T28" fmla="*/ 315 w 382"/>
                      <a:gd name="T29" fmla="*/ 502 h 787"/>
                      <a:gd name="T30" fmla="*/ 262 w 382"/>
                      <a:gd name="T31" fmla="*/ 532 h 787"/>
                      <a:gd name="T32" fmla="*/ 270 w 382"/>
                      <a:gd name="T33" fmla="*/ 457 h 787"/>
                      <a:gd name="T34" fmla="*/ 285 w 382"/>
                      <a:gd name="T35" fmla="*/ 352 h 787"/>
                      <a:gd name="T36" fmla="*/ 255 w 382"/>
                      <a:gd name="T37" fmla="*/ 300 h 787"/>
                      <a:gd name="T38" fmla="*/ 232 w 382"/>
                      <a:gd name="T39" fmla="*/ 292 h 787"/>
                      <a:gd name="T40" fmla="*/ 202 w 382"/>
                      <a:gd name="T41" fmla="*/ 285 h 787"/>
                      <a:gd name="T42" fmla="*/ 270 w 382"/>
                      <a:gd name="T43" fmla="*/ 292 h 787"/>
                      <a:gd name="T44" fmla="*/ 307 w 382"/>
                      <a:gd name="T45" fmla="*/ 330 h 787"/>
                      <a:gd name="T46" fmla="*/ 322 w 382"/>
                      <a:gd name="T47" fmla="*/ 307 h 787"/>
                      <a:gd name="T48" fmla="*/ 345 w 382"/>
                      <a:gd name="T49" fmla="*/ 240 h 787"/>
                      <a:gd name="T50" fmla="*/ 352 w 382"/>
                      <a:gd name="T51" fmla="*/ 217 h 787"/>
                      <a:gd name="T52" fmla="*/ 367 w 382"/>
                      <a:gd name="T53" fmla="*/ 195 h 787"/>
                      <a:gd name="T54" fmla="*/ 345 w 382"/>
                      <a:gd name="T55" fmla="*/ 202 h 787"/>
                      <a:gd name="T56" fmla="*/ 330 w 382"/>
                      <a:gd name="T57" fmla="*/ 225 h 787"/>
                      <a:gd name="T58" fmla="*/ 322 w 382"/>
                      <a:gd name="T59" fmla="*/ 247 h 787"/>
                      <a:gd name="T60" fmla="*/ 292 w 382"/>
                      <a:gd name="T61" fmla="*/ 150 h 787"/>
                      <a:gd name="T62" fmla="*/ 270 w 382"/>
                      <a:gd name="T63" fmla="*/ 142 h 787"/>
                      <a:gd name="T64" fmla="*/ 225 w 382"/>
                      <a:gd name="T65" fmla="*/ 112 h 787"/>
                      <a:gd name="T66" fmla="*/ 247 w 382"/>
                      <a:gd name="T67" fmla="*/ 105 h 787"/>
                      <a:gd name="T68" fmla="*/ 292 w 382"/>
                      <a:gd name="T69" fmla="*/ 135 h 787"/>
                      <a:gd name="T70" fmla="*/ 337 w 382"/>
                      <a:gd name="T71" fmla="*/ 150 h 787"/>
                      <a:gd name="T72" fmla="*/ 352 w 382"/>
                      <a:gd name="T73" fmla="*/ 105 h 787"/>
                      <a:gd name="T74" fmla="*/ 382 w 382"/>
                      <a:gd name="T75" fmla="*/ 60 h 787"/>
                      <a:gd name="T76" fmla="*/ 330 w 382"/>
                      <a:gd name="T77" fmla="*/ 82 h 787"/>
                      <a:gd name="T78" fmla="*/ 322 w 382"/>
                      <a:gd name="T79" fmla="*/ 142 h 787"/>
                      <a:gd name="T80" fmla="*/ 315 w 382"/>
                      <a:gd name="T81" fmla="*/ 120 h 787"/>
                      <a:gd name="T82" fmla="*/ 300 w 382"/>
                      <a:gd name="T83" fmla="*/ 52 h 787"/>
                      <a:gd name="T84" fmla="*/ 270 w 382"/>
                      <a:gd name="T85" fmla="*/ 0 h 787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82"/>
                      <a:gd name="T130" fmla="*/ 0 h 787"/>
                      <a:gd name="T131" fmla="*/ 382 w 382"/>
                      <a:gd name="T132" fmla="*/ 787 h 787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82" h="787">
                        <a:moveTo>
                          <a:pt x="0" y="787"/>
                        </a:moveTo>
                        <a:cubicBezTo>
                          <a:pt x="52" y="752"/>
                          <a:pt x="35" y="772"/>
                          <a:pt x="60" y="735"/>
                        </a:cubicBezTo>
                        <a:cubicBezTo>
                          <a:pt x="60" y="735"/>
                          <a:pt x="73" y="690"/>
                          <a:pt x="75" y="690"/>
                        </a:cubicBezTo>
                        <a:cubicBezTo>
                          <a:pt x="83" y="690"/>
                          <a:pt x="77" y="707"/>
                          <a:pt x="82" y="712"/>
                        </a:cubicBezTo>
                        <a:cubicBezTo>
                          <a:pt x="88" y="718"/>
                          <a:pt x="97" y="717"/>
                          <a:pt x="105" y="720"/>
                        </a:cubicBezTo>
                        <a:cubicBezTo>
                          <a:pt x="117" y="716"/>
                          <a:pt x="143" y="708"/>
                          <a:pt x="150" y="697"/>
                        </a:cubicBezTo>
                        <a:cubicBezTo>
                          <a:pt x="172" y="664"/>
                          <a:pt x="144" y="655"/>
                          <a:pt x="195" y="637"/>
                        </a:cubicBezTo>
                        <a:cubicBezTo>
                          <a:pt x="200" y="621"/>
                          <a:pt x="216" y="609"/>
                          <a:pt x="217" y="592"/>
                        </a:cubicBezTo>
                        <a:cubicBezTo>
                          <a:pt x="222" y="521"/>
                          <a:pt x="223" y="490"/>
                          <a:pt x="172" y="457"/>
                        </a:cubicBezTo>
                        <a:cubicBezTo>
                          <a:pt x="180" y="455"/>
                          <a:pt x="189" y="444"/>
                          <a:pt x="195" y="450"/>
                        </a:cubicBezTo>
                        <a:cubicBezTo>
                          <a:pt x="206" y="461"/>
                          <a:pt x="201" y="482"/>
                          <a:pt x="210" y="495"/>
                        </a:cubicBezTo>
                        <a:cubicBezTo>
                          <a:pt x="215" y="502"/>
                          <a:pt x="220" y="510"/>
                          <a:pt x="225" y="517"/>
                        </a:cubicBezTo>
                        <a:cubicBezTo>
                          <a:pt x="227" y="525"/>
                          <a:pt x="227" y="534"/>
                          <a:pt x="232" y="540"/>
                        </a:cubicBezTo>
                        <a:cubicBezTo>
                          <a:pt x="264" y="581"/>
                          <a:pt x="272" y="526"/>
                          <a:pt x="292" y="510"/>
                        </a:cubicBezTo>
                        <a:cubicBezTo>
                          <a:pt x="298" y="505"/>
                          <a:pt x="307" y="505"/>
                          <a:pt x="315" y="502"/>
                        </a:cubicBezTo>
                        <a:cubicBezTo>
                          <a:pt x="282" y="492"/>
                          <a:pt x="273" y="501"/>
                          <a:pt x="262" y="532"/>
                        </a:cubicBezTo>
                        <a:cubicBezTo>
                          <a:pt x="252" y="501"/>
                          <a:pt x="264" y="489"/>
                          <a:pt x="270" y="457"/>
                        </a:cubicBezTo>
                        <a:cubicBezTo>
                          <a:pt x="276" y="422"/>
                          <a:pt x="280" y="387"/>
                          <a:pt x="285" y="352"/>
                        </a:cubicBezTo>
                        <a:cubicBezTo>
                          <a:pt x="277" y="315"/>
                          <a:pt x="286" y="316"/>
                          <a:pt x="255" y="300"/>
                        </a:cubicBezTo>
                        <a:cubicBezTo>
                          <a:pt x="248" y="296"/>
                          <a:pt x="240" y="294"/>
                          <a:pt x="232" y="292"/>
                        </a:cubicBezTo>
                        <a:cubicBezTo>
                          <a:pt x="222" y="289"/>
                          <a:pt x="192" y="285"/>
                          <a:pt x="202" y="285"/>
                        </a:cubicBezTo>
                        <a:cubicBezTo>
                          <a:pt x="225" y="285"/>
                          <a:pt x="247" y="290"/>
                          <a:pt x="270" y="292"/>
                        </a:cubicBezTo>
                        <a:cubicBezTo>
                          <a:pt x="274" y="298"/>
                          <a:pt x="293" y="333"/>
                          <a:pt x="307" y="330"/>
                        </a:cubicBezTo>
                        <a:cubicBezTo>
                          <a:pt x="316" y="328"/>
                          <a:pt x="318" y="315"/>
                          <a:pt x="322" y="307"/>
                        </a:cubicBezTo>
                        <a:cubicBezTo>
                          <a:pt x="332" y="287"/>
                          <a:pt x="338" y="261"/>
                          <a:pt x="345" y="240"/>
                        </a:cubicBezTo>
                        <a:cubicBezTo>
                          <a:pt x="348" y="232"/>
                          <a:pt x="348" y="224"/>
                          <a:pt x="352" y="217"/>
                        </a:cubicBezTo>
                        <a:cubicBezTo>
                          <a:pt x="356" y="209"/>
                          <a:pt x="371" y="203"/>
                          <a:pt x="367" y="195"/>
                        </a:cubicBezTo>
                        <a:cubicBezTo>
                          <a:pt x="364" y="188"/>
                          <a:pt x="352" y="200"/>
                          <a:pt x="345" y="202"/>
                        </a:cubicBezTo>
                        <a:cubicBezTo>
                          <a:pt x="340" y="210"/>
                          <a:pt x="334" y="217"/>
                          <a:pt x="330" y="225"/>
                        </a:cubicBezTo>
                        <a:cubicBezTo>
                          <a:pt x="326" y="232"/>
                          <a:pt x="325" y="254"/>
                          <a:pt x="322" y="247"/>
                        </a:cubicBezTo>
                        <a:cubicBezTo>
                          <a:pt x="306" y="216"/>
                          <a:pt x="324" y="176"/>
                          <a:pt x="292" y="150"/>
                        </a:cubicBezTo>
                        <a:cubicBezTo>
                          <a:pt x="286" y="145"/>
                          <a:pt x="277" y="146"/>
                          <a:pt x="270" y="142"/>
                        </a:cubicBezTo>
                        <a:cubicBezTo>
                          <a:pt x="254" y="133"/>
                          <a:pt x="225" y="112"/>
                          <a:pt x="225" y="112"/>
                        </a:cubicBezTo>
                        <a:cubicBezTo>
                          <a:pt x="232" y="110"/>
                          <a:pt x="240" y="103"/>
                          <a:pt x="247" y="105"/>
                        </a:cubicBezTo>
                        <a:cubicBezTo>
                          <a:pt x="264" y="111"/>
                          <a:pt x="292" y="135"/>
                          <a:pt x="292" y="135"/>
                        </a:cubicBezTo>
                        <a:cubicBezTo>
                          <a:pt x="301" y="148"/>
                          <a:pt x="312" y="179"/>
                          <a:pt x="337" y="150"/>
                        </a:cubicBezTo>
                        <a:cubicBezTo>
                          <a:pt x="347" y="138"/>
                          <a:pt x="343" y="118"/>
                          <a:pt x="352" y="105"/>
                        </a:cubicBezTo>
                        <a:cubicBezTo>
                          <a:pt x="362" y="90"/>
                          <a:pt x="382" y="60"/>
                          <a:pt x="382" y="60"/>
                        </a:cubicBezTo>
                        <a:cubicBezTo>
                          <a:pt x="352" y="49"/>
                          <a:pt x="340" y="50"/>
                          <a:pt x="330" y="82"/>
                        </a:cubicBezTo>
                        <a:cubicBezTo>
                          <a:pt x="327" y="102"/>
                          <a:pt x="329" y="123"/>
                          <a:pt x="322" y="142"/>
                        </a:cubicBezTo>
                        <a:cubicBezTo>
                          <a:pt x="319" y="149"/>
                          <a:pt x="317" y="127"/>
                          <a:pt x="315" y="120"/>
                        </a:cubicBezTo>
                        <a:cubicBezTo>
                          <a:pt x="309" y="97"/>
                          <a:pt x="305" y="75"/>
                          <a:pt x="300" y="52"/>
                        </a:cubicBezTo>
                        <a:cubicBezTo>
                          <a:pt x="294" y="23"/>
                          <a:pt x="270" y="27"/>
                          <a:pt x="270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22" name="Group 190"/>
                <p:cNvGrpSpPr>
                  <a:grpSpLocks/>
                </p:cNvGrpSpPr>
                <p:nvPr/>
              </p:nvGrpSpPr>
              <p:grpSpPr bwMode="auto">
                <a:xfrm>
                  <a:off x="8401" y="2793"/>
                  <a:ext cx="965" cy="881"/>
                  <a:chOff x="6568" y="2608"/>
                  <a:chExt cx="965" cy="881"/>
                </a:xfrm>
              </p:grpSpPr>
              <p:sp>
                <p:nvSpPr>
                  <p:cNvPr id="129" name="Freeform 191"/>
                  <p:cNvSpPr>
                    <a:spLocks/>
                  </p:cNvSpPr>
                  <p:nvPr/>
                </p:nvSpPr>
                <p:spPr bwMode="auto">
                  <a:xfrm>
                    <a:off x="6593" y="2708"/>
                    <a:ext cx="922" cy="742"/>
                  </a:xfrm>
                  <a:custGeom>
                    <a:avLst/>
                    <a:gdLst>
                      <a:gd name="T0" fmla="*/ 0 w 922"/>
                      <a:gd name="T1" fmla="*/ 742 h 742"/>
                      <a:gd name="T2" fmla="*/ 112 w 922"/>
                      <a:gd name="T3" fmla="*/ 697 h 742"/>
                      <a:gd name="T4" fmla="*/ 210 w 922"/>
                      <a:gd name="T5" fmla="*/ 682 h 742"/>
                      <a:gd name="T6" fmla="*/ 367 w 922"/>
                      <a:gd name="T7" fmla="*/ 615 h 742"/>
                      <a:gd name="T8" fmla="*/ 405 w 922"/>
                      <a:gd name="T9" fmla="*/ 577 h 742"/>
                      <a:gd name="T10" fmla="*/ 540 w 922"/>
                      <a:gd name="T11" fmla="*/ 450 h 742"/>
                      <a:gd name="T12" fmla="*/ 667 w 922"/>
                      <a:gd name="T13" fmla="*/ 315 h 742"/>
                      <a:gd name="T14" fmla="*/ 757 w 922"/>
                      <a:gd name="T15" fmla="*/ 225 h 742"/>
                      <a:gd name="T16" fmla="*/ 787 w 922"/>
                      <a:gd name="T17" fmla="*/ 180 h 742"/>
                      <a:gd name="T18" fmla="*/ 795 w 922"/>
                      <a:gd name="T19" fmla="*/ 157 h 742"/>
                      <a:gd name="T20" fmla="*/ 855 w 922"/>
                      <a:gd name="T21" fmla="*/ 75 h 742"/>
                      <a:gd name="T22" fmla="*/ 870 w 922"/>
                      <a:gd name="T23" fmla="*/ 45 h 742"/>
                      <a:gd name="T24" fmla="*/ 900 w 922"/>
                      <a:gd name="T25" fmla="*/ 0 h 742"/>
                      <a:gd name="T26" fmla="*/ 922 w 922"/>
                      <a:gd name="T27" fmla="*/ 247 h 742"/>
                      <a:gd name="T28" fmla="*/ 915 w 922"/>
                      <a:gd name="T29" fmla="*/ 367 h 742"/>
                      <a:gd name="T30" fmla="*/ 810 w 922"/>
                      <a:gd name="T31" fmla="*/ 495 h 742"/>
                      <a:gd name="T32" fmla="*/ 660 w 922"/>
                      <a:gd name="T33" fmla="*/ 577 h 742"/>
                      <a:gd name="T34" fmla="*/ 517 w 922"/>
                      <a:gd name="T35" fmla="*/ 667 h 742"/>
                      <a:gd name="T36" fmla="*/ 67 w 922"/>
                      <a:gd name="T37" fmla="*/ 712 h 742"/>
                      <a:gd name="T38" fmla="*/ 0 w 922"/>
                      <a:gd name="T39" fmla="*/ 742 h 742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922"/>
                      <a:gd name="T61" fmla="*/ 0 h 742"/>
                      <a:gd name="T62" fmla="*/ 922 w 922"/>
                      <a:gd name="T63" fmla="*/ 742 h 742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922" h="742">
                        <a:moveTo>
                          <a:pt x="0" y="742"/>
                        </a:moveTo>
                        <a:cubicBezTo>
                          <a:pt x="40" y="733"/>
                          <a:pt x="73" y="706"/>
                          <a:pt x="112" y="697"/>
                        </a:cubicBezTo>
                        <a:cubicBezTo>
                          <a:pt x="144" y="689"/>
                          <a:pt x="210" y="682"/>
                          <a:pt x="210" y="682"/>
                        </a:cubicBezTo>
                        <a:cubicBezTo>
                          <a:pt x="263" y="664"/>
                          <a:pt x="322" y="646"/>
                          <a:pt x="367" y="615"/>
                        </a:cubicBezTo>
                        <a:cubicBezTo>
                          <a:pt x="405" y="557"/>
                          <a:pt x="357" y="624"/>
                          <a:pt x="405" y="577"/>
                        </a:cubicBezTo>
                        <a:cubicBezTo>
                          <a:pt x="449" y="534"/>
                          <a:pt x="493" y="490"/>
                          <a:pt x="540" y="450"/>
                        </a:cubicBezTo>
                        <a:cubicBezTo>
                          <a:pt x="588" y="409"/>
                          <a:pt x="616" y="352"/>
                          <a:pt x="667" y="315"/>
                        </a:cubicBezTo>
                        <a:cubicBezTo>
                          <a:pt x="691" y="278"/>
                          <a:pt x="721" y="249"/>
                          <a:pt x="757" y="225"/>
                        </a:cubicBezTo>
                        <a:cubicBezTo>
                          <a:pt x="776" y="170"/>
                          <a:pt x="749" y="237"/>
                          <a:pt x="787" y="180"/>
                        </a:cubicBezTo>
                        <a:cubicBezTo>
                          <a:pt x="792" y="173"/>
                          <a:pt x="790" y="164"/>
                          <a:pt x="795" y="157"/>
                        </a:cubicBezTo>
                        <a:cubicBezTo>
                          <a:pt x="813" y="129"/>
                          <a:pt x="837" y="104"/>
                          <a:pt x="855" y="75"/>
                        </a:cubicBezTo>
                        <a:cubicBezTo>
                          <a:pt x="861" y="66"/>
                          <a:pt x="864" y="55"/>
                          <a:pt x="870" y="45"/>
                        </a:cubicBezTo>
                        <a:cubicBezTo>
                          <a:pt x="879" y="30"/>
                          <a:pt x="900" y="0"/>
                          <a:pt x="900" y="0"/>
                        </a:cubicBezTo>
                        <a:cubicBezTo>
                          <a:pt x="904" y="89"/>
                          <a:pt x="913" y="161"/>
                          <a:pt x="922" y="247"/>
                        </a:cubicBezTo>
                        <a:cubicBezTo>
                          <a:pt x="920" y="287"/>
                          <a:pt x="919" y="327"/>
                          <a:pt x="915" y="367"/>
                        </a:cubicBezTo>
                        <a:cubicBezTo>
                          <a:pt x="910" y="419"/>
                          <a:pt x="850" y="468"/>
                          <a:pt x="810" y="495"/>
                        </a:cubicBezTo>
                        <a:cubicBezTo>
                          <a:pt x="769" y="555"/>
                          <a:pt x="722" y="557"/>
                          <a:pt x="660" y="577"/>
                        </a:cubicBezTo>
                        <a:cubicBezTo>
                          <a:pt x="617" y="606"/>
                          <a:pt x="568" y="650"/>
                          <a:pt x="517" y="667"/>
                        </a:cubicBezTo>
                        <a:cubicBezTo>
                          <a:pt x="372" y="715"/>
                          <a:pt x="218" y="712"/>
                          <a:pt x="67" y="712"/>
                        </a:cubicBezTo>
                        <a:lnTo>
                          <a:pt x="0" y="742"/>
                        </a:ln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30" name="Freeform 192"/>
                  <p:cNvSpPr>
                    <a:spLocks/>
                  </p:cNvSpPr>
                  <p:nvPr/>
                </p:nvSpPr>
                <p:spPr bwMode="auto">
                  <a:xfrm>
                    <a:off x="6568" y="2608"/>
                    <a:ext cx="965" cy="881"/>
                  </a:xfrm>
                  <a:custGeom>
                    <a:avLst/>
                    <a:gdLst>
                      <a:gd name="T0" fmla="*/ 32 w 965"/>
                      <a:gd name="T1" fmla="*/ 835 h 881"/>
                      <a:gd name="T2" fmla="*/ 160 w 965"/>
                      <a:gd name="T3" fmla="*/ 745 h 881"/>
                      <a:gd name="T4" fmla="*/ 205 w 965"/>
                      <a:gd name="T5" fmla="*/ 715 h 881"/>
                      <a:gd name="T6" fmla="*/ 250 w 965"/>
                      <a:gd name="T7" fmla="*/ 647 h 881"/>
                      <a:gd name="T8" fmla="*/ 295 w 965"/>
                      <a:gd name="T9" fmla="*/ 617 h 881"/>
                      <a:gd name="T10" fmla="*/ 407 w 965"/>
                      <a:gd name="T11" fmla="*/ 512 h 881"/>
                      <a:gd name="T12" fmla="*/ 445 w 965"/>
                      <a:gd name="T13" fmla="*/ 467 h 881"/>
                      <a:gd name="T14" fmla="*/ 452 w 965"/>
                      <a:gd name="T15" fmla="*/ 445 h 881"/>
                      <a:gd name="T16" fmla="*/ 497 w 965"/>
                      <a:gd name="T17" fmla="*/ 377 h 881"/>
                      <a:gd name="T18" fmla="*/ 617 w 965"/>
                      <a:gd name="T19" fmla="*/ 287 h 881"/>
                      <a:gd name="T20" fmla="*/ 692 w 965"/>
                      <a:gd name="T21" fmla="*/ 235 h 881"/>
                      <a:gd name="T22" fmla="*/ 797 w 965"/>
                      <a:gd name="T23" fmla="*/ 205 h 881"/>
                      <a:gd name="T24" fmla="*/ 955 w 965"/>
                      <a:gd name="T25" fmla="*/ 32 h 881"/>
                      <a:gd name="T26" fmla="*/ 872 w 965"/>
                      <a:gd name="T27" fmla="*/ 130 h 881"/>
                      <a:gd name="T28" fmla="*/ 872 w 965"/>
                      <a:gd name="T29" fmla="*/ 197 h 881"/>
                      <a:gd name="T30" fmla="*/ 805 w 965"/>
                      <a:gd name="T31" fmla="*/ 332 h 881"/>
                      <a:gd name="T32" fmla="*/ 767 w 965"/>
                      <a:gd name="T33" fmla="*/ 400 h 881"/>
                      <a:gd name="T34" fmla="*/ 752 w 965"/>
                      <a:gd name="T35" fmla="*/ 422 h 881"/>
                      <a:gd name="T36" fmla="*/ 580 w 965"/>
                      <a:gd name="T37" fmla="*/ 632 h 881"/>
                      <a:gd name="T38" fmla="*/ 452 w 965"/>
                      <a:gd name="T39" fmla="*/ 700 h 881"/>
                      <a:gd name="T40" fmla="*/ 340 w 965"/>
                      <a:gd name="T41" fmla="*/ 782 h 881"/>
                      <a:gd name="T42" fmla="*/ 310 w 965"/>
                      <a:gd name="T43" fmla="*/ 805 h 881"/>
                      <a:gd name="T44" fmla="*/ 205 w 965"/>
                      <a:gd name="T45" fmla="*/ 827 h 881"/>
                      <a:gd name="T46" fmla="*/ 70 w 965"/>
                      <a:gd name="T47" fmla="*/ 842 h 881"/>
                      <a:gd name="T48" fmla="*/ 32 w 965"/>
                      <a:gd name="T49" fmla="*/ 835 h 88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965"/>
                      <a:gd name="T76" fmla="*/ 0 h 881"/>
                      <a:gd name="T77" fmla="*/ 965 w 965"/>
                      <a:gd name="T78" fmla="*/ 881 h 88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965" h="881">
                        <a:moveTo>
                          <a:pt x="32" y="835"/>
                        </a:moveTo>
                        <a:cubicBezTo>
                          <a:pt x="48" y="789"/>
                          <a:pt x="114" y="759"/>
                          <a:pt x="160" y="745"/>
                        </a:cubicBezTo>
                        <a:cubicBezTo>
                          <a:pt x="175" y="735"/>
                          <a:pt x="190" y="725"/>
                          <a:pt x="205" y="715"/>
                        </a:cubicBezTo>
                        <a:cubicBezTo>
                          <a:pt x="228" y="700"/>
                          <a:pt x="227" y="662"/>
                          <a:pt x="250" y="647"/>
                        </a:cubicBezTo>
                        <a:cubicBezTo>
                          <a:pt x="265" y="637"/>
                          <a:pt x="280" y="627"/>
                          <a:pt x="295" y="617"/>
                        </a:cubicBezTo>
                        <a:cubicBezTo>
                          <a:pt x="323" y="576"/>
                          <a:pt x="366" y="540"/>
                          <a:pt x="407" y="512"/>
                        </a:cubicBezTo>
                        <a:cubicBezTo>
                          <a:pt x="418" y="496"/>
                          <a:pt x="434" y="483"/>
                          <a:pt x="445" y="467"/>
                        </a:cubicBezTo>
                        <a:cubicBezTo>
                          <a:pt x="449" y="461"/>
                          <a:pt x="448" y="452"/>
                          <a:pt x="452" y="445"/>
                        </a:cubicBezTo>
                        <a:cubicBezTo>
                          <a:pt x="465" y="421"/>
                          <a:pt x="482" y="400"/>
                          <a:pt x="497" y="377"/>
                        </a:cubicBezTo>
                        <a:cubicBezTo>
                          <a:pt x="514" y="352"/>
                          <a:pt x="591" y="305"/>
                          <a:pt x="617" y="287"/>
                        </a:cubicBezTo>
                        <a:cubicBezTo>
                          <a:pt x="629" y="278"/>
                          <a:pt x="684" y="237"/>
                          <a:pt x="692" y="235"/>
                        </a:cubicBezTo>
                        <a:cubicBezTo>
                          <a:pt x="720" y="228"/>
                          <a:pt x="769" y="217"/>
                          <a:pt x="797" y="205"/>
                        </a:cubicBezTo>
                        <a:cubicBezTo>
                          <a:pt x="838" y="187"/>
                          <a:pt x="916" y="44"/>
                          <a:pt x="955" y="32"/>
                        </a:cubicBezTo>
                        <a:cubicBezTo>
                          <a:pt x="965" y="0"/>
                          <a:pt x="891" y="100"/>
                          <a:pt x="872" y="130"/>
                        </a:cubicBezTo>
                        <a:cubicBezTo>
                          <a:pt x="856" y="179"/>
                          <a:pt x="888" y="106"/>
                          <a:pt x="872" y="197"/>
                        </a:cubicBezTo>
                        <a:cubicBezTo>
                          <a:pt x="865" y="234"/>
                          <a:pt x="819" y="299"/>
                          <a:pt x="805" y="332"/>
                        </a:cubicBezTo>
                        <a:cubicBezTo>
                          <a:pt x="782" y="386"/>
                          <a:pt x="823" y="317"/>
                          <a:pt x="767" y="400"/>
                        </a:cubicBezTo>
                        <a:cubicBezTo>
                          <a:pt x="762" y="407"/>
                          <a:pt x="752" y="422"/>
                          <a:pt x="752" y="422"/>
                        </a:cubicBezTo>
                        <a:cubicBezTo>
                          <a:pt x="730" y="494"/>
                          <a:pt x="645" y="596"/>
                          <a:pt x="580" y="632"/>
                        </a:cubicBezTo>
                        <a:cubicBezTo>
                          <a:pt x="534" y="657"/>
                          <a:pt x="496" y="671"/>
                          <a:pt x="452" y="700"/>
                        </a:cubicBezTo>
                        <a:cubicBezTo>
                          <a:pt x="414" y="726"/>
                          <a:pt x="377" y="754"/>
                          <a:pt x="340" y="782"/>
                        </a:cubicBezTo>
                        <a:cubicBezTo>
                          <a:pt x="330" y="790"/>
                          <a:pt x="322" y="802"/>
                          <a:pt x="310" y="805"/>
                        </a:cubicBezTo>
                        <a:cubicBezTo>
                          <a:pt x="258" y="818"/>
                          <a:pt x="253" y="821"/>
                          <a:pt x="205" y="827"/>
                        </a:cubicBezTo>
                        <a:cubicBezTo>
                          <a:pt x="160" y="832"/>
                          <a:pt x="70" y="842"/>
                          <a:pt x="70" y="842"/>
                        </a:cubicBezTo>
                        <a:cubicBezTo>
                          <a:pt x="41" y="850"/>
                          <a:pt x="0" y="881"/>
                          <a:pt x="32" y="835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31" name="Freeform 193"/>
                  <p:cNvSpPr>
                    <a:spLocks/>
                  </p:cNvSpPr>
                  <p:nvPr/>
                </p:nvSpPr>
                <p:spPr bwMode="auto">
                  <a:xfrm>
                    <a:off x="6675" y="2704"/>
                    <a:ext cx="786" cy="744"/>
                  </a:xfrm>
                  <a:custGeom>
                    <a:avLst/>
                    <a:gdLst>
                      <a:gd name="T0" fmla="*/ 0 w 786"/>
                      <a:gd name="T1" fmla="*/ 739 h 744"/>
                      <a:gd name="T2" fmla="*/ 203 w 786"/>
                      <a:gd name="T3" fmla="*/ 709 h 744"/>
                      <a:gd name="T4" fmla="*/ 270 w 786"/>
                      <a:gd name="T5" fmla="*/ 619 h 744"/>
                      <a:gd name="T6" fmla="*/ 300 w 786"/>
                      <a:gd name="T7" fmla="*/ 514 h 744"/>
                      <a:gd name="T8" fmla="*/ 293 w 786"/>
                      <a:gd name="T9" fmla="*/ 611 h 744"/>
                      <a:gd name="T10" fmla="*/ 285 w 786"/>
                      <a:gd name="T11" fmla="*/ 634 h 744"/>
                      <a:gd name="T12" fmla="*/ 353 w 786"/>
                      <a:gd name="T13" fmla="*/ 604 h 744"/>
                      <a:gd name="T14" fmla="*/ 405 w 786"/>
                      <a:gd name="T15" fmla="*/ 544 h 744"/>
                      <a:gd name="T16" fmla="*/ 413 w 786"/>
                      <a:gd name="T17" fmla="*/ 416 h 744"/>
                      <a:gd name="T18" fmla="*/ 413 w 786"/>
                      <a:gd name="T19" fmla="*/ 326 h 744"/>
                      <a:gd name="T20" fmla="*/ 420 w 786"/>
                      <a:gd name="T21" fmla="*/ 544 h 744"/>
                      <a:gd name="T22" fmla="*/ 488 w 786"/>
                      <a:gd name="T23" fmla="*/ 551 h 744"/>
                      <a:gd name="T24" fmla="*/ 510 w 786"/>
                      <a:gd name="T25" fmla="*/ 611 h 744"/>
                      <a:gd name="T26" fmla="*/ 465 w 786"/>
                      <a:gd name="T27" fmla="*/ 559 h 744"/>
                      <a:gd name="T28" fmla="*/ 450 w 786"/>
                      <a:gd name="T29" fmla="*/ 536 h 744"/>
                      <a:gd name="T30" fmla="*/ 495 w 786"/>
                      <a:gd name="T31" fmla="*/ 506 h 744"/>
                      <a:gd name="T32" fmla="*/ 533 w 786"/>
                      <a:gd name="T33" fmla="*/ 439 h 744"/>
                      <a:gd name="T34" fmla="*/ 540 w 786"/>
                      <a:gd name="T35" fmla="*/ 326 h 744"/>
                      <a:gd name="T36" fmla="*/ 533 w 786"/>
                      <a:gd name="T37" fmla="*/ 386 h 744"/>
                      <a:gd name="T38" fmla="*/ 540 w 786"/>
                      <a:gd name="T39" fmla="*/ 439 h 744"/>
                      <a:gd name="T40" fmla="*/ 563 w 786"/>
                      <a:gd name="T41" fmla="*/ 454 h 744"/>
                      <a:gd name="T42" fmla="*/ 630 w 786"/>
                      <a:gd name="T43" fmla="*/ 439 h 744"/>
                      <a:gd name="T44" fmla="*/ 683 w 786"/>
                      <a:gd name="T45" fmla="*/ 409 h 744"/>
                      <a:gd name="T46" fmla="*/ 585 w 786"/>
                      <a:gd name="T47" fmla="*/ 446 h 744"/>
                      <a:gd name="T48" fmla="*/ 593 w 786"/>
                      <a:gd name="T49" fmla="*/ 424 h 744"/>
                      <a:gd name="T50" fmla="*/ 608 w 786"/>
                      <a:gd name="T51" fmla="*/ 401 h 744"/>
                      <a:gd name="T52" fmla="*/ 653 w 786"/>
                      <a:gd name="T53" fmla="*/ 349 h 744"/>
                      <a:gd name="T54" fmla="*/ 675 w 786"/>
                      <a:gd name="T55" fmla="*/ 326 h 744"/>
                      <a:gd name="T56" fmla="*/ 705 w 786"/>
                      <a:gd name="T57" fmla="*/ 311 h 744"/>
                      <a:gd name="T58" fmla="*/ 743 w 786"/>
                      <a:gd name="T59" fmla="*/ 281 h 744"/>
                      <a:gd name="T60" fmla="*/ 750 w 786"/>
                      <a:gd name="T61" fmla="*/ 304 h 744"/>
                      <a:gd name="T62" fmla="*/ 660 w 786"/>
                      <a:gd name="T63" fmla="*/ 341 h 744"/>
                      <a:gd name="T64" fmla="*/ 638 w 786"/>
                      <a:gd name="T65" fmla="*/ 364 h 744"/>
                      <a:gd name="T66" fmla="*/ 653 w 786"/>
                      <a:gd name="T67" fmla="*/ 296 h 744"/>
                      <a:gd name="T68" fmla="*/ 683 w 786"/>
                      <a:gd name="T69" fmla="*/ 251 h 744"/>
                      <a:gd name="T70" fmla="*/ 690 w 786"/>
                      <a:gd name="T71" fmla="*/ 229 h 744"/>
                      <a:gd name="T72" fmla="*/ 713 w 786"/>
                      <a:gd name="T73" fmla="*/ 244 h 744"/>
                      <a:gd name="T74" fmla="*/ 728 w 786"/>
                      <a:gd name="T75" fmla="*/ 221 h 744"/>
                      <a:gd name="T76" fmla="*/ 750 w 786"/>
                      <a:gd name="T77" fmla="*/ 206 h 744"/>
                      <a:gd name="T78" fmla="*/ 728 w 786"/>
                      <a:gd name="T79" fmla="*/ 214 h 744"/>
                      <a:gd name="T80" fmla="*/ 705 w 786"/>
                      <a:gd name="T81" fmla="*/ 214 h 744"/>
                      <a:gd name="T82" fmla="*/ 735 w 786"/>
                      <a:gd name="T83" fmla="*/ 146 h 744"/>
                      <a:gd name="T84" fmla="*/ 750 w 786"/>
                      <a:gd name="T85" fmla="*/ 64 h 744"/>
                      <a:gd name="T86" fmla="*/ 786 w 786"/>
                      <a:gd name="T87" fmla="*/ 0 h 74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786"/>
                      <a:gd name="T133" fmla="*/ 0 h 744"/>
                      <a:gd name="T134" fmla="*/ 786 w 786"/>
                      <a:gd name="T135" fmla="*/ 744 h 744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786" h="744">
                        <a:moveTo>
                          <a:pt x="0" y="739"/>
                        </a:moveTo>
                        <a:cubicBezTo>
                          <a:pt x="63" y="733"/>
                          <a:pt x="150" y="744"/>
                          <a:pt x="203" y="709"/>
                        </a:cubicBezTo>
                        <a:cubicBezTo>
                          <a:pt x="223" y="679"/>
                          <a:pt x="258" y="654"/>
                          <a:pt x="270" y="619"/>
                        </a:cubicBezTo>
                        <a:cubicBezTo>
                          <a:pt x="282" y="585"/>
                          <a:pt x="292" y="549"/>
                          <a:pt x="300" y="514"/>
                        </a:cubicBezTo>
                        <a:cubicBezTo>
                          <a:pt x="298" y="546"/>
                          <a:pt x="297" y="579"/>
                          <a:pt x="293" y="611"/>
                        </a:cubicBezTo>
                        <a:cubicBezTo>
                          <a:pt x="292" y="619"/>
                          <a:pt x="279" y="628"/>
                          <a:pt x="285" y="634"/>
                        </a:cubicBezTo>
                        <a:cubicBezTo>
                          <a:pt x="286" y="635"/>
                          <a:pt x="345" y="607"/>
                          <a:pt x="353" y="604"/>
                        </a:cubicBezTo>
                        <a:cubicBezTo>
                          <a:pt x="379" y="586"/>
                          <a:pt x="395" y="574"/>
                          <a:pt x="405" y="544"/>
                        </a:cubicBezTo>
                        <a:cubicBezTo>
                          <a:pt x="410" y="510"/>
                          <a:pt x="412" y="452"/>
                          <a:pt x="413" y="416"/>
                        </a:cubicBezTo>
                        <a:cubicBezTo>
                          <a:pt x="414" y="380"/>
                          <a:pt x="412" y="305"/>
                          <a:pt x="413" y="326"/>
                        </a:cubicBezTo>
                        <a:cubicBezTo>
                          <a:pt x="486" y="326"/>
                          <a:pt x="397" y="475"/>
                          <a:pt x="420" y="544"/>
                        </a:cubicBezTo>
                        <a:cubicBezTo>
                          <a:pt x="427" y="566"/>
                          <a:pt x="465" y="549"/>
                          <a:pt x="488" y="551"/>
                        </a:cubicBezTo>
                        <a:cubicBezTo>
                          <a:pt x="516" y="570"/>
                          <a:pt x="522" y="579"/>
                          <a:pt x="510" y="611"/>
                        </a:cubicBezTo>
                        <a:cubicBezTo>
                          <a:pt x="500" y="581"/>
                          <a:pt x="496" y="568"/>
                          <a:pt x="465" y="559"/>
                        </a:cubicBezTo>
                        <a:cubicBezTo>
                          <a:pt x="460" y="551"/>
                          <a:pt x="445" y="544"/>
                          <a:pt x="450" y="536"/>
                        </a:cubicBezTo>
                        <a:cubicBezTo>
                          <a:pt x="459" y="520"/>
                          <a:pt x="495" y="506"/>
                          <a:pt x="495" y="506"/>
                        </a:cubicBezTo>
                        <a:cubicBezTo>
                          <a:pt x="510" y="484"/>
                          <a:pt x="518" y="461"/>
                          <a:pt x="533" y="439"/>
                        </a:cubicBezTo>
                        <a:cubicBezTo>
                          <a:pt x="535" y="401"/>
                          <a:pt x="540" y="364"/>
                          <a:pt x="540" y="326"/>
                        </a:cubicBezTo>
                        <a:cubicBezTo>
                          <a:pt x="540" y="306"/>
                          <a:pt x="533" y="366"/>
                          <a:pt x="533" y="386"/>
                        </a:cubicBezTo>
                        <a:cubicBezTo>
                          <a:pt x="533" y="404"/>
                          <a:pt x="533" y="423"/>
                          <a:pt x="540" y="439"/>
                        </a:cubicBezTo>
                        <a:cubicBezTo>
                          <a:pt x="544" y="447"/>
                          <a:pt x="555" y="449"/>
                          <a:pt x="563" y="454"/>
                        </a:cubicBezTo>
                        <a:cubicBezTo>
                          <a:pt x="564" y="454"/>
                          <a:pt x="620" y="446"/>
                          <a:pt x="630" y="439"/>
                        </a:cubicBezTo>
                        <a:cubicBezTo>
                          <a:pt x="684" y="403"/>
                          <a:pt x="620" y="424"/>
                          <a:pt x="683" y="409"/>
                        </a:cubicBezTo>
                        <a:cubicBezTo>
                          <a:pt x="652" y="429"/>
                          <a:pt x="620" y="438"/>
                          <a:pt x="585" y="446"/>
                        </a:cubicBezTo>
                        <a:cubicBezTo>
                          <a:pt x="588" y="439"/>
                          <a:pt x="589" y="431"/>
                          <a:pt x="593" y="424"/>
                        </a:cubicBezTo>
                        <a:cubicBezTo>
                          <a:pt x="597" y="416"/>
                          <a:pt x="604" y="409"/>
                          <a:pt x="608" y="401"/>
                        </a:cubicBezTo>
                        <a:cubicBezTo>
                          <a:pt x="633" y="345"/>
                          <a:pt x="603" y="361"/>
                          <a:pt x="653" y="349"/>
                        </a:cubicBezTo>
                        <a:cubicBezTo>
                          <a:pt x="660" y="341"/>
                          <a:pt x="666" y="332"/>
                          <a:pt x="675" y="326"/>
                        </a:cubicBezTo>
                        <a:cubicBezTo>
                          <a:pt x="684" y="319"/>
                          <a:pt x="696" y="318"/>
                          <a:pt x="705" y="311"/>
                        </a:cubicBezTo>
                        <a:cubicBezTo>
                          <a:pt x="751" y="273"/>
                          <a:pt x="687" y="300"/>
                          <a:pt x="743" y="281"/>
                        </a:cubicBezTo>
                        <a:cubicBezTo>
                          <a:pt x="745" y="289"/>
                          <a:pt x="753" y="297"/>
                          <a:pt x="750" y="304"/>
                        </a:cubicBezTo>
                        <a:cubicBezTo>
                          <a:pt x="744" y="318"/>
                          <a:pt x="676" y="336"/>
                          <a:pt x="660" y="341"/>
                        </a:cubicBezTo>
                        <a:cubicBezTo>
                          <a:pt x="653" y="349"/>
                          <a:pt x="644" y="373"/>
                          <a:pt x="638" y="364"/>
                        </a:cubicBezTo>
                        <a:cubicBezTo>
                          <a:pt x="634" y="359"/>
                          <a:pt x="646" y="308"/>
                          <a:pt x="653" y="296"/>
                        </a:cubicBezTo>
                        <a:cubicBezTo>
                          <a:pt x="662" y="280"/>
                          <a:pt x="683" y="251"/>
                          <a:pt x="683" y="251"/>
                        </a:cubicBezTo>
                        <a:cubicBezTo>
                          <a:pt x="685" y="244"/>
                          <a:pt x="683" y="231"/>
                          <a:pt x="690" y="229"/>
                        </a:cubicBezTo>
                        <a:cubicBezTo>
                          <a:pt x="699" y="227"/>
                          <a:pt x="704" y="246"/>
                          <a:pt x="713" y="244"/>
                        </a:cubicBezTo>
                        <a:cubicBezTo>
                          <a:pt x="722" y="242"/>
                          <a:pt x="722" y="228"/>
                          <a:pt x="728" y="221"/>
                        </a:cubicBezTo>
                        <a:cubicBezTo>
                          <a:pt x="734" y="215"/>
                          <a:pt x="750" y="215"/>
                          <a:pt x="750" y="206"/>
                        </a:cubicBezTo>
                        <a:cubicBezTo>
                          <a:pt x="750" y="198"/>
                          <a:pt x="735" y="211"/>
                          <a:pt x="728" y="214"/>
                        </a:cubicBezTo>
                        <a:cubicBezTo>
                          <a:pt x="728" y="214"/>
                          <a:pt x="699" y="269"/>
                          <a:pt x="705" y="214"/>
                        </a:cubicBezTo>
                        <a:cubicBezTo>
                          <a:pt x="708" y="183"/>
                          <a:pt x="720" y="169"/>
                          <a:pt x="735" y="146"/>
                        </a:cubicBezTo>
                        <a:cubicBezTo>
                          <a:pt x="750" y="53"/>
                          <a:pt x="750" y="26"/>
                          <a:pt x="750" y="64"/>
                        </a:cubicBezTo>
                        <a:lnTo>
                          <a:pt x="786" y="0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23" name="Group 194"/>
                <p:cNvGrpSpPr>
                  <a:grpSpLocks/>
                </p:cNvGrpSpPr>
                <p:nvPr/>
              </p:nvGrpSpPr>
              <p:grpSpPr bwMode="auto">
                <a:xfrm>
                  <a:off x="8845" y="3425"/>
                  <a:ext cx="842" cy="702"/>
                  <a:chOff x="7012" y="3240"/>
                  <a:chExt cx="842" cy="702"/>
                </a:xfrm>
              </p:grpSpPr>
              <p:sp>
                <p:nvSpPr>
                  <p:cNvPr id="126" name="Freeform 195"/>
                  <p:cNvSpPr>
                    <a:spLocks/>
                  </p:cNvSpPr>
                  <p:nvPr/>
                </p:nvSpPr>
                <p:spPr bwMode="auto">
                  <a:xfrm>
                    <a:off x="7020" y="3240"/>
                    <a:ext cx="826" cy="612"/>
                  </a:xfrm>
                  <a:custGeom>
                    <a:avLst/>
                    <a:gdLst>
                      <a:gd name="T0" fmla="*/ 75 w 826"/>
                      <a:gd name="T1" fmla="*/ 158 h 612"/>
                      <a:gd name="T2" fmla="*/ 143 w 826"/>
                      <a:gd name="T3" fmla="*/ 120 h 612"/>
                      <a:gd name="T4" fmla="*/ 158 w 826"/>
                      <a:gd name="T5" fmla="*/ 98 h 612"/>
                      <a:gd name="T6" fmla="*/ 203 w 826"/>
                      <a:gd name="T7" fmla="*/ 68 h 612"/>
                      <a:gd name="T8" fmla="*/ 330 w 826"/>
                      <a:gd name="T9" fmla="*/ 0 h 612"/>
                      <a:gd name="T10" fmla="*/ 428 w 826"/>
                      <a:gd name="T11" fmla="*/ 8 h 612"/>
                      <a:gd name="T12" fmla="*/ 563 w 826"/>
                      <a:gd name="T13" fmla="*/ 98 h 612"/>
                      <a:gd name="T14" fmla="*/ 578 w 826"/>
                      <a:gd name="T15" fmla="*/ 120 h 612"/>
                      <a:gd name="T16" fmla="*/ 600 w 826"/>
                      <a:gd name="T17" fmla="*/ 135 h 612"/>
                      <a:gd name="T18" fmla="*/ 608 w 826"/>
                      <a:gd name="T19" fmla="*/ 158 h 612"/>
                      <a:gd name="T20" fmla="*/ 630 w 826"/>
                      <a:gd name="T21" fmla="*/ 203 h 612"/>
                      <a:gd name="T22" fmla="*/ 720 w 826"/>
                      <a:gd name="T23" fmla="*/ 255 h 612"/>
                      <a:gd name="T24" fmla="*/ 818 w 826"/>
                      <a:gd name="T25" fmla="*/ 398 h 612"/>
                      <a:gd name="T26" fmla="*/ 825 w 826"/>
                      <a:gd name="T27" fmla="*/ 585 h 612"/>
                      <a:gd name="T28" fmla="*/ 818 w 826"/>
                      <a:gd name="T29" fmla="*/ 608 h 612"/>
                      <a:gd name="T30" fmla="*/ 780 w 826"/>
                      <a:gd name="T31" fmla="*/ 600 h 612"/>
                      <a:gd name="T32" fmla="*/ 735 w 826"/>
                      <a:gd name="T33" fmla="*/ 525 h 612"/>
                      <a:gd name="T34" fmla="*/ 525 w 826"/>
                      <a:gd name="T35" fmla="*/ 495 h 612"/>
                      <a:gd name="T36" fmla="*/ 458 w 826"/>
                      <a:gd name="T37" fmla="*/ 435 h 612"/>
                      <a:gd name="T38" fmla="*/ 398 w 826"/>
                      <a:gd name="T39" fmla="*/ 368 h 612"/>
                      <a:gd name="T40" fmla="*/ 150 w 826"/>
                      <a:gd name="T41" fmla="*/ 300 h 612"/>
                      <a:gd name="T42" fmla="*/ 98 w 826"/>
                      <a:gd name="T43" fmla="*/ 285 h 612"/>
                      <a:gd name="T44" fmla="*/ 53 w 826"/>
                      <a:gd name="T45" fmla="*/ 255 h 612"/>
                      <a:gd name="T46" fmla="*/ 0 w 826"/>
                      <a:gd name="T47" fmla="*/ 188 h 612"/>
                      <a:gd name="T48" fmla="*/ 75 w 826"/>
                      <a:gd name="T49" fmla="*/ 158 h 612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826"/>
                      <a:gd name="T76" fmla="*/ 0 h 612"/>
                      <a:gd name="T77" fmla="*/ 826 w 826"/>
                      <a:gd name="T78" fmla="*/ 612 h 612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826" h="612">
                        <a:moveTo>
                          <a:pt x="75" y="158"/>
                        </a:moveTo>
                        <a:cubicBezTo>
                          <a:pt x="98" y="143"/>
                          <a:pt x="120" y="135"/>
                          <a:pt x="143" y="120"/>
                        </a:cubicBezTo>
                        <a:cubicBezTo>
                          <a:pt x="148" y="113"/>
                          <a:pt x="151" y="104"/>
                          <a:pt x="158" y="98"/>
                        </a:cubicBezTo>
                        <a:cubicBezTo>
                          <a:pt x="172" y="86"/>
                          <a:pt x="203" y="68"/>
                          <a:pt x="203" y="68"/>
                        </a:cubicBezTo>
                        <a:cubicBezTo>
                          <a:pt x="230" y="27"/>
                          <a:pt x="285" y="16"/>
                          <a:pt x="330" y="0"/>
                        </a:cubicBezTo>
                        <a:cubicBezTo>
                          <a:pt x="363" y="3"/>
                          <a:pt x="396" y="2"/>
                          <a:pt x="428" y="8"/>
                        </a:cubicBezTo>
                        <a:cubicBezTo>
                          <a:pt x="456" y="13"/>
                          <a:pt x="529" y="81"/>
                          <a:pt x="563" y="98"/>
                        </a:cubicBezTo>
                        <a:cubicBezTo>
                          <a:pt x="568" y="105"/>
                          <a:pt x="572" y="114"/>
                          <a:pt x="578" y="120"/>
                        </a:cubicBezTo>
                        <a:cubicBezTo>
                          <a:pt x="584" y="126"/>
                          <a:pt x="595" y="128"/>
                          <a:pt x="600" y="135"/>
                        </a:cubicBezTo>
                        <a:cubicBezTo>
                          <a:pt x="605" y="141"/>
                          <a:pt x="605" y="151"/>
                          <a:pt x="608" y="158"/>
                        </a:cubicBezTo>
                        <a:cubicBezTo>
                          <a:pt x="615" y="173"/>
                          <a:pt x="619" y="191"/>
                          <a:pt x="630" y="203"/>
                        </a:cubicBezTo>
                        <a:cubicBezTo>
                          <a:pt x="650" y="226"/>
                          <a:pt x="690" y="245"/>
                          <a:pt x="720" y="255"/>
                        </a:cubicBezTo>
                        <a:cubicBezTo>
                          <a:pt x="763" y="298"/>
                          <a:pt x="798" y="340"/>
                          <a:pt x="818" y="398"/>
                        </a:cubicBezTo>
                        <a:cubicBezTo>
                          <a:pt x="820" y="460"/>
                          <a:pt x="825" y="523"/>
                          <a:pt x="825" y="585"/>
                        </a:cubicBezTo>
                        <a:cubicBezTo>
                          <a:pt x="825" y="593"/>
                          <a:pt x="826" y="605"/>
                          <a:pt x="818" y="608"/>
                        </a:cubicBezTo>
                        <a:cubicBezTo>
                          <a:pt x="806" y="612"/>
                          <a:pt x="793" y="603"/>
                          <a:pt x="780" y="600"/>
                        </a:cubicBezTo>
                        <a:cubicBezTo>
                          <a:pt x="769" y="584"/>
                          <a:pt x="753" y="533"/>
                          <a:pt x="735" y="525"/>
                        </a:cubicBezTo>
                        <a:cubicBezTo>
                          <a:pt x="681" y="500"/>
                          <a:pt x="578" y="499"/>
                          <a:pt x="525" y="495"/>
                        </a:cubicBezTo>
                        <a:cubicBezTo>
                          <a:pt x="503" y="473"/>
                          <a:pt x="478" y="459"/>
                          <a:pt x="458" y="435"/>
                        </a:cubicBezTo>
                        <a:cubicBezTo>
                          <a:pt x="437" y="410"/>
                          <a:pt x="425" y="387"/>
                          <a:pt x="398" y="368"/>
                        </a:cubicBezTo>
                        <a:cubicBezTo>
                          <a:pt x="345" y="286"/>
                          <a:pt x="238" y="305"/>
                          <a:pt x="150" y="300"/>
                        </a:cubicBezTo>
                        <a:cubicBezTo>
                          <a:pt x="133" y="295"/>
                          <a:pt x="114" y="293"/>
                          <a:pt x="98" y="285"/>
                        </a:cubicBezTo>
                        <a:cubicBezTo>
                          <a:pt x="82" y="277"/>
                          <a:pt x="53" y="255"/>
                          <a:pt x="53" y="255"/>
                        </a:cubicBezTo>
                        <a:cubicBezTo>
                          <a:pt x="44" y="194"/>
                          <a:pt x="49" y="203"/>
                          <a:pt x="0" y="188"/>
                        </a:cubicBezTo>
                        <a:cubicBezTo>
                          <a:pt x="38" y="163"/>
                          <a:pt x="14" y="176"/>
                          <a:pt x="75" y="158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27" name="Freeform 196"/>
                  <p:cNvSpPr>
                    <a:spLocks/>
                  </p:cNvSpPr>
                  <p:nvPr/>
                </p:nvSpPr>
                <p:spPr bwMode="auto">
                  <a:xfrm>
                    <a:off x="7012" y="3337"/>
                    <a:ext cx="842" cy="605"/>
                  </a:xfrm>
                  <a:custGeom>
                    <a:avLst/>
                    <a:gdLst>
                      <a:gd name="T0" fmla="*/ 1 w 842"/>
                      <a:gd name="T1" fmla="*/ 76 h 605"/>
                      <a:gd name="T2" fmla="*/ 166 w 842"/>
                      <a:gd name="T3" fmla="*/ 46 h 605"/>
                      <a:gd name="T4" fmla="*/ 413 w 842"/>
                      <a:gd name="T5" fmla="*/ 31 h 605"/>
                      <a:gd name="T6" fmla="*/ 533 w 842"/>
                      <a:gd name="T7" fmla="*/ 151 h 605"/>
                      <a:gd name="T8" fmla="*/ 653 w 842"/>
                      <a:gd name="T9" fmla="*/ 241 h 605"/>
                      <a:gd name="T10" fmla="*/ 818 w 842"/>
                      <a:gd name="T11" fmla="*/ 473 h 605"/>
                      <a:gd name="T12" fmla="*/ 788 w 842"/>
                      <a:gd name="T13" fmla="*/ 526 h 605"/>
                      <a:gd name="T14" fmla="*/ 601 w 842"/>
                      <a:gd name="T15" fmla="*/ 436 h 605"/>
                      <a:gd name="T16" fmla="*/ 541 w 842"/>
                      <a:gd name="T17" fmla="*/ 421 h 605"/>
                      <a:gd name="T18" fmla="*/ 496 w 842"/>
                      <a:gd name="T19" fmla="*/ 391 h 605"/>
                      <a:gd name="T20" fmla="*/ 443 w 842"/>
                      <a:gd name="T21" fmla="*/ 331 h 605"/>
                      <a:gd name="T22" fmla="*/ 53 w 842"/>
                      <a:gd name="T23" fmla="*/ 233 h 605"/>
                      <a:gd name="T24" fmla="*/ 16 w 842"/>
                      <a:gd name="T25" fmla="*/ 106 h 605"/>
                      <a:gd name="T26" fmla="*/ 1 w 842"/>
                      <a:gd name="T27" fmla="*/ 76 h 605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842"/>
                      <a:gd name="T43" fmla="*/ 0 h 605"/>
                      <a:gd name="T44" fmla="*/ 842 w 842"/>
                      <a:gd name="T45" fmla="*/ 605 h 605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842" h="605">
                        <a:moveTo>
                          <a:pt x="1" y="76"/>
                        </a:moveTo>
                        <a:cubicBezTo>
                          <a:pt x="156" y="65"/>
                          <a:pt x="73" y="68"/>
                          <a:pt x="166" y="46"/>
                        </a:cubicBezTo>
                        <a:cubicBezTo>
                          <a:pt x="258" y="0"/>
                          <a:pt x="255" y="25"/>
                          <a:pt x="413" y="31"/>
                        </a:cubicBezTo>
                        <a:cubicBezTo>
                          <a:pt x="469" y="48"/>
                          <a:pt x="490" y="115"/>
                          <a:pt x="533" y="151"/>
                        </a:cubicBezTo>
                        <a:cubicBezTo>
                          <a:pt x="571" y="183"/>
                          <a:pt x="616" y="207"/>
                          <a:pt x="653" y="241"/>
                        </a:cubicBezTo>
                        <a:cubicBezTo>
                          <a:pt x="721" y="303"/>
                          <a:pt x="790" y="384"/>
                          <a:pt x="818" y="473"/>
                        </a:cubicBezTo>
                        <a:cubicBezTo>
                          <a:pt x="824" y="536"/>
                          <a:pt x="842" y="605"/>
                          <a:pt x="788" y="526"/>
                        </a:cubicBezTo>
                        <a:cubicBezTo>
                          <a:pt x="755" y="418"/>
                          <a:pt x="728" y="443"/>
                          <a:pt x="601" y="436"/>
                        </a:cubicBezTo>
                        <a:cubicBezTo>
                          <a:pt x="581" y="431"/>
                          <a:pt x="559" y="430"/>
                          <a:pt x="541" y="421"/>
                        </a:cubicBezTo>
                        <a:cubicBezTo>
                          <a:pt x="525" y="413"/>
                          <a:pt x="496" y="391"/>
                          <a:pt x="496" y="391"/>
                        </a:cubicBezTo>
                        <a:cubicBezTo>
                          <a:pt x="461" y="338"/>
                          <a:pt x="481" y="356"/>
                          <a:pt x="443" y="331"/>
                        </a:cubicBezTo>
                        <a:cubicBezTo>
                          <a:pt x="361" y="205"/>
                          <a:pt x="175" y="237"/>
                          <a:pt x="53" y="233"/>
                        </a:cubicBezTo>
                        <a:cubicBezTo>
                          <a:pt x="0" y="216"/>
                          <a:pt x="25" y="156"/>
                          <a:pt x="16" y="106"/>
                        </a:cubicBezTo>
                        <a:cubicBezTo>
                          <a:pt x="0" y="17"/>
                          <a:pt x="1" y="108"/>
                          <a:pt x="1" y="76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28" name="Freeform 197"/>
                  <p:cNvSpPr>
                    <a:spLocks/>
                  </p:cNvSpPr>
                  <p:nvPr/>
                </p:nvSpPr>
                <p:spPr bwMode="auto">
                  <a:xfrm>
                    <a:off x="7088" y="3308"/>
                    <a:ext cx="733" cy="476"/>
                  </a:xfrm>
                  <a:custGeom>
                    <a:avLst/>
                    <a:gdLst>
                      <a:gd name="T0" fmla="*/ 0 w 733"/>
                      <a:gd name="T1" fmla="*/ 97 h 476"/>
                      <a:gd name="T2" fmla="*/ 90 w 733"/>
                      <a:gd name="T3" fmla="*/ 75 h 476"/>
                      <a:gd name="T4" fmla="*/ 112 w 733"/>
                      <a:gd name="T5" fmla="*/ 52 h 476"/>
                      <a:gd name="T6" fmla="*/ 157 w 733"/>
                      <a:gd name="T7" fmla="*/ 22 h 476"/>
                      <a:gd name="T8" fmla="*/ 172 w 733"/>
                      <a:gd name="T9" fmla="*/ 0 h 476"/>
                      <a:gd name="T10" fmla="*/ 135 w 733"/>
                      <a:gd name="T11" fmla="*/ 67 h 476"/>
                      <a:gd name="T12" fmla="*/ 225 w 733"/>
                      <a:gd name="T13" fmla="*/ 195 h 476"/>
                      <a:gd name="T14" fmla="*/ 202 w 733"/>
                      <a:gd name="T15" fmla="*/ 202 h 476"/>
                      <a:gd name="T16" fmla="*/ 195 w 733"/>
                      <a:gd name="T17" fmla="*/ 165 h 476"/>
                      <a:gd name="T18" fmla="*/ 180 w 733"/>
                      <a:gd name="T19" fmla="*/ 142 h 476"/>
                      <a:gd name="T20" fmla="*/ 165 w 733"/>
                      <a:gd name="T21" fmla="*/ 97 h 476"/>
                      <a:gd name="T22" fmla="*/ 142 w 733"/>
                      <a:gd name="T23" fmla="*/ 82 h 476"/>
                      <a:gd name="T24" fmla="*/ 330 w 733"/>
                      <a:gd name="T25" fmla="*/ 15 h 476"/>
                      <a:gd name="T26" fmla="*/ 337 w 733"/>
                      <a:gd name="T27" fmla="*/ 7 h 476"/>
                      <a:gd name="T28" fmla="*/ 292 w 733"/>
                      <a:gd name="T29" fmla="*/ 37 h 476"/>
                      <a:gd name="T30" fmla="*/ 315 w 733"/>
                      <a:gd name="T31" fmla="*/ 52 h 476"/>
                      <a:gd name="T32" fmla="*/ 330 w 733"/>
                      <a:gd name="T33" fmla="*/ 195 h 476"/>
                      <a:gd name="T34" fmla="*/ 322 w 733"/>
                      <a:gd name="T35" fmla="*/ 120 h 476"/>
                      <a:gd name="T36" fmla="*/ 330 w 733"/>
                      <a:gd name="T37" fmla="*/ 67 h 476"/>
                      <a:gd name="T38" fmla="*/ 375 w 733"/>
                      <a:gd name="T39" fmla="*/ 135 h 476"/>
                      <a:gd name="T40" fmla="*/ 405 w 733"/>
                      <a:gd name="T41" fmla="*/ 142 h 476"/>
                      <a:gd name="T42" fmla="*/ 510 w 733"/>
                      <a:gd name="T43" fmla="*/ 150 h 476"/>
                      <a:gd name="T44" fmla="*/ 487 w 733"/>
                      <a:gd name="T45" fmla="*/ 172 h 476"/>
                      <a:gd name="T46" fmla="*/ 420 w 733"/>
                      <a:gd name="T47" fmla="*/ 142 h 476"/>
                      <a:gd name="T48" fmla="*/ 442 w 733"/>
                      <a:gd name="T49" fmla="*/ 225 h 476"/>
                      <a:gd name="T50" fmla="*/ 450 w 733"/>
                      <a:gd name="T51" fmla="*/ 277 h 476"/>
                      <a:gd name="T52" fmla="*/ 457 w 733"/>
                      <a:gd name="T53" fmla="*/ 300 h 476"/>
                      <a:gd name="T54" fmla="*/ 450 w 733"/>
                      <a:gd name="T55" fmla="*/ 262 h 476"/>
                      <a:gd name="T56" fmla="*/ 442 w 733"/>
                      <a:gd name="T57" fmla="*/ 210 h 476"/>
                      <a:gd name="T58" fmla="*/ 450 w 733"/>
                      <a:gd name="T59" fmla="*/ 172 h 476"/>
                      <a:gd name="T60" fmla="*/ 480 w 733"/>
                      <a:gd name="T61" fmla="*/ 210 h 476"/>
                      <a:gd name="T62" fmla="*/ 502 w 733"/>
                      <a:gd name="T63" fmla="*/ 217 h 476"/>
                      <a:gd name="T64" fmla="*/ 562 w 733"/>
                      <a:gd name="T65" fmla="*/ 270 h 476"/>
                      <a:gd name="T66" fmla="*/ 600 w 733"/>
                      <a:gd name="T67" fmla="*/ 375 h 476"/>
                      <a:gd name="T68" fmla="*/ 592 w 733"/>
                      <a:gd name="T69" fmla="*/ 352 h 476"/>
                      <a:gd name="T70" fmla="*/ 652 w 733"/>
                      <a:gd name="T71" fmla="*/ 292 h 476"/>
                      <a:gd name="T72" fmla="*/ 690 w 733"/>
                      <a:gd name="T73" fmla="*/ 330 h 476"/>
                      <a:gd name="T74" fmla="*/ 667 w 733"/>
                      <a:gd name="T75" fmla="*/ 322 h 476"/>
                      <a:gd name="T76" fmla="*/ 622 w 733"/>
                      <a:gd name="T77" fmla="*/ 315 h 476"/>
                      <a:gd name="T78" fmla="*/ 660 w 733"/>
                      <a:gd name="T79" fmla="*/ 382 h 476"/>
                      <a:gd name="T80" fmla="*/ 690 w 733"/>
                      <a:gd name="T81" fmla="*/ 465 h 476"/>
                      <a:gd name="T82" fmla="*/ 733 w 733"/>
                      <a:gd name="T83" fmla="*/ 476 h 47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733"/>
                      <a:gd name="T127" fmla="*/ 0 h 476"/>
                      <a:gd name="T128" fmla="*/ 733 w 733"/>
                      <a:gd name="T129" fmla="*/ 476 h 47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733" h="476">
                        <a:moveTo>
                          <a:pt x="0" y="97"/>
                        </a:moveTo>
                        <a:cubicBezTo>
                          <a:pt x="33" y="92"/>
                          <a:pt x="58" y="85"/>
                          <a:pt x="90" y="75"/>
                        </a:cubicBezTo>
                        <a:cubicBezTo>
                          <a:pt x="97" y="67"/>
                          <a:pt x="104" y="59"/>
                          <a:pt x="112" y="52"/>
                        </a:cubicBezTo>
                        <a:cubicBezTo>
                          <a:pt x="126" y="41"/>
                          <a:pt x="157" y="22"/>
                          <a:pt x="157" y="22"/>
                        </a:cubicBezTo>
                        <a:cubicBezTo>
                          <a:pt x="162" y="15"/>
                          <a:pt x="172" y="0"/>
                          <a:pt x="172" y="0"/>
                        </a:cubicBezTo>
                        <a:cubicBezTo>
                          <a:pt x="163" y="28"/>
                          <a:pt x="144" y="39"/>
                          <a:pt x="135" y="67"/>
                        </a:cubicBezTo>
                        <a:cubicBezTo>
                          <a:pt x="184" y="100"/>
                          <a:pt x="179" y="165"/>
                          <a:pt x="225" y="195"/>
                        </a:cubicBezTo>
                        <a:cubicBezTo>
                          <a:pt x="217" y="197"/>
                          <a:pt x="208" y="208"/>
                          <a:pt x="202" y="202"/>
                        </a:cubicBezTo>
                        <a:cubicBezTo>
                          <a:pt x="193" y="193"/>
                          <a:pt x="199" y="177"/>
                          <a:pt x="195" y="165"/>
                        </a:cubicBezTo>
                        <a:cubicBezTo>
                          <a:pt x="192" y="156"/>
                          <a:pt x="184" y="150"/>
                          <a:pt x="180" y="142"/>
                        </a:cubicBezTo>
                        <a:cubicBezTo>
                          <a:pt x="173" y="128"/>
                          <a:pt x="175" y="109"/>
                          <a:pt x="165" y="97"/>
                        </a:cubicBezTo>
                        <a:cubicBezTo>
                          <a:pt x="159" y="90"/>
                          <a:pt x="150" y="87"/>
                          <a:pt x="142" y="82"/>
                        </a:cubicBezTo>
                        <a:cubicBezTo>
                          <a:pt x="194" y="48"/>
                          <a:pt x="270" y="33"/>
                          <a:pt x="330" y="15"/>
                        </a:cubicBezTo>
                        <a:cubicBezTo>
                          <a:pt x="332" y="12"/>
                          <a:pt x="340" y="5"/>
                          <a:pt x="337" y="7"/>
                        </a:cubicBezTo>
                        <a:cubicBezTo>
                          <a:pt x="322" y="17"/>
                          <a:pt x="292" y="37"/>
                          <a:pt x="292" y="37"/>
                        </a:cubicBezTo>
                        <a:cubicBezTo>
                          <a:pt x="300" y="42"/>
                          <a:pt x="310" y="44"/>
                          <a:pt x="315" y="52"/>
                        </a:cubicBezTo>
                        <a:cubicBezTo>
                          <a:pt x="339" y="94"/>
                          <a:pt x="330" y="147"/>
                          <a:pt x="330" y="195"/>
                        </a:cubicBezTo>
                        <a:cubicBezTo>
                          <a:pt x="330" y="220"/>
                          <a:pt x="325" y="145"/>
                          <a:pt x="322" y="120"/>
                        </a:cubicBezTo>
                        <a:cubicBezTo>
                          <a:pt x="325" y="102"/>
                          <a:pt x="313" y="71"/>
                          <a:pt x="330" y="67"/>
                        </a:cubicBezTo>
                        <a:cubicBezTo>
                          <a:pt x="331" y="67"/>
                          <a:pt x="368" y="124"/>
                          <a:pt x="375" y="135"/>
                        </a:cubicBezTo>
                        <a:cubicBezTo>
                          <a:pt x="381" y="144"/>
                          <a:pt x="395" y="141"/>
                          <a:pt x="405" y="142"/>
                        </a:cubicBezTo>
                        <a:cubicBezTo>
                          <a:pt x="440" y="146"/>
                          <a:pt x="475" y="147"/>
                          <a:pt x="510" y="150"/>
                        </a:cubicBezTo>
                        <a:cubicBezTo>
                          <a:pt x="560" y="166"/>
                          <a:pt x="507" y="166"/>
                          <a:pt x="487" y="172"/>
                        </a:cubicBezTo>
                        <a:cubicBezTo>
                          <a:pt x="463" y="164"/>
                          <a:pt x="444" y="151"/>
                          <a:pt x="420" y="142"/>
                        </a:cubicBezTo>
                        <a:cubicBezTo>
                          <a:pt x="447" y="183"/>
                          <a:pt x="432" y="154"/>
                          <a:pt x="442" y="225"/>
                        </a:cubicBezTo>
                        <a:cubicBezTo>
                          <a:pt x="444" y="242"/>
                          <a:pt x="447" y="260"/>
                          <a:pt x="450" y="277"/>
                        </a:cubicBezTo>
                        <a:cubicBezTo>
                          <a:pt x="452" y="285"/>
                          <a:pt x="457" y="308"/>
                          <a:pt x="457" y="300"/>
                        </a:cubicBezTo>
                        <a:cubicBezTo>
                          <a:pt x="457" y="287"/>
                          <a:pt x="452" y="275"/>
                          <a:pt x="450" y="262"/>
                        </a:cubicBezTo>
                        <a:cubicBezTo>
                          <a:pt x="447" y="245"/>
                          <a:pt x="445" y="227"/>
                          <a:pt x="442" y="210"/>
                        </a:cubicBezTo>
                        <a:cubicBezTo>
                          <a:pt x="445" y="197"/>
                          <a:pt x="440" y="180"/>
                          <a:pt x="450" y="172"/>
                        </a:cubicBezTo>
                        <a:cubicBezTo>
                          <a:pt x="468" y="158"/>
                          <a:pt x="479" y="209"/>
                          <a:pt x="480" y="210"/>
                        </a:cubicBezTo>
                        <a:cubicBezTo>
                          <a:pt x="485" y="215"/>
                          <a:pt x="495" y="215"/>
                          <a:pt x="502" y="217"/>
                        </a:cubicBezTo>
                        <a:cubicBezTo>
                          <a:pt x="527" y="233"/>
                          <a:pt x="537" y="253"/>
                          <a:pt x="562" y="270"/>
                        </a:cubicBezTo>
                        <a:cubicBezTo>
                          <a:pt x="581" y="298"/>
                          <a:pt x="600" y="340"/>
                          <a:pt x="600" y="375"/>
                        </a:cubicBezTo>
                        <a:cubicBezTo>
                          <a:pt x="600" y="383"/>
                          <a:pt x="595" y="360"/>
                          <a:pt x="592" y="352"/>
                        </a:cubicBezTo>
                        <a:cubicBezTo>
                          <a:pt x="583" y="272"/>
                          <a:pt x="575" y="280"/>
                          <a:pt x="652" y="292"/>
                        </a:cubicBezTo>
                        <a:cubicBezTo>
                          <a:pt x="656" y="294"/>
                          <a:pt x="697" y="317"/>
                          <a:pt x="690" y="330"/>
                        </a:cubicBezTo>
                        <a:cubicBezTo>
                          <a:pt x="686" y="337"/>
                          <a:pt x="675" y="325"/>
                          <a:pt x="667" y="322"/>
                        </a:cubicBezTo>
                        <a:cubicBezTo>
                          <a:pt x="655" y="283"/>
                          <a:pt x="645" y="280"/>
                          <a:pt x="622" y="315"/>
                        </a:cubicBezTo>
                        <a:cubicBezTo>
                          <a:pt x="637" y="337"/>
                          <a:pt x="645" y="360"/>
                          <a:pt x="660" y="382"/>
                        </a:cubicBezTo>
                        <a:cubicBezTo>
                          <a:pt x="669" y="410"/>
                          <a:pt x="690" y="465"/>
                          <a:pt x="690" y="465"/>
                        </a:cubicBezTo>
                        <a:lnTo>
                          <a:pt x="733" y="476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124" name="Freeform 198"/>
                <p:cNvSpPr>
                  <a:spLocks/>
                </p:cNvSpPr>
                <p:nvPr/>
              </p:nvSpPr>
              <p:spPr bwMode="auto">
                <a:xfrm>
                  <a:off x="7128" y="3583"/>
                  <a:ext cx="1446" cy="566"/>
                </a:xfrm>
                <a:custGeom>
                  <a:avLst/>
                  <a:gdLst>
                    <a:gd name="T0" fmla="*/ 1343 w 1446"/>
                    <a:gd name="T1" fmla="*/ 0 h 566"/>
                    <a:gd name="T2" fmla="*/ 0 w 1446"/>
                    <a:gd name="T3" fmla="*/ 465 h 566"/>
                    <a:gd name="T4" fmla="*/ 6 w 1446"/>
                    <a:gd name="T5" fmla="*/ 566 h 566"/>
                    <a:gd name="T6" fmla="*/ 1446 w 1446"/>
                    <a:gd name="T7" fmla="*/ 26 h 566"/>
                    <a:gd name="T8" fmla="*/ 1343 w 1446"/>
                    <a:gd name="T9" fmla="*/ 0 h 5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46"/>
                    <a:gd name="T16" fmla="*/ 0 h 566"/>
                    <a:gd name="T17" fmla="*/ 1446 w 1446"/>
                    <a:gd name="T18" fmla="*/ 566 h 56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46" h="566">
                      <a:moveTo>
                        <a:pt x="1343" y="0"/>
                      </a:moveTo>
                      <a:lnTo>
                        <a:pt x="0" y="465"/>
                      </a:lnTo>
                      <a:lnTo>
                        <a:pt x="6" y="566"/>
                      </a:lnTo>
                      <a:lnTo>
                        <a:pt x="1446" y="26"/>
                      </a:lnTo>
                      <a:lnTo>
                        <a:pt x="1343" y="0"/>
                      </a:lnTo>
                      <a:close/>
                    </a:path>
                  </a:pathLst>
                </a:custGeom>
                <a:solidFill>
                  <a:srgbClr val="996633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125" name="Freeform 199"/>
                <p:cNvSpPr>
                  <a:spLocks/>
                </p:cNvSpPr>
                <p:nvPr/>
              </p:nvSpPr>
              <p:spPr bwMode="auto">
                <a:xfrm>
                  <a:off x="7101" y="4052"/>
                  <a:ext cx="63" cy="102"/>
                </a:xfrm>
                <a:custGeom>
                  <a:avLst/>
                  <a:gdLst>
                    <a:gd name="T0" fmla="*/ 27 w 63"/>
                    <a:gd name="T1" fmla="*/ 0 h 102"/>
                    <a:gd name="T2" fmla="*/ 3 w 63"/>
                    <a:gd name="T3" fmla="*/ 30 h 102"/>
                    <a:gd name="T4" fmla="*/ 0 w 63"/>
                    <a:gd name="T5" fmla="*/ 57 h 102"/>
                    <a:gd name="T6" fmla="*/ 9 w 63"/>
                    <a:gd name="T7" fmla="*/ 84 h 102"/>
                    <a:gd name="T8" fmla="*/ 36 w 63"/>
                    <a:gd name="T9" fmla="*/ 102 h 102"/>
                    <a:gd name="T10" fmla="*/ 54 w 63"/>
                    <a:gd name="T11" fmla="*/ 72 h 102"/>
                    <a:gd name="T12" fmla="*/ 63 w 63"/>
                    <a:gd name="T13" fmla="*/ 36 h 102"/>
                    <a:gd name="T14" fmla="*/ 48 w 63"/>
                    <a:gd name="T15" fmla="*/ 18 h 102"/>
                    <a:gd name="T16" fmla="*/ 27 w 63"/>
                    <a:gd name="T17" fmla="*/ 0 h 10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63"/>
                    <a:gd name="T28" fmla="*/ 0 h 102"/>
                    <a:gd name="T29" fmla="*/ 63 w 63"/>
                    <a:gd name="T30" fmla="*/ 102 h 10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63" h="102">
                      <a:moveTo>
                        <a:pt x="27" y="0"/>
                      </a:moveTo>
                      <a:lnTo>
                        <a:pt x="3" y="30"/>
                      </a:lnTo>
                      <a:lnTo>
                        <a:pt x="0" y="57"/>
                      </a:lnTo>
                      <a:lnTo>
                        <a:pt x="9" y="84"/>
                      </a:lnTo>
                      <a:lnTo>
                        <a:pt x="36" y="102"/>
                      </a:lnTo>
                      <a:lnTo>
                        <a:pt x="54" y="72"/>
                      </a:lnTo>
                      <a:lnTo>
                        <a:pt x="63" y="36"/>
                      </a:lnTo>
                      <a:lnTo>
                        <a:pt x="48" y="18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996633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</p:grpSp>
          <p:grpSp>
            <p:nvGrpSpPr>
              <p:cNvPr id="56" name="Group 200"/>
              <p:cNvGrpSpPr>
                <a:grpSpLocks/>
              </p:cNvGrpSpPr>
              <p:nvPr/>
            </p:nvGrpSpPr>
            <p:grpSpPr bwMode="auto">
              <a:xfrm>
                <a:off x="6401" y="1625"/>
                <a:ext cx="2884" cy="2574"/>
                <a:chOff x="5239" y="724"/>
                <a:chExt cx="3842" cy="3430"/>
              </a:xfrm>
            </p:grpSpPr>
            <p:grpSp>
              <p:nvGrpSpPr>
                <p:cNvPr id="72" name="Group 201"/>
                <p:cNvGrpSpPr>
                  <a:grpSpLocks/>
                </p:cNvGrpSpPr>
                <p:nvPr/>
              </p:nvGrpSpPr>
              <p:grpSpPr bwMode="auto">
                <a:xfrm flipH="1">
                  <a:off x="5861" y="3193"/>
                  <a:ext cx="1037" cy="600"/>
                  <a:chOff x="7451" y="3008"/>
                  <a:chExt cx="1037" cy="600"/>
                </a:xfrm>
              </p:grpSpPr>
              <p:sp>
                <p:nvSpPr>
                  <p:cNvPr id="111" name="Freeform 202"/>
                  <p:cNvSpPr>
                    <a:spLocks/>
                  </p:cNvSpPr>
                  <p:nvPr/>
                </p:nvSpPr>
                <p:spPr bwMode="auto">
                  <a:xfrm>
                    <a:off x="7455" y="3008"/>
                    <a:ext cx="1033" cy="579"/>
                  </a:xfrm>
                  <a:custGeom>
                    <a:avLst/>
                    <a:gdLst>
                      <a:gd name="T0" fmla="*/ 0 w 1033"/>
                      <a:gd name="T1" fmla="*/ 232 h 579"/>
                      <a:gd name="T2" fmla="*/ 38 w 1033"/>
                      <a:gd name="T3" fmla="*/ 180 h 579"/>
                      <a:gd name="T4" fmla="*/ 98 w 1033"/>
                      <a:gd name="T5" fmla="*/ 120 h 579"/>
                      <a:gd name="T6" fmla="*/ 128 w 1033"/>
                      <a:gd name="T7" fmla="*/ 90 h 579"/>
                      <a:gd name="T8" fmla="*/ 143 w 1033"/>
                      <a:gd name="T9" fmla="*/ 67 h 579"/>
                      <a:gd name="T10" fmla="*/ 240 w 1033"/>
                      <a:gd name="T11" fmla="*/ 37 h 579"/>
                      <a:gd name="T12" fmla="*/ 405 w 1033"/>
                      <a:gd name="T13" fmla="*/ 0 h 579"/>
                      <a:gd name="T14" fmla="*/ 623 w 1033"/>
                      <a:gd name="T15" fmla="*/ 75 h 579"/>
                      <a:gd name="T16" fmla="*/ 705 w 1033"/>
                      <a:gd name="T17" fmla="*/ 150 h 579"/>
                      <a:gd name="T18" fmla="*/ 728 w 1033"/>
                      <a:gd name="T19" fmla="*/ 202 h 579"/>
                      <a:gd name="T20" fmla="*/ 900 w 1033"/>
                      <a:gd name="T21" fmla="*/ 262 h 579"/>
                      <a:gd name="T22" fmla="*/ 953 w 1033"/>
                      <a:gd name="T23" fmla="*/ 315 h 579"/>
                      <a:gd name="T24" fmla="*/ 975 w 1033"/>
                      <a:gd name="T25" fmla="*/ 367 h 579"/>
                      <a:gd name="T26" fmla="*/ 1013 w 1033"/>
                      <a:gd name="T27" fmla="*/ 525 h 579"/>
                      <a:gd name="T28" fmla="*/ 998 w 1033"/>
                      <a:gd name="T29" fmla="*/ 562 h 579"/>
                      <a:gd name="T30" fmla="*/ 840 w 1033"/>
                      <a:gd name="T31" fmla="*/ 427 h 579"/>
                      <a:gd name="T32" fmla="*/ 698 w 1033"/>
                      <a:gd name="T33" fmla="*/ 352 h 579"/>
                      <a:gd name="T34" fmla="*/ 570 w 1033"/>
                      <a:gd name="T35" fmla="*/ 330 h 579"/>
                      <a:gd name="T36" fmla="*/ 315 w 1033"/>
                      <a:gd name="T37" fmla="*/ 292 h 579"/>
                      <a:gd name="T38" fmla="*/ 263 w 1033"/>
                      <a:gd name="T39" fmla="*/ 255 h 579"/>
                      <a:gd name="T40" fmla="*/ 203 w 1033"/>
                      <a:gd name="T41" fmla="*/ 247 h 579"/>
                      <a:gd name="T42" fmla="*/ 0 w 1033"/>
                      <a:gd name="T43" fmla="*/ 232 h 579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033"/>
                      <a:gd name="T67" fmla="*/ 0 h 579"/>
                      <a:gd name="T68" fmla="*/ 1033 w 1033"/>
                      <a:gd name="T69" fmla="*/ 579 h 579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033" h="579">
                        <a:moveTo>
                          <a:pt x="0" y="232"/>
                        </a:moveTo>
                        <a:cubicBezTo>
                          <a:pt x="12" y="199"/>
                          <a:pt x="2" y="191"/>
                          <a:pt x="38" y="180"/>
                        </a:cubicBezTo>
                        <a:cubicBezTo>
                          <a:pt x="55" y="154"/>
                          <a:pt x="72" y="137"/>
                          <a:pt x="98" y="120"/>
                        </a:cubicBezTo>
                        <a:cubicBezTo>
                          <a:pt x="113" y="70"/>
                          <a:pt x="91" y="119"/>
                          <a:pt x="128" y="90"/>
                        </a:cubicBezTo>
                        <a:cubicBezTo>
                          <a:pt x="135" y="84"/>
                          <a:pt x="135" y="72"/>
                          <a:pt x="143" y="67"/>
                        </a:cubicBezTo>
                        <a:cubicBezTo>
                          <a:pt x="176" y="45"/>
                          <a:pt x="203" y="44"/>
                          <a:pt x="240" y="37"/>
                        </a:cubicBezTo>
                        <a:cubicBezTo>
                          <a:pt x="300" y="15"/>
                          <a:pt x="341" y="7"/>
                          <a:pt x="405" y="0"/>
                        </a:cubicBezTo>
                        <a:cubicBezTo>
                          <a:pt x="429" y="7"/>
                          <a:pt x="580" y="36"/>
                          <a:pt x="623" y="75"/>
                        </a:cubicBezTo>
                        <a:cubicBezTo>
                          <a:pt x="718" y="161"/>
                          <a:pt x="651" y="113"/>
                          <a:pt x="705" y="150"/>
                        </a:cubicBezTo>
                        <a:cubicBezTo>
                          <a:pt x="713" y="167"/>
                          <a:pt x="717" y="187"/>
                          <a:pt x="728" y="202"/>
                        </a:cubicBezTo>
                        <a:cubicBezTo>
                          <a:pt x="758" y="245"/>
                          <a:pt x="852" y="255"/>
                          <a:pt x="900" y="262"/>
                        </a:cubicBezTo>
                        <a:cubicBezTo>
                          <a:pt x="934" y="274"/>
                          <a:pt x="926" y="288"/>
                          <a:pt x="953" y="315"/>
                        </a:cubicBezTo>
                        <a:cubicBezTo>
                          <a:pt x="971" y="394"/>
                          <a:pt x="946" y="302"/>
                          <a:pt x="975" y="367"/>
                        </a:cubicBezTo>
                        <a:cubicBezTo>
                          <a:pt x="996" y="414"/>
                          <a:pt x="1003" y="476"/>
                          <a:pt x="1013" y="525"/>
                        </a:cubicBezTo>
                        <a:cubicBezTo>
                          <a:pt x="1024" y="579"/>
                          <a:pt x="1033" y="575"/>
                          <a:pt x="998" y="562"/>
                        </a:cubicBezTo>
                        <a:cubicBezTo>
                          <a:pt x="946" y="484"/>
                          <a:pt x="934" y="452"/>
                          <a:pt x="840" y="427"/>
                        </a:cubicBezTo>
                        <a:cubicBezTo>
                          <a:pt x="817" y="356"/>
                          <a:pt x="766" y="359"/>
                          <a:pt x="698" y="352"/>
                        </a:cubicBezTo>
                        <a:cubicBezTo>
                          <a:pt x="649" y="337"/>
                          <a:pt x="630" y="335"/>
                          <a:pt x="570" y="330"/>
                        </a:cubicBezTo>
                        <a:cubicBezTo>
                          <a:pt x="509" y="236"/>
                          <a:pt x="585" y="340"/>
                          <a:pt x="315" y="292"/>
                        </a:cubicBezTo>
                        <a:cubicBezTo>
                          <a:pt x="294" y="288"/>
                          <a:pt x="280" y="267"/>
                          <a:pt x="263" y="255"/>
                        </a:cubicBezTo>
                        <a:cubicBezTo>
                          <a:pt x="247" y="243"/>
                          <a:pt x="223" y="249"/>
                          <a:pt x="203" y="247"/>
                        </a:cubicBezTo>
                        <a:cubicBezTo>
                          <a:pt x="135" y="241"/>
                          <a:pt x="68" y="237"/>
                          <a:pt x="0" y="232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12" name="Freeform 203"/>
                  <p:cNvSpPr>
                    <a:spLocks/>
                  </p:cNvSpPr>
                  <p:nvPr/>
                </p:nvSpPr>
                <p:spPr bwMode="auto">
                  <a:xfrm>
                    <a:off x="7451" y="3195"/>
                    <a:ext cx="1029" cy="413"/>
                  </a:xfrm>
                  <a:custGeom>
                    <a:avLst/>
                    <a:gdLst>
                      <a:gd name="T0" fmla="*/ 19 w 1029"/>
                      <a:gd name="T1" fmla="*/ 38 h 413"/>
                      <a:gd name="T2" fmla="*/ 124 w 1029"/>
                      <a:gd name="T3" fmla="*/ 0 h 413"/>
                      <a:gd name="T4" fmla="*/ 484 w 1029"/>
                      <a:gd name="T5" fmla="*/ 23 h 413"/>
                      <a:gd name="T6" fmla="*/ 574 w 1029"/>
                      <a:gd name="T7" fmla="*/ 60 h 413"/>
                      <a:gd name="T8" fmla="*/ 574 w 1029"/>
                      <a:gd name="T9" fmla="*/ 60 h 413"/>
                      <a:gd name="T10" fmla="*/ 709 w 1029"/>
                      <a:gd name="T11" fmla="*/ 105 h 413"/>
                      <a:gd name="T12" fmla="*/ 912 w 1029"/>
                      <a:gd name="T13" fmla="*/ 165 h 413"/>
                      <a:gd name="T14" fmla="*/ 1009 w 1029"/>
                      <a:gd name="T15" fmla="*/ 345 h 413"/>
                      <a:gd name="T16" fmla="*/ 1017 w 1029"/>
                      <a:gd name="T17" fmla="*/ 413 h 413"/>
                      <a:gd name="T18" fmla="*/ 972 w 1029"/>
                      <a:gd name="T19" fmla="*/ 398 h 413"/>
                      <a:gd name="T20" fmla="*/ 949 w 1029"/>
                      <a:gd name="T21" fmla="*/ 383 h 413"/>
                      <a:gd name="T22" fmla="*/ 679 w 1029"/>
                      <a:gd name="T23" fmla="*/ 330 h 413"/>
                      <a:gd name="T24" fmla="*/ 522 w 1029"/>
                      <a:gd name="T25" fmla="*/ 315 h 413"/>
                      <a:gd name="T26" fmla="*/ 432 w 1029"/>
                      <a:gd name="T27" fmla="*/ 293 h 413"/>
                      <a:gd name="T28" fmla="*/ 379 w 1029"/>
                      <a:gd name="T29" fmla="*/ 240 h 413"/>
                      <a:gd name="T30" fmla="*/ 222 w 1029"/>
                      <a:gd name="T31" fmla="*/ 180 h 413"/>
                      <a:gd name="T32" fmla="*/ 72 w 1029"/>
                      <a:gd name="T33" fmla="*/ 135 h 413"/>
                      <a:gd name="T34" fmla="*/ 19 w 1029"/>
                      <a:gd name="T35" fmla="*/ 38 h 413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29"/>
                      <a:gd name="T55" fmla="*/ 0 h 413"/>
                      <a:gd name="T56" fmla="*/ 1029 w 1029"/>
                      <a:gd name="T57" fmla="*/ 413 h 413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29" h="413">
                        <a:moveTo>
                          <a:pt x="19" y="38"/>
                        </a:moveTo>
                        <a:cubicBezTo>
                          <a:pt x="56" y="28"/>
                          <a:pt x="86" y="10"/>
                          <a:pt x="124" y="0"/>
                        </a:cubicBezTo>
                        <a:cubicBezTo>
                          <a:pt x="268" y="5"/>
                          <a:pt x="351" y="14"/>
                          <a:pt x="484" y="23"/>
                        </a:cubicBezTo>
                        <a:lnTo>
                          <a:pt x="574" y="60"/>
                        </a:lnTo>
                        <a:cubicBezTo>
                          <a:pt x="574" y="60"/>
                          <a:pt x="574" y="60"/>
                          <a:pt x="574" y="60"/>
                        </a:cubicBezTo>
                        <a:cubicBezTo>
                          <a:pt x="626" y="69"/>
                          <a:pt x="661" y="90"/>
                          <a:pt x="709" y="105"/>
                        </a:cubicBezTo>
                        <a:cubicBezTo>
                          <a:pt x="745" y="161"/>
                          <a:pt x="851" y="158"/>
                          <a:pt x="912" y="165"/>
                        </a:cubicBezTo>
                        <a:cubicBezTo>
                          <a:pt x="946" y="218"/>
                          <a:pt x="958" y="310"/>
                          <a:pt x="1009" y="345"/>
                        </a:cubicBezTo>
                        <a:cubicBezTo>
                          <a:pt x="1027" y="398"/>
                          <a:pt x="1029" y="375"/>
                          <a:pt x="1017" y="413"/>
                        </a:cubicBezTo>
                        <a:cubicBezTo>
                          <a:pt x="1002" y="408"/>
                          <a:pt x="985" y="407"/>
                          <a:pt x="972" y="398"/>
                        </a:cubicBezTo>
                        <a:cubicBezTo>
                          <a:pt x="964" y="393"/>
                          <a:pt x="957" y="387"/>
                          <a:pt x="949" y="383"/>
                        </a:cubicBezTo>
                        <a:cubicBezTo>
                          <a:pt x="872" y="349"/>
                          <a:pt x="760" y="337"/>
                          <a:pt x="679" y="330"/>
                        </a:cubicBezTo>
                        <a:cubicBezTo>
                          <a:pt x="598" y="311"/>
                          <a:pt x="697" y="333"/>
                          <a:pt x="522" y="315"/>
                        </a:cubicBezTo>
                        <a:cubicBezTo>
                          <a:pt x="493" y="312"/>
                          <a:pt x="461" y="297"/>
                          <a:pt x="432" y="293"/>
                        </a:cubicBezTo>
                        <a:cubicBezTo>
                          <a:pt x="397" y="241"/>
                          <a:pt x="419" y="254"/>
                          <a:pt x="379" y="240"/>
                        </a:cubicBezTo>
                        <a:cubicBezTo>
                          <a:pt x="322" y="162"/>
                          <a:pt x="383" y="190"/>
                          <a:pt x="222" y="180"/>
                        </a:cubicBezTo>
                        <a:cubicBezTo>
                          <a:pt x="171" y="164"/>
                          <a:pt x="122" y="154"/>
                          <a:pt x="72" y="135"/>
                        </a:cubicBezTo>
                        <a:cubicBezTo>
                          <a:pt x="50" y="103"/>
                          <a:pt x="0" y="78"/>
                          <a:pt x="19" y="38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13" name="Freeform 204"/>
                  <p:cNvSpPr>
                    <a:spLocks/>
                  </p:cNvSpPr>
                  <p:nvPr/>
                </p:nvSpPr>
                <p:spPr bwMode="auto">
                  <a:xfrm>
                    <a:off x="7470" y="3087"/>
                    <a:ext cx="923" cy="423"/>
                  </a:xfrm>
                  <a:custGeom>
                    <a:avLst/>
                    <a:gdLst>
                      <a:gd name="T0" fmla="*/ 0 w 923"/>
                      <a:gd name="T1" fmla="*/ 153 h 423"/>
                      <a:gd name="T2" fmla="*/ 68 w 923"/>
                      <a:gd name="T3" fmla="*/ 131 h 423"/>
                      <a:gd name="T4" fmla="*/ 113 w 923"/>
                      <a:gd name="T5" fmla="*/ 108 h 423"/>
                      <a:gd name="T6" fmla="*/ 120 w 923"/>
                      <a:gd name="T7" fmla="*/ 86 h 423"/>
                      <a:gd name="T8" fmla="*/ 180 w 923"/>
                      <a:gd name="T9" fmla="*/ 18 h 423"/>
                      <a:gd name="T10" fmla="*/ 120 w 923"/>
                      <a:gd name="T11" fmla="*/ 108 h 423"/>
                      <a:gd name="T12" fmla="*/ 210 w 923"/>
                      <a:gd name="T13" fmla="*/ 206 h 423"/>
                      <a:gd name="T14" fmla="*/ 233 w 923"/>
                      <a:gd name="T15" fmla="*/ 228 h 423"/>
                      <a:gd name="T16" fmla="*/ 210 w 923"/>
                      <a:gd name="T17" fmla="*/ 221 h 423"/>
                      <a:gd name="T18" fmla="*/ 203 w 923"/>
                      <a:gd name="T19" fmla="*/ 168 h 423"/>
                      <a:gd name="T20" fmla="*/ 188 w 923"/>
                      <a:gd name="T21" fmla="*/ 146 h 423"/>
                      <a:gd name="T22" fmla="*/ 293 w 923"/>
                      <a:gd name="T23" fmla="*/ 116 h 423"/>
                      <a:gd name="T24" fmla="*/ 323 w 923"/>
                      <a:gd name="T25" fmla="*/ 93 h 423"/>
                      <a:gd name="T26" fmla="*/ 338 w 923"/>
                      <a:gd name="T27" fmla="*/ 63 h 423"/>
                      <a:gd name="T28" fmla="*/ 345 w 923"/>
                      <a:gd name="T29" fmla="*/ 41 h 423"/>
                      <a:gd name="T30" fmla="*/ 323 w 923"/>
                      <a:gd name="T31" fmla="*/ 116 h 423"/>
                      <a:gd name="T32" fmla="*/ 345 w 923"/>
                      <a:gd name="T33" fmla="*/ 131 h 423"/>
                      <a:gd name="T34" fmla="*/ 375 w 923"/>
                      <a:gd name="T35" fmla="*/ 138 h 423"/>
                      <a:gd name="T36" fmla="*/ 383 w 923"/>
                      <a:gd name="T37" fmla="*/ 191 h 423"/>
                      <a:gd name="T38" fmla="*/ 413 w 923"/>
                      <a:gd name="T39" fmla="*/ 243 h 423"/>
                      <a:gd name="T40" fmla="*/ 428 w 923"/>
                      <a:gd name="T41" fmla="*/ 311 h 423"/>
                      <a:gd name="T42" fmla="*/ 443 w 923"/>
                      <a:gd name="T43" fmla="*/ 341 h 423"/>
                      <a:gd name="T44" fmla="*/ 428 w 923"/>
                      <a:gd name="T45" fmla="*/ 296 h 423"/>
                      <a:gd name="T46" fmla="*/ 420 w 923"/>
                      <a:gd name="T47" fmla="*/ 273 h 423"/>
                      <a:gd name="T48" fmla="*/ 390 w 923"/>
                      <a:gd name="T49" fmla="*/ 176 h 423"/>
                      <a:gd name="T50" fmla="*/ 525 w 923"/>
                      <a:gd name="T51" fmla="*/ 131 h 423"/>
                      <a:gd name="T52" fmla="*/ 548 w 923"/>
                      <a:gd name="T53" fmla="*/ 56 h 423"/>
                      <a:gd name="T54" fmla="*/ 525 w 923"/>
                      <a:gd name="T55" fmla="*/ 146 h 423"/>
                      <a:gd name="T56" fmla="*/ 578 w 923"/>
                      <a:gd name="T57" fmla="*/ 281 h 423"/>
                      <a:gd name="T58" fmla="*/ 585 w 923"/>
                      <a:gd name="T59" fmla="*/ 303 h 423"/>
                      <a:gd name="T60" fmla="*/ 570 w 923"/>
                      <a:gd name="T61" fmla="*/ 281 h 423"/>
                      <a:gd name="T62" fmla="*/ 578 w 923"/>
                      <a:gd name="T63" fmla="*/ 191 h 423"/>
                      <a:gd name="T64" fmla="*/ 660 w 923"/>
                      <a:gd name="T65" fmla="*/ 236 h 423"/>
                      <a:gd name="T66" fmla="*/ 683 w 923"/>
                      <a:gd name="T67" fmla="*/ 213 h 423"/>
                      <a:gd name="T68" fmla="*/ 720 w 923"/>
                      <a:gd name="T69" fmla="*/ 303 h 423"/>
                      <a:gd name="T70" fmla="*/ 728 w 923"/>
                      <a:gd name="T71" fmla="*/ 326 h 423"/>
                      <a:gd name="T72" fmla="*/ 735 w 923"/>
                      <a:gd name="T73" fmla="*/ 281 h 423"/>
                      <a:gd name="T74" fmla="*/ 855 w 923"/>
                      <a:gd name="T75" fmla="*/ 311 h 423"/>
                      <a:gd name="T76" fmla="*/ 878 w 923"/>
                      <a:gd name="T77" fmla="*/ 303 h 423"/>
                      <a:gd name="T78" fmla="*/ 885 w 923"/>
                      <a:gd name="T79" fmla="*/ 341 h 423"/>
                      <a:gd name="T80" fmla="*/ 923 w 923"/>
                      <a:gd name="T81" fmla="*/ 423 h 423"/>
                      <a:gd name="T82" fmla="*/ 891 w 923"/>
                      <a:gd name="T83" fmla="*/ 337 h 423"/>
                      <a:gd name="T84" fmla="*/ 915 w 923"/>
                      <a:gd name="T85" fmla="*/ 423 h 423"/>
                      <a:gd name="T86" fmla="*/ 891 w 923"/>
                      <a:gd name="T87" fmla="*/ 337 h 423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923"/>
                      <a:gd name="T133" fmla="*/ 0 h 423"/>
                      <a:gd name="T134" fmla="*/ 923 w 923"/>
                      <a:gd name="T135" fmla="*/ 423 h 423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923" h="423">
                        <a:moveTo>
                          <a:pt x="0" y="153"/>
                        </a:moveTo>
                        <a:cubicBezTo>
                          <a:pt x="23" y="146"/>
                          <a:pt x="45" y="138"/>
                          <a:pt x="68" y="131"/>
                        </a:cubicBezTo>
                        <a:cubicBezTo>
                          <a:pt x="82" y="122"/>
                          <a:pt x="101" y="120"/>
                          <a:pt x="113" y="108"/>
                        </a:cubicBezTo>
                        <a:cubicBezTo>
                          <a:pt x="118" y="103"/>
                          <a:pt x="116" y="92"/>
                          <a:pt x="120" y="86"/>
                        </a:cubicBezTo>
                        <a:cubicBezTo>
                          <a:pt x="135" y="63"/>
                          <a:pt x="161" y="38"/>
                          <a:pt x="180" y="18"/>
                        </a:cubicBezTo>
                        <a:cubicBezTo>
                          <a:pt x="168" y="56"/>
                          <a:pt x="142" y="76"/>
                          <a:pt x="120" y="108"/>
                        </a:cubicBezTo>
                        <a:cubicBezTo>
                          <a:pt x="170" y="125"/>
                          <a:pt x="175" y="172"/>
                          <a:pt x="210" y="206"/>
                        </a:cubicBezTo>
                        <a:cubicBezTo>
                          <a:pt x="218" y="213"/>
                          <a:pt x="233" y="217"/>
                          <a:pt x="233" y="228"/>
                        </a:cubicBezTo>
                        <a:cubicBezTo>
                          <a:pt x="233" y="236"/>
                          <a:pt x="218" y="223"/>
                          <a:pt x="210" y="221"/>
                        </a:cubicBezTo>
                        <a:cubicBezTo>
                          <a:pt x="208" y="203"/>
                          <a:pt x="208" y="185"/>
                          <a:pt x="203" y="168"/>
                        </a:cubicBezTo>
                        <a:cubicBezTo>
                          <a:pt x="201" y="159"/>
                          <a:pt x="186" y="155"/>
                          <a:pt x="188" y="146"/>
                        </a:cubicBezTo>
                        <a:cubicBezTo>
                          <a:pt x="191" y="128"/>
                          <a:pt x="271" y="121"/>
                          <a:pt x="293" y="116"/>
                        </a:cubicBezTo>
                        <a:cubicBezTo>
                          <a:pt x="303" y="108"/>
                          <a:pt x="315" y="103"/>
                          <a:pt x="323" y="93"/>
                        </a:cubicBezTo>
                        <a:cubicBezTo>
                          <a:pt x="330" y="84"/>
                          <a:pt x="332" y="73"/>
                          <a:pt x="338" y="63"/>
                        </a:cubicBezTo>
                        <a:cubicBezTo>
                          <a:pt x="365" y="18"/>
                          <a:pt x="386" y="0"/>
                          <a:pt x="345" y="41"/>
                        </a:cubicBezTo>
                        <a:cubicBezTo>
                          <a:pt x="327" y="96"/>
                          <a:pt x="334" y="71"/>
                          <a:pt x="323" y="116"/>
                        </a:cubicBezTo>
                        <a:cubicBezTo>
                          <a:pt x="330" y="121"/>
                          <a:pt x="337" y="128"/>
                          <a:pt x="345" y="131"/>
                        </a:cubicBezTo>
                        <a:cubicBezTo>
                          <a:pt x="354" y="135"/>
                          <a:pt x="370" y="129"/>
                          <a:pt x="375" y="138"/>
                        </a:cubicBezTo>
                        <a:cubicBezTo>
                          <a:pt x="385" y="153"/>
                          <a:pt x="379" y="173"/>
                          <a:pt x="383" y="191"/>
                        </a:cubicBezTo>
                        <a:cubicBezTo>
                          <a:pt x="388" y="218"/>
                          <a:pt x="394" y="219"/>
                          <a:pt x="413" y="243"/>
                        </a:cubicBezTo>
                        <a:cubicBezTo>
                          <a:pt x="418" y="274"/>
                          <a:pt x="417" y="285"/>
                          <a:pt x="428" y="311"/>
                        </a:cubicBezTo>
                        <a:cubicBezTo>
                          <a:pt x="432" y="321"/>
                          <a:pt x="443" y="352"/>
                          <a:pt x="443" y="341"/>
                        </a:cubicBezTo>
                        <a:cubicBezTo>
                          <a:pt x="443" y="325"/>
                          <a:pt x="433" y="311"/>
                          <a:pt x="428" y="296"/>
                        </a:cubicBezTo>
                        <a:cubicBezTo>
                          <a:pt x="425" y="288"/>
                          <a:pt x="420" y="273"/>
                          <a:pt x="420" y="273"/>
                        </a:cubicBezTo>
                        <a:cubicBezTo>
                          <a:pt x="414" y="229"/>
                          <a:pt x="413" y="210"/>
                          <a:pt x="390" y="176"/>
                        </a:cubicBezTo>
                        <a:cubicBezTo>
                          <a:pt x="412" y="73"/>
                          <a:pt x="369" y="216"/>
                          <a:pt x="525" y="131"/>
                        </a:cubicBezTo>
                        <a:cubicBezTo>
                          <a:pt x="548" y="118"/>
                          <a:pt x="540" y="81"/>
                          <a:pt x="548" y="56"/>
                        </a:cubicBezTo>
                        <a:cubicBezTo>
                          <a:pt x="559" y="91"/>
                          <a:pt x="544" y="116"/>
                          <a:pt x="525" y="146"/>
                        </a:cubicBezTo>
                        <a:cubicBezTo>
                          <a:pt x="558" y="195"/>
                          <a:pt x="564" y="224"/>
                          <a:pt x="578" y="281"/>
                        </a:cubicBezTo>
                        <a:cubicBezTo>
                          <a:pt x="580" y="288"/>
                          <a:pt x="593" y="303"/>
                          <a:pt x="585" y="303"/>
                        </a:cubicBezTo>
                        <a:cubicBezTo>
                          <a:pt x="576" y="303"/>
                          <a:pt x="575" y="288"/>
                          <a:pt x="570" y="281"/>
                        </a:cubicBezTo>
                        <a:cubicBezTo>
                          <a:pt x="573" y="251"/>
                          <a:pt x="562" y="216"/>
                          <a:pt x="578" y="191"/>
                        </a:cubicBezTo>
                        <a:cubicBezTo>
                          <a:pt x="597" y="162"/>
                          <a:pt x="649" y="229"/>
                          <a:pt x="660" y="236"/>
                        </a:cubicBezTo>
                        <a:cubicBezTo>
                          <a:pt x="666" y="227"/>
                          <a:pt x="723" y="154"/>
                          <a:pt x="683" y="213"/>
                        </a:cubicBezTo>
                        <a:cubicBezTo>
                          <a:pt x="693" y="245"/>
                          <a:pt x="709" y="270"/>
                          <a:pt x="720" y="303"/>
                        </a:cubicBezTo>
                        <a:cubicBezTo>
                          <a:pt x="723" y="311"/>
                          <a:pt x="728" y="326"/>
                          <a:pt x="728" y="326"/>
                        </a:cubicBezTo>
                        <a:cubicBezTo>
                          <a:pt x="730" y="311"/>
                          <a:pt x="721" y="286"/>
                          <a:pt x="735" y="281"/>
                        </a:cubicBezTo>
                        <a:cubicBezTo>
                          <a:pt x="843" y="247"/>
                          <a:pt x="840" y="261"/>
                          <a:pt x="855" y="311"/>
                        </a:cubicBezTo>
                        <a:cubicBezTo>
                          <a:pt x="863" y="308"/>
                          <a:pt x="872" y="297"/>
                          <a:pt x="878" y="303"/>
                        </a:cubicBezTo>
                        <a:cubicBezTo>
                          <a:pt x="887" y="312"/>
                          <a:pt x="882" y="329"/>
                          <a:pt x="885" y="341"/>
                        </a:cubicBezTo>
                        <a:cubicBezTo>
                          <a:pt x="893" y="372"/>
                          <a:pt x="908" y="395"/>
                          <a:pt x="923" y="423"/>
                        </a:cubicBezTo>
                        <a:cubicBezTo>
                          <a:pt x="912" y="394"/>
                          <a:pt x="922" y="337"/>
                          <a:pt x="891" y="337"/>
                        </a:cubicBezTo>
                        <a:cubicBezTo>
                          <a:pt x="861" y="337"/>
                          <a:pt x="915" y="423"/>
                          <a:pt x="915" y="423"/>
                        </a:cubicBezTo>
                        <a:lnTo>
                          <a:pt x="891" y="337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73" name="Group 205"/>
                <p:cNvGrpSpPr>
                  <a:grpSpLocks/>
                </p:cNvGrpSpPr>
                <p:nvPr/>
              </p:nvGrpSpPr>
              <p:grpSpPr bwMode="auto">
                <a:xfrm flipH="1">
                  <a:off x="6297" y="920"/>
                  <a:ext cx="934" cy="900"/>
                  <a:chOff x="7118" y="735"/>
                  <a:chExt cx="934" cy="900"/>
                </a:xfrm>
              </p:grpSpPr>
              <p:sp>
                <p:nvSpPr>
                  <p:cNvPr id="108" name="Freeform 206"/>
                  <p:cNvSpPr>
                    <a:spLocks/>
                  </p:cNvSpPr>
                  <p:nvPr/>
                </p:nvSpPr>
                <p:spPr bwMode="auto">
                  <a:xfrm>
                    <a:off x="7193" y="743"/>
                    <a:ext cx="859" cy="892"/>
                  </a:xfrm>
                  <a:custGeom>
                    <a:avLst/>
                    <a:gdLst>
                      <a:gd name="T0" fmla="*/ 840 w 859"/>
                      <a:gd name="T1" fmla="*/ 847 h 892"/>
                      <a:gd name="T2" fmla="*/ 810 w 859"/>
                      <a:gd name="T3" fmla="*/ 802 h 892"/>
                      <a:gd name="T4" fmla="*/ 780 w 859"/>
                      <a:gd name="T5" fmla="*/ 757 h 892"/>
                      <a:gd name="T6" fmla="*/ 727 w 859"/>
                      <a:gd name="T7" fmla="*/ 652 h 892"/>
                      <a:gd name="T8" fmla="*/ 697 w 859"/>
                      <a:gd name="T9" fmla="*/ 585 h 892"/>
                      <a:gd name="T10" fmla="*/ 667 w 859"/>
                      <a:gd name="T11" fmla="*/ 540 h 892"/>
                      <a:gd name="T12" fmla="*/ 637 w 859"/>
                      <a:gd name="T13" fmla="*/ 495 h 892"/>
                      <a:gd name="T14" fmla="*/ 607 w 859"/>
                      <a:gd name="T15" fmla="*/ 450 h 892"/>
                      <a:gd name="T16" fmla="*/ 502 w 859"/>
                      <a:gd name="T17" fmla="*/ 337 h 892"/>
                      <a:gd name="T18" fmla="*/ 382 w 859"/>
                      <a:gd name="T19" fmla="*/ 277 h 892"/>
                      <a:gd name="T20" fmla="*/ 322 w 859"/>
                      <a:gd name="T21" fmla="*/ 247 h 892"/>
                      <a:gd name="T22" fmla="*/ 0 w 859"/>
                      <a:gd name="T23" fmla="*/ 195 h 892"/>
                      <a:gd name="T24" fmla="*/ 52 w 859"/>
                      <a:gd name="T25" fmla="*/ 142 h 892"/>
                      <a:gd name="T26" fmla="*/ 120 w 859"/>
                      <a:gd name="T27" fmla="*/ 37 h 892"/>
                      <a:gd name="T28" fmla="*/ 210 w 859"/>
                      <a:gd name="T29" fmla="*/ 0 h 892"/>
                      <a:gd name="T30" fmla="*/ 397 w 859"/>
                      <a:gd name="T31" fmla="*/ 37 h 892"/>
                      <a:gd name="T32" fmla="*/ 487 w 859"/>
                      <a:gd name="T33" fmla="*/ 82 h 892"/>
                      <a:gd name="T34" fmla="*/ 532 w 859"/>
                      <a:gd name="T35" fmla="*/ 97 h 892"/>
                      <a:gd name="T36" fmla="*/ 570 w 859"/>
                      <a:gd name="T37" fmla="*/ 135 h 892"/>
                      <a:gd name="T38" fmla="*/ 607 w 859"/>
                      <a:gd name="T39" fmla="*/ 187 h 892"/>
                      <a:gd name="T40" fmla="*/ 652 w 859"/>
                      <a:gd name="T41" fmla="*/ 202 h 892"/>
                      <a:gd name="T42" fmla="*/ 675 w 859"/>
                      <a:gd name="T43" fmla="*/ 217 h 892"/>
                      <a:gd name="T44" fmla="*/ 810 w 859"/>
                      <a:gd name="T45" fmla="*/ 435 h 892"/>
                      <a:gd name="T46" fmla="*/ 832 w 859"/>
                      <a:gd name="T47" fmla="*/ 487 h 892"/>
                      <a:gd name="T48" fmla="*/ 847 w 859"/>
                      <a:gd name="T49" fmla="*/ 532 h 892"/>
                      <a:gd name="T50" fmla="*/ 855 w 859"/>
                      <a:gd name="T51" fmla="*/ 892 h 892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859"/>
                      <a:gd name="T79" fmla="*/ 0 h 892"/>
                      <a:gd name="T80" fmla="*/ 859 w 859"/>
                      <a:gd name="T81" fmla="*/ 892 h 892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859" h="892">
                        <a:moveTo>
                          <a:pt x="840" y="847"/>
                        </a:moveTo>
                        <a:cubicBezTo>
                          <a:pt x="789" y="798"/>
                          <a:pt x="837" y="851"/>
                          <a:pt x="810" y="802"/>
                        </a:cubicBezTo>
                        <a:cubicBezTo>
                          <a:pt x="801" y="786"/>
                          <a:pt x="780" y="757"/>
                          <a:pt x="780" y="757"/>
                        </a:cubicBezTo>
                        <a:cubicBezTo>
                          <a:pt x="770" y="719"/>
                          <a:pt x="751" y="684"/>
                          <a:pt x="727" y="652"/>
                        </a:cubicBezTo>
                        <a:cubicBezTo>
                          <a:pt x="720" y="629"/>
                          <a:pt x="709" y="605"/>
                          <a:pt x="697" y="585"/>
                        </a:cubicBezTo>
                        <a:cubicBezTo>
                          <a:pt x="688" y="569"/>
                          <a:pt x="667" y="540"/>
                          <a:pt x="667" y="540"/>
                        </a:cubicBezTo>
                        <a:cubicBezTo>
                          <a:pt x="650" y="485"/>
                          <a:pt x="675" y="551"/>
                          <a:pt x="637" y="495"/>
                        </a:cubicBezTo>
                        <a:cubicBezTo>
                          <a:pt x="594" y="430"/>
                          <a:pt x="680" y="520"/>
                          <a:pt x="607" y="450"/>
                        </a:cubicBezTo>
                        <a:cubicBezTo>
                          <a:pt x="592" y="399"/>
                          <a:pt x="552" y="354"/>
                          <a:pt x="502" y="337"/>
                        </a:cubicBezTo>
                        <a:cubicBezTo>
                          <a:pt x="463" y="308"/>
                          <a:pt x="429" y="285"/>
                          <a:pt x="382" y="277"/>
                        </a:cubicBezTo>
                        <a:cubicBezTo>
                          <a:pt x="355" y="238"/>
                          <a:pt x="381" y="265"/>
                          <a:pt x="322" y="247"/>
                        </a:cubicBezTo>
                        <a:cubicBezTo>
                          <a:pt x="180" y="205"/>
                          <a:pt x="181" y="202"/>
                          <a:pt x="0" y="195"/>
                        </a:cubicBezTo>
                        <a:cubicBezTo>
                          <a:pt x="26" y="177"/>
                          <a:pt x="26" y="160"/>
                          <a:pt x="52" y="142"/>
                        </a:cubicBezTo>
                        <a:cubicBezTo>
                          <a:pt x="68" y="99"/>
                          <a:pt x="75" y="53"/>
                          <a:pt x="120" y="37"/>
                        </a:cubicBezTo>
                        <a:cubicBezTo>
                          <a:pt x="151" y="6"/>
                          <a:pt x="165" y="7"/>
                          <a:pt x="210" y="0"/>
                        </a:cubicBezTo>
                        <a:cubicBezTo>
                          <a:pt x="341" y="8"/>
                          <a:pt x="299" y="9"/>
                          <a:pt x="397" y="37"/>
                        </a:cubicBezTo>
                        <a:cubicBezTo>
                          <a:pt x="437" y="77"/>
                          <a:pt x="409" y="56"/>
                          <a:pt x="487" y="82"/>
                        </a:cubicBezTo>
                        <a:cubicBezTo>
                          <a:pt x="502" y="87"/>
                          <a:pt x="532" y="97"/>
                          <a:pt x="532" y="97"/>
                        </a:cubicBezTo>
                        <a:cubicBezTo>
                          <a:pt x="586" y="180"/>
                          <a:pt x="505" y="63"/>
                          <a:pt x="570" y="135"/>
                        </a:cubicBezTo>
                        <a:cubicBezTo>
                          <a:pt x="584" y="151"/>
                          <a:pt x="595" y="170"/>
                          <a:pt x="607" y="187"/>
                        </a:cubicBezTo>
                        <a:cubicBezTo>
                          <a:pt x="616" y="200"/>
                          <a:pt x="638" y="196"/>
                          <a:pt x="652" y="202"/>
                        </a:cubicBezTo>
                        <a:cubicBezTo>
                          <a:pt x="660" y="206"/>
                          <a:pt x="667" y="212"/>
                          <a:pt x="675" y="217"/>
                        </a:cubicBezTo>
                        <a:cubicBezTo>
                          <a:pt x="726" y="286"/>
                          <a:pt x="763" y="363"/>
                          <a:pt x="810" y="435"/>
                        </a:cubicBezTo>
                        <a:cubicBezTo>
                          <a:pt x="828" y="512"/>
                          <a:pt x="803" y="423"/>
                          <a:pt x="832" y="487"/>
                        </a:cubicBezTo>
                        <a:cubicBezTo>
                          <a:pt x="838" y="501"/>
                          <a:pt x="847" y="532"/>
                          <a:pt x="847" y="532"/>
                        </a:cubicBezTo>
                        <a:cubicBezTo>
                          <a:pt x="859" y="742"/>
                          <a:pt x="855" y="622"/>
                          <a:pt x="855" y="892"/>
                        </a:cubicBez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09" name="Freeform 207"/>
                  <p:cNvSpPr>
                    <a:spLocks/>
                  </p:cNvSpPr>
                  <p:nvPr/>
                </p:nvSpPr>
                <p:spPr bwMode="auto">
                  <a:xfrm>
                    <a:off x="7118" y="870"/>
                    <a:ext cx="923" cy="755"/>
                  </a:xfrm>
                  <a:custGeom>
                    <a:avLst/>
                    <a:gdLst>
                      <a:gd name="T0" fmla="*/ 900 w 923"/>
                      <a:gd name="T1" fmla="*/ 728 h 755"/>
                      <a:gd name="T2" fmla="*/ 780 w 923"/>
                      <a:gd name="T3" fmla="*/ 615 h 755"/>
                      <a:gd name="T4" fmla="*/ 675 w 923"/>
                      <a:gd name="T5" fmla="*/ 510 h 755"/>
                      <a:gd name="T6" fmla="*/ 667 w 923"/>
                      <a:gd name="T7" fmla="*/ 488 h 755"/>
                      <a:gd name="T8" fmla="*/ 645 w 923"/>
                      <a:gd name="T9" fmla="*/ 458 h 755"/>
                      <a:gd name="T10" fmla="*/ 615 w 923"/>
                      <a:gd name="T11" fmla="*/ 398 h 755"/>
                      <a:gd name="T12" fmla="*/ 600 w 923"/>
                      <a:gd name="T13" fmla="*/ 353 h 755"/>
                      <a:gd name="T14" fmla="*/ 495 w 923"/>
                      <a:gd name="T15" fmla="*/ 330 h 755"/>
                      <a:gd name="T16" fmla="*/ 315 w 923"/>
                      <a:gd name="T17" fmla="*/ 293 h 755"/>
                      <a:gd name="T18" fmla="*/ 105 w 923"/>
                      <a:gd name="T19" fmla="*/ 270 h 755"/>
                      <a:gd name="T20" fmla="*/ 22 w 923"/>
                      <a:gd name="T21" fmla="*/ 330 h 755"/>
                      <a:gd name="T22" fmla="*/ 7 w 923"/>
                      <a:gd name="T23" fmla="*/ 353 h 755"/>
                      <a:gd name="T24" fmla="*/ 0 w 923"/>
                      <a:gd name="T25" fmla="*/ 375 h 755"/>
                      <a:gd name="T26" fmla="*/ 37 w 923"/>
                      <a:gd name="T27" fmla="*/ 270 h 755"/>
                      <a:gd name="T28" fmla="*/ 60 w 923"/>
                      <a:gd name="T29" fmla="*/ 195 h 755"/>
                      <a:gd name="T30" fmla="*/ 67 w 923"/>
                      <a:gd name="T31" fmla="*/ 60 h 755"/>
                      <a:gd name="T32" fmla="*/ 172 w 923"/>
                      <a:gd name="T33" fmla="*/ 0 h 755"/>
                      <a:gd name="T34" fmla="*/ 337 w 923"/>
                      <a:gd name="T35" fmla="*/ 8 h 755"/>
                      <a:gd name="T36" fmla="*/ 382 w 923"/>
                      <a:gd name="T37" fmla="*/ 38 h 755"/>
                      <a:gd name="T38" fmla="*/ 412 w 923"/>
                      <a:gd name="T39" fmla="*/ 60 h 755"/>
                      <a:gd name="T40" fmla="*/ 442 w 923"/>
                      <a:gd name="T41" fmla="*/ 75 h 755"/>
                      <a:gd name="T42" fmla="*/ 510 w 923"/>
                      <a:gd name="T43" fmla="*/ 135 h 755"/>
                      <a:gd name="T44" fmla="*/ 592 w 923"/>
                      <a:gd name="T45" fmla="*/ 225 h 755"/>
                      <a:gd name="T46" fmla="*/ 652 w 923"/>
                      <a:gd name="T47" fmla="*/ 255 h 755"/>
                      <a:gd name="T48" fmla="*/ 712 w 923"/>
                      <a:gd name="T49" fmla="*/ 323 h 755"/>
                      <a:gd name="T50" fmla="*/ 787 w 923"/>
                      <a:gd name="T51" fmla="*/ 413 h 755"/>
                      <a:gd name="T52" fmla="*/ 817 w 923"/>
                      <a:gd name="T53" fmla="*/ 458 h 755"/>
                      <a:gd name="T54" fmla="*/ 832 w 923"/>
                      <a:gd name="T55" fmla="*/ 510 h 755"/>
                      <a:gd name="T56" fmla="*/ 862 w 923"/>
                      <a:gd name="T57" fmla="*/ 555 h 755"/>
                      <a:gd name="T58" fmla="*/ 907 w 923"/>
                      <a:gd name="T59" fmla="*/ 690 h 755"/>
                      <a:gd name="T60" fmla="*/ 922 w 923"/>
                      <a:gd name="T61" fmla="*/ 750 h 755"/>
                      <a:gd name="T62" fmla="*/ 900 w 923"/>
                      <a:gd name="T63" fmla="*/ 728 h 75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923"/>
                      <a:gd name="T97" fmla="*/ 0 h 755"/>
                      <a:gd name="T98" fmla="*/ 923 w 923"/>
                      <a:gd name="T99" fmla="*/ 755 h 75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923" h="755">
                        <a:moveTo>
                          <a:pt x="900" y="728"/>
                        </a:moveTo>
                        <a:cubicBezTo>
                          <a:pt x="842" y="713"/>
                          <a:pt x="814" y="660"/>
                          <a:pt x="780" y="615"/>
                        </a:cubicBezTo>
                        <a:cubicBezTo>
                          <a:pt x="755" y="582"/>
                          <a:pt x="710" y="534"/>
                          <a:pt x="675" y="510"/>
                        </a:cubicBezTo>
                        <a:cubicBezTo>
                          <a:pt x="672" y="503"/>
                          <a:pt x="671" y="495"/>
                          <a:pt x="667" y="488"/>
                        </a:cubicBezTo>
                        <a:cubicBezTo>
                          <a:pt x="661" y="477"/>
                          <a:pt x="650" y="470"/>
                          <a:pt x="645" y="458"/>
                        </a:cubicBezTo>
                        <a:cubicBezTo>
                          <a:pt x="619" y="393"/>
                          <a:pt x="659" y="428"/>
                          <a:pt x="615" y="398"/>
                        </a:cubicBezTo>
                        <a:cubicBezTo>
                          <a:pt x="610" y="383"/>
                          <a:pt x="608" y="366"/>
                          <a:pt x="600" y="353"/>
                        </a:cubicBezTo>
                        <a:cubicBezTo>
                          <a:pt x="583" y="326"/>
                          <a:pt x="500" y="331"/>
                          <a:pt x="495" y="330"/>
                        </a:cubicBezTo>
                        <a:cubicBezTo>
                          <a:pt x="434" y="323"/>
                          <a:pt x="374" y="312"/>
                          <a:pt x="315" y="293"/>
                        </a:cubicBezTo>
                        <a:cubicBezTo>
                          <a:pt x="240" y="244"/>
                          <a:pt x="215" y="265"/>
                          <a:pt x="105" y="270"/>
                        </a:cubicBezTo>
                        <a:cubicBezTo>
                          <a:pt x="67" y="283"/>
                          <a:pt x="54" y="309"/>
                          <a:pt x="22" y="330"/>
                        </a:cubicBezTo>
                        <a:cubicBezTo>
                          <a:pt x="17" y="338"/>
                          <a:pt x="11" y="345"/>
                          <a:pt x="7" y="353"/>
                        </a:cubicBezTo>
                        <a:cubicBezTo>
                          <a:pt x="4" y="360"/>
                          <a:pt x="0" y="383"/>
                          <a:pt x="0" y="375"/>
                        </a:cubicBezTo>
                        <a:cubicBezTo>
                          <a:pt x="0" y="335"/>
                          <a:pt x="20" y="303"/>
                          <a:pt x="37" y="270"/>
                        </a:cubicBezTo>
                        <a:cubicBezTo>
                          <a:pt x="49" y="247"/>
                          <a:pt x="52" y="219"/>
                          <a:pt x="60" y="195"/>
                        </a:cubicBezTo>
                        <a:cubicBezTo>
                          <a:pt x="62" y="150"/>
                          <a:pt x="61" y="105"/>
                          <a:pt x="67" y="60"/>
                        </a:cubicBezTo>
                        <a:cubicBezTo>
                          <a:pt x="71" y="33"/>
                          <a:pt x="148" y="9"/>
                          <a:pt x="172" y="0"/>
                        </a:cubicBezTo>
                        <a:cubicBezTo>
                          <a:pt x="227" y="3"/>
                          <a:pt x="282" y="4"/>
                          <a:pt x="337" y="8"/>
                        </a:cubicBezTo>
                        <a:cubicBezTo>
                          <a:pt x="365" y="10"/>
                          <a:pt x="361" y="20"/>
                          <a:pt x="382" y="38"/>
                        </a:cubicBezTo>
                        <a:cubicBezTo>
                          <a:pt x="391" y="46"/>
                          <a:pt x="401" y="53"/>
                          <a:pt x="412" y="60"/>
                        </a:cubicBezTo>
                        <a:cubicBezTo>
                          <a:pt x="422" y="66"/>
                          <a:pt x="433" y="68"/>
                          <a:pt x="442" y="75"/>
                        </a:cubicBezTo>
                        <a:cubicBezTo>
                          <a:pt x="563" y="172"/>
                          <a:pt x="439" y="89"/>
                          <a:pt x="510" y="135"/>
                        </a:cubicBezTo>
                        <a:cubicBezTo>
                          <a:pt x="530" y="166"/>
                          <a:pt x="559" y="207"/>
                          <a:pt x="592" y="225"/>
                        </a:cubicBezTo>
                        <a:cubicBezTo>
                          <a:pt x="612" y="236"/>
                          <a:pt x="634" y="242"/>
                          <a:pt x="652" y="255"/>
                        </a:cubicBezTo>
                        <a:cubicBezTo>
                          <a:pt x="727" y="309"/>
                          <a:pt x="675" y="281"/>
                          <a:pt x="712" y="323"/>
                        </a:cubicBezTo>
                        <a:cubicBezTo>
                          <a:pt x="793" y="415"/>
                          <a:pt x="726" y="321"/>
                          <a:pt x="787" y="413"/>
                        </a:cubicBezTo>
                        <a:cubicBezTo>
                          <a:pt x="797" y="428"/>
                          <a:pt x="817" y="458"/>
                          <a:pt x="817" y="458"/>
                        </a:cubicBezTo>
                        <a:cubicBezTo>
                          <a:pt x="818" y="460"/>
                          <a:pt x="829" y="504"/>
                          <a:pt x="832" y="510"/>
                        </a:cubicBezTo>
                        <a:cubicBezTo>
                          <a:pt x="841" y="526"/>
                          <a:pt x="856" y="538"/>
                          <a:pt x="862" y="555"/>
                        </a:cubicBezTo>
                        <a:cubicBezTo>
                          <a:pt x="877" y="600"/>
                          <a:pt x="895" y="645"/>
                          <a:pt x="907" y="690"/>
                        </a:cubicBezTo>
                        <a:cubicBezTo>
                          <a:pt x="907" y="690"/>
                          <a:pt x="923" y="749"/>
                          <a:pt x="922" y="750"/>
                        </a:cubicBezTo>
                        <a:cubicBezTo>
                          <a:pt x="913" y="755"/>
                          <a:pt x="907" y="735"/>
                          <a:pt x="900" y="728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10" name="Freeform 208"/>
                  <p:cNvSpPr>
                    <a:spLocks/>
                  </p:cNvSpPr>
                  <p:nvPr/>
                </p:nvSpPr>
                <p:spPr bwMode="auto">
                  <a:xfrm>
                    <a:off x="7246" y="735"/>
                    <a:ext cx="779" cy="848"/>
                  </a:xfrm>
                  <a:custGeom>
                    <a:avLst/>
                    <a:gdLst>
                      <a:gd name="T0" fmla="*/ 779 w 779"/>
                      <a:gd name="T1" fmla="*/ 848 h 848"/>
                      <a:gd name="T2" fmla="*/ 652 w 779"/>
                      <a:gd name="T3" fmla="*/ 713 h 848"/>
                      <a:gd name="T4" fmla="*/ 674 w 779"/>
                      <a:gd name="T5" fmla="*/ 705 h 848"/>
                      <a:gd name="T6" fmla="*/ 719 w 779"/>
                      <a:gd name="T7" fmla="*/ 720 h 848"/>
                      <a:gd name="T8" fmla="*/ 734 w 779"/>
                      <a:gd name="T9" fmla="*/ 743 h 848"/>
                      <a:gd name="T10" fmla="*/ 727 w 779"/>
                      <a:gd name="T11" fmla="*/ 720 h 848"/>
                      <a:gd name="T12" fmla="*/ 704 w 779"/>
                      <a:gd name="T13" fmla="*/ 653 h 848"/>
                      <a:gd name="T14" fmla="*/ 712 w 779"/>
                      <a:gd name="T15" fmla="*/ 593 h 848"/>
                      <a:gd name="T16" fmla="*/ 719 w 779"/>
                      <a:gd name="T17" fmla="*/ 570 h 848"/>
                      <a:gd name="T18" fmla="*/ 697 w 779"/>
                      <a:gd name="T19" fmla="*/ 585 h 848"/>
                      <a:gd name="T20" fmla="*/ 682 w 779"/>
                      <a:gd name="T21" fmla="*/ 608 h 848"/>
                      <a:gd name="T22" fmla="*/ 659 w 779"/>
                      <a:gd name="T23" fmla="*/ 563 h 848"/>
                      <a:gd name="T24" fmla="*/ 614 w 779"/>
                      <a:gd name="T25" fmla="*/ 533 h 848"/>
                      <a:gd name="T26" fmla="*/ 659 w 779"/>
                      <a:gd name="T27" fmla="*/ 473 h 848"/>
                      <a:gd name="T28" fmla="*/ 667 w 779"/>
                      <a:gd name="T29" fmla="*/ 413 h 848"/>
                      <a:gd name="T30" fmla="*/ 674 w 779"/>
                      <a:gd name="T31" fmla="*/ 390 h 848"/>
                      <a:gd name="T32" fmla="*/ 652 w 779"/>
                      <a:gd name="T33" fmla="*/ 405 h 848"/>
                      <a:gd name="T34" fmla="*/ 629 w 779"/>
                      <a:gd name="T35" fmla="*/ 495 h 848"/>
                      <a:gd name="T36" fmla="*/ 524 w 779"/>
                      <a:gd name="T37" fmla="*/ 413 h 848"/>
                      <a:gd name="T38" fmla="*/ 457 w 779"/>
                      <a:gd name="T39" fmla="*/ 420 h 848"/>
                      <a:gd name="T40" fmla="*/ 479 w 779"/>
                      <a:gd name="T41" fmla="*/ 413 h 848"/>
                      <a:gd name="T42" fmla="*/ 539 w 779"/>
                      <a:gd name="T43" fmla="*/ 405 h 848"/>
                      <a:gd name="T44" fmla="*/ 554 w 779"/>
                      <a:gd name="T45" fmla="*/ 330 h 848"/>
                      <a:gd name="T46" fmla="*/ 569 w 779"/>
                      <a:gd name="T47" fmla="*/ 285 h 848"/>
                      <a:gd name="T48" fmla="*/ 547 w 779"/>
                      <a:gd name="T49" fmla="*/ 293 h 848"/>
                      <a:gd name="T50" fmla="*/ 517 w 779"/>
                      <a:gd name="T51" fmla="*/ 360 h 848"/>
                      <a:gd name="T52" fmla="*/ 494 w 779"/>
                      <a:gd name="T53" fmla="*/ 368 h 848"/>
                      <a:gd name="T54" fmla="*/ 427 w 779"/>
                      <a:gd name="T55" fmla="*/ 323 h 848"/>
                      <a:gd name="T56" fmla="*/ 292 w 779"/>
                      <a:gd name="T57" fmla="*/ 315 h 848"/>
                      <a:gd name="T58" fmla="*/ 269 w 779"/>
                      <a:gd name="T59" fmla="*/ 330 h 848"/>
                      <a:gd name="T60" fmla="*/ 292 w 779"/>
                      <a:gd name="T61" fmla="*/ 323 h 848"/>
                      <a:gd name="T62" fmla="*/ 322 w 779"/>
                      <a:gd name="T63" fmla="*/ 315 h 848"/>
                      <a:gd name="T64" fmla="*/ 367 w 779"/>
                      <a:gd name="T65" fmla="*/ 300 h 848"/>
                      <a:gd name="T66" fmla="*/ 359 w 779"/>
                      <a:gd name="T67" fmla="*/ 263 h 848"/>
                      <a:gd name="T68" fmla="*/ 352 w 779"/>
                      <a:gd name="T69" fmla="*/ 240 h 848"/>
                      <a:gd name="T70" fmla="*/ 374 w 779"/>
                      <a:gd name="T71" fmla="*/ 173 h 848"/>
                      <a:gd name="T72" fmla="*/ 382 w 779"/>
                      <a:gd name="T73" fmla="*/ 143 h 848"/>
                      <a:gd name="T74" fmla="*/ 359 w 779"/>
                      <a:gd name="T75" fmla="*/ 158 h 848"/>
                      <a:gd name="T76" fmla="*/ 314 w 779"/>
                      <a:gd name="T77" fmla="*/ 225 h 848"/>
                      <a:gd name="T78" fmla="*/ 269 w 779"/>
                      <a:gd name="T79" fmla="*/ 203 h 848"/>
                      <a:gd name="T80" fmla="*/ 254 w 779"/>
                      <a:gd name="T81" fmla="*/ 180 h 848"/>
                      <a:gd name="T82" fmla="*/ 224 w 779"/>
                      <a:gd name="T83" fmla="*/ 173 h 848"/>
                      <a:gd name="T84" fmla="*/ 164 w 779"/>
                      <a:gd name="T85" fmla="*/ 218 h 848"/>
                      <a:gd name="T86" fmla="*/ 119 w 779"/>
                      <a:gd name="T87" fmla="*/ 255 h 848"/>
                      <a:gd name="T88" fmla="*/ 89 w 779"/>
                      <a:gd name="T89" fmla="*/ 300 h 848"/>
                      <a:gd name="T90" fmla="*/ 7 w 779"/>
                      <a:gd name="T91" fmla="*/ 323 h 848"/>
                      <a:gd name="T92" fmla="*/ 29 w 779"/>
                      <a:gd name="T93" fmla="*/ 315 h 848"/>
                      <a:gd name="T94" fmla="*/ 74 w 779"/>
                      <a:gd name="T95" fmla="*/ 308 h 848"/>
                      <a:gd name="T96" fmla="*/ 157 w 779"/>
                      <a:gd name="T97" fmla="*/ 240 h 848"/>
                      <a:gd name="T98" fmla="*/ 172 w 779"/>
                      <a:gd name="T99" fmla="*/ 218 h 848"/>
                      <a:gd name="T100" fmla="*/ 194 w 779"/>
                      <a:gd name="T101" fmla="*/ 210 h 848"/>
                      <a:gd name="T102" fmla="*/ 209 w 779"/>
                      <a:gd name="T103" fmla="*/ 165 h 848"/>
                      <a:gd name="T104" fmla="*/ 127 w 779"/>
                      <a:gd name="T105" fmla="*/ 158 h 848"/>
                      <a:gd name="T106" fmla="*/ 134 w 779"/>
                      <a:gd name="T107" fmla="*/ 120 h 848"/>
                      <a:gd name="T108" fmla="*/ 157 w 779"/>
                      <a:gd name="T109" fmla="*/ 0 h 848"/>
                      <a:gd name="T110" fmla="*/ 127 w 779"/>
                      <a:gd name="T111" fmla="*/ 90 h 848"/>
                      <a:gd name="T112" fmla="*/ 112 w 779"/>
                      <a:gd name="T113" fmla="*/ 135 h 848"/>
                      <a:gd name="T114" fmla="*/ 104 w 779"/>
                      <a:gd name="T115" fmla="*/ 158 h 848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w 779"/>
                      <a:gd name="T175" fmla="*/ 0 h 848"/>
                      <a:gd name="T176" fmla="*/ 779 w 779"/>
                      <a:gd name="T177" fmla="*/ 848 h 848"/>
                    </a:gdLst>
                    <a:ahLst/>
                    <a:cxnLst>
                      <a:cxn ang="T116">
                        <a:pos x="T0" y="T1"/>
                      </a:cxn>
                      <a:cxn ang="T117">
                        <a:pos x="T2" y="T3"/>
                      </a:cxn>
                      <a:cxn ang="T118">
                        <a:pos x="T4" y="T5"/>
                      </a:cxn>
                      <a:cxn ang="T119">
                        <a:pos x="T6" y="T7"/>
                      </a:cxn>
                      <a:cxn ang="T120">
                        <a:pos x="T8" y="T9"/>
                      </a:cxn>
                      <a:cxn ang="T121">
                        <a:pos x="T10" y="T11"/>
                      </a:cxn>
                      <a:cxn ang="T122">
                        <a:pos x="T12" y="T13"/>
                      </a:cxn>
                      <a:cxn ang="T123">
                        <a:pos x="T14" y="T15"/>
                      </a:cxn>
                      <a:cxn ang="T124">
                        <a:pos x="T16" y="T17"/>
                      </a:cxn>
                      <a:cxn ang="T125">
                        <a:pos x="T18" y="T19"/>
                      </a:cxn>
                      <a:cxn ang="T126">
                        <a:pos x="T20" y="T21"/>
                      </a:cxn>
                      <a:cxn ang="T127">
                        <a:pos x="T22" y="T23"/>
                      </a:cxn>
                      <a:cxn ang="T128">
                        <a:pos x="T24" y="T25"/>
                      </a:cxn>
                      <a:cxn ang="T129">
                        <a:pos x="T26" y="T27"/>
                      </a:cxn>
                      <a:cxn ang="T130">
                        <a:pos x="T28" y="T29"/>
                      </a:cxn>
                      <a:cxn ang="T131">
                        <a:pos x="T30" y="T31"/>
                      </a:cxn>
                      <a:cxn ang="T132">
                        <a:pos x="T32" y="T33"/>
                      </a:cxn>
                      <a:cxn ang="T133">
                        <a:pos x="T34" y="T35"/>
                      </a:cxn>
                      <a:cxn ang="T134">
                        <a:pos x="T36" y="T37"/>
                      </a:cxn>
                      <a:cxn ang="T135">
                        <a:pos x="T38" y="T39"/>
                      </a:cxn>
                      <a:cxn ang="T136">
                        <a:pos x="T40" y="T41"/>
                      </a:cxn>
                      <a:cxn ang="T137">
                        <a:pos x="T42" y="T43"/>
                      </a:cxn>
                      <a:cxn ang="T138">
                        <a:pos x="T44" y="T45"/>
                      </a:cxn>
                      <a:cxn ang="T139">
                        <a:pos x="T46" y="T47"/>
                      </a:cxn>
                      <a:cxn ang="T140">
                        <a:pos x="T48" y="T49"/>
                      </a:cxn>
                      <a:cxn ang="T141">
                        <a:pos x="T50" y="T51"/>
                      </a:cxn>
                      <a:cxn ang="T142">
                        <a:pos x="T52" y="T53"/>
                      </a:cxn>
                      <a:cxn ang="T143">
                        <a:pos x="T54" y="T55"/>
                      </a:cxn>
                      <a:cxn ang="T144">
                        <a:pos x="T56" y="T57"/>
                      </a:cxn>
                      <a:cxn ang="T145">
                        <a:pos x="T58" y="T59"/>
                      </a:cxn>
                      <a:cxn ang="T146">
                        <a:pos x="T60" y="T61"/>
                      </a:cxn>
                      <a:cxn ang="T147">
                        <a:pos x="T62" y="T63"/>
                      </a:cxn>
                      <a:cxn ang="T148">
                        <a:pos x="T64" y="T65"/>
                      </a:cxn>
                      <a:cxn ang="T149">
                        <a:pos x="T66" y="T67"/>
                      </a:cxn>
                      <a:cxn ang="T150">
                        <a:pos x="T68" y="T69"/>
                      </a:cxn>
                      <a:cxn ang="T151">
                        <a:pos x="T70" y="T71"/>
                      </a:cxn>
                      <a:cxn ang="T152">
                        <a:pos x="T72" y="T73"/>
                      </a:cxn>
                      <a:cxn ang="T153">
                        <a:pos x="T74" y="T75"/>
                      </a:cxn>
                      <a:cxn ang="T154">
                        <a:pos x="T76" y="T77"/>
                      </a:cxn>
                      <a:cxn ang="T155">
                        <a:pos x="T78" y="T79"/>
                      </a:cxn>
                      <a:cxn ang="T156">
                        <a:pos x="T80" y="T81"/>
                      </a:cxn>
                      <a:cxn ang="T157">
                        <a:pos x="T82" y="T83"/>
                      </a:cxn>
                      <a:cxn ang="T158">
                        <a:pos x="T84" y="T85"/>
                      </a:cxn>
                      <a:cxn ang="T159">
                        <a:pos x="T86" y="T87"/>
                      </a:cxn>
                      <a:cxn ang="T160">
                        <a:pos x="T88" y="T89"/>
                      </a:cxn>
                      <a:cxn ang="T161">
                        <a:pos x="T90" y="T91"/>
                      </a:cxn>
                      <a:cxn ang="T162">
                        <a:pos x="T92" y="T93"/>
                      </a:cxn>
                      <a:cxn ang="T163">
                        <a:pos x="T94" y="T95"/>
                      </a:cxn>
                      <a:cxn ang="T164">
                        <a:pos x="T96" y="T97"/>
                      </a:cxn>
                      <a:cxn ang="T165">
                        <a:pos x="T98" y="T99"/>
                      </a:cxn>
                      <a:cxn ang="T166">
                        <a:pos x="T100" y="T101"/>
                      </a:cxn>
                      <a:cxn ang="T167">
                        <a:pos x="T102" y="T103"/>
                      </a:cxn>
                      <a:cxn ang="T168">
                        <a:pos x="T104" y="T105"/>
                      </a:cxn>
                      <a:cxn ang="T169">
                        <a:pos x="T106" y="T107"/>
                      </a:cxn>
                      <a:cxn ang="T170">
                        <a:pos x="T108" y="T109"/>
                      </a:cxn>
                      <a:cxn ang="T171">
                        <a:pos x="T110" y="T111"/>
                      </a:cxn>
                      <a:cxn ang="T172">
                        <a:pos x="T112" y="T113"/>
                      </a:cxn>
                      <a:cxn ang="T173">
                        <a:pos x="T114" y="T115"/>
                      </a:cxn>
                    </a:cxnLst>
                    <a:rect l="T174" t="T175" r="T176" b="T177"/>
                    <a:pathLst>
                      <a:path w="779" h="848">
                        <a:moveTo>
                          <a:pt x="779" y="848"/>
                        </a:moveTo>
                        <a:cubicBezTo>
                          <a:pt x="760" y="765"/>
                          <a:pt x="733" y="739"/>
                          <a:pt x="652" y="713"/>
                        </a:cubicBezTo>
                        <a:cubicBezTo>
                          <a:pt x="659" y="710"/>
                          <a:pt x="666" y="704"/>
                          <a:pt x="674" y="705"/>
                        </a:cubicBezTo>
                        <a:cubicBezTo>
                          <a:pt x="690" y="707"/>
                          <a:pt x="719" y="720"/>
                          <a:pt x="719" y="720"/>
                        </a:cubicBezTo>
                        <a:cubicBezTo>
                          <a:pt x="724" y="728"/>
                          <a:pt x="725" y="743"/>
                          <a:pt x="734" y="743"/>
                        </a:cubicBezTo>
                        <a:cubicBezTo>
                          <a:pt x="742" y="743"/>
                          <a:pt x="730" y="728"/>
                          <a:pt x="727" y="720"/>
                        </a:cubicBezTo>
                        <a:cubicBezTo>
                          <a:pt x="720" y="698"/>
                          <a:pt x="712" y="675"/>
                          <a:pt x="704" y="653"/>
                        </a:cubicBezTo>
                        <a:cubicBezTo>
                          <a:pt x="707" y="633"/>
                          <a:pt x="708" y="613"/>
                          <a:pt x="712" y="593"/>
                        </a:cubicBezTo>
                        <a:cubicBezTo>
                          <a:pt x="713" y="585"/>
                          <a:pt x="726" y="574"/>
                          <a:pt x="719" y="570"/>
                        </a:cubicBezTo>
                        <a:cubicBezTo>
                          <a:pt x="711" y="566"/>
                          <a:pt x="704" y="580"/>
                          <a:pt x="697" y="585"/>
                        </a:cubicBezTo>
                        <a:cubicBezTo>
                          <a:pt x="692" y="593"/>
                          <a:pt x="691" y="608"/>
                          <a:pt x="682" y="608"/>
                        </a:cubicBezTo>
                        <a:cubicBezTo>
                          <a:pt x="672" y="608"/>
                          <a:pt x="663" y="568"/>
                          <a:pt x="659" y="563"/>
                        </a:cubicBezTo>
                        <a:cubicBezTo>
                          <a:pt x="642" y="537"/>
                          <a:pt x="639" y="541"/>
                          <a:pt x="614" y="533"/>
                        </a:cubicBezTo>
                        <a:cubicBezTo>
                          <a:pt x="642" y="515"/>
                          <a:pt x="641" y="500"/>
                          <a:pt x="659" y="473"/>
                        </a:cubicBezTo>
                        <a:cubicBezTo>
                          <a:pt x="662" y="453"/>
                          <a:pt x="663" y="433"/>
                          <a:pt x="667" y="413"/>
                        </a:cubicBezTo>
                        <a:cubicBezTo>
                          <a:pt x="668" y="405"/>
                          <a:pt x="681" y="394"/>
                          <a:pt x="674" y="390"/>
                        </a:cubicBezTo>
                        <a:cubicBezTo>
                          <a:pt x="666" y="386"/>
                          <a:pt x="659" y="400"/>
                          <a:pt x="652" y="405"/>
                        </a:cubicBezTo>
                        <a:cubicBezTo>
                          <a:pt x="632" y="464"/>
                          <a:pt x="640" y="434"/>
                          <a:pt x="629" y="495"/>
                        </a:cubicBezTo>
                        <a:cubicBezTo>
                          <a:pt x="581" y="480"/>
                          <a:pt x="585" y="432"/>
                          <a:pt x="524" y="413"/>
                        </a:cubicBezTo>
                        <a:cubicBezTo>
                          <a:pt x="502" y="415"/>
                          <a:pt x="479" y="420"/>
                          <a:pt x="457" y="420"/>
                        </a:cubicBezTo>
                        <a:cubicBezTo>
                          <a:pt x="449" y="420"/>
                          <a:pt x="471" y="414"/>
                          <a:pt x="479" y="413"/>
                        </a:cubicBezTo>
                        <a:cubicBezTo>
                          <a:pt x="499" y="409"/>
                          <a:pt x="519" y="408"/>
                          <a:pt x="539" y="405"/>
                        </a:cubicBezTo>
                        <a:cubicBezTo>
                          <a:pt x="546" y="359"/>
                          <a:pt x="543" y="363"/>
                          <a:pt x="554" y="330"/>
                        </a:cubicBezTo>
                        <a:cubicBezTo>
                          <a:pt x="554" y="329"/>
                          <a:pt x="570" y="286"/>
                          <a:pt x="569" y="285"/>
                        </a:cubicBezTo>
                        <a:cubicBezTo>
                          <a:pt x="563" y="279"/>
                          <a:pt x="554" y="290"/>
                          <a:pt x="547" y="293"/>
                        </a:cubicBezTo>
                        <a:cubicBezTo>
                          <a:pt x="543" y="303"/>
                          <a:pt x="522" y="355"/>
                          <a:pt x="517" y="360"/>
                        </a:cubicBezTo>
                        <a:cubicBezTo>
                          <a:pt x="511" y="366"/>
                          <a:pt x="502" y="365"/>
                          <a:pt x="494" y="368"/>
                        </a:cubicBezTo>
                        <a:cubicBezTo>
                          <a:pt x="453" y="357"/>
                          <a:pt x="460" y="346"/>
                          <a:pt x="427" y="323"/>
                        </a:cubicBezTo>
                        <a:cubicBezTo>
                          <a:pt x="407" y="265"/>
                          <a:pt x="340" y="300"/>
                          <a:pt x="292" y="315"/>
                        </a:cubicBezTo>
                        <a:cubicBezTo>
                          <a:pt x="284" y="320"/>
                          <a:pt x="269" y="321"/>
                          <a:pt x="269" y="330"/>
                        </a:cubicBezTo>
                        <a:cubicBezTo>
                          <a:pt x="269" y="338"/>
                          <a:pt x="284" y="325"/>
                          <a:pt x="292" y="323"/>
                        </a:cubicBezTo>
                        <a:cubicBezTo>
                          <a:pt x="302" y="320"/>
                          <a:pt x="312" y="318"/>
                          <a:pt x="322" y="315"/>
                        </a:cubicBezTo>
                        <a:cubicBezTo>
                          <a:pt x="337" y="310"/>
                          <a:pt x="367" y="300"/>
                          <a:pt x="367" y="300"/>
                        </a:cubicBezTo>
                        <a:cubicBezTo>
                          <a:pt x="394" y="261"/>
                          <a:pt x="383" y="293"/>
                          <a:pt x="359" y="263"/>
                        </a:cubicBezTo>
                        <a:cubicBezTo>
                          <a:pt x="354" y="257"/>
                          <a:pt x="354" y="248"/>
                          <a:pt x="352" y="240"/>
                        </a:cubicBezTo>
                        <a:cubicBezTo>
                          <a:pt x="359" y="218"/>
                          <a:pt x="368" y="196"/>
                          <a:pt x="374" y="173"/>
                        </a:cubicBezTo>
                        <a:cubicBezTo>
                          <a:pt x="377" y="163"/>
                          <a:pt x="389" y="150"/>
                          <a:pt x="382" y="143"/>
                        </a:cubicBezTo>
                        <a:cubicBezTo>
                          <a:pt x="376" y="137"/>
                          <a:pt x="367" y="153"/>
                          <a:pt x="359" y="158"/>
                        </a:cubicBezTo>
                        <a:cubicBezTo>
                          <a:pt x="343" y="182"/>
                          <a:pt x="324" y="198"/>
                          <a:pt x="314" y="225"/>
                        </a:cubicBezTo>
                        <a:cubicBezTo>
                          <a:pt x="296" y="219"/>
                          <a:pt x="283" y="217"/>
                          <a:pt x="269" y="203"/>
                        </a:cubicBezTo>
                        <a:cubicBezTo>
                          <a:pt x="263" y="197"/>
                          <a:pt x="262" y="185"/>
                          <a:pt x="254" y="180"/>
                        </a:cubicBezTo>
                        <a:cubicBezTo>
                          <a:pt x="245" y="174"/>
                          <a:pt x="234" y="175"/>
                          <a:pt x="224" y="173"/>
                        </a:cubicBezTo>
                        <a:cubicBezTo>
                          <a:pt x="186" y="185"/>
                          <a:pt x="189" y="192"/>
                          <a:pt x="164" y="218"/>
                        </a:cubicBezTo>
                        <a:cubicBezTo>
                          <a:pt x="150" y="232"/>
                          <a:pt x="133" y="242"/>
                          <a:pt x="119" y="255"/>
                        </a:cubicBezTo>
                        <a:cubicBezTo>
                          <a:pt x="113" y="275"/>
                          <a:pt x="113" y="289"/>
                          <a:pt x="89" y="300"/>
                        </a:cubicBezTo>
                        <a:cubicBezTo>
                          <a:pt x="63" y="312"/>
                          <a:pt x="34" y="313"/>
                          <a:pt x="7" y="323"/>
                        </a:cubicBezTo>
                        <a:cubicBezTo>
                          <a:pt x="0" y="326"/>
                          <a:pt x="21" y="317"/>
                          <a:pt x="29" y="315"/>
                        </a:cubicBezTo>
                        <a:cubicBezTo>
                          <a:pt x="44" y="312"/>
                          <a:pt x="59" y="310"/>
                          <a:pt x="74" y="308"/>
                        </a:cubicBezTo>
                        <a:cubicBezTo>
                          <a:pt x="113" y="294"/>
                          <a:pt x="124" y="261"/>
                          <a:pt x="157" y="240"/>
                        </a:cubicBezTo>
                        <a:cubicBezTo>
                          <a:pt x="162" y="233"/>
                          <a:pt x="165" y="224"/>
                          <a:pt x="172" y="218"/>
                        </a:cubicBezTo>
                        <a:cubicBezTo>
                          <a:pt x="178" y="213"/>
                          <a:pt x="188" y="216"/>
                          <a:pt x="194" y="210"/>
                        </a:cubicBezTo>
                        <a:cubicBezTo>
                          <a:pt x="197" y="207"/>
                          <a:pt x="208" y="168"/>
                          <a:pt x="209" y="165"/>
                        </a:cubicBezTo>
                        <a:cubicBezTo>
                          <a:pt x="182" y="163"/>
                          <a:pt x="151" y="172"/>
                          <a:pt x="127" y="158"/>
                        </a:cubicBezTo>
                        <a:cubicBezTo>
                          <a:pt x="116" y="151"/>
                          <a:pt x="132" y="133"/>
                          <a:pt x="134" y="120"/>
                        </a:cubicBezTo>
                        <a:cubicBezTo>
                          <a:pt x="148" y="17"/>
                          <a:pt x="132" y="76"/>
                          <a:pt x="157" y="0"/>
                        </a:cubicBezTo>
                        <a:cubicBezTo>
                          <a:pt x="174" y="56"/>
                          <a:pt x="145" y="35"/>
                          <a:pt x="127" y="90"/>
                        </a:cubicBezTo>
                        <a:cubicBezTo>
                          <a:pt x="122" y="105"/>
                          <a:pt x="117" y="120"/>
                          <a:pt x="112" y="135"/>
                        </a:cubicBezTo>
                        <a:cubicBezTo>
                          <a:pt x="109" y="143"/>
                          <a:pt x="104" y="158"/>
                          <a:pt x="104" y="158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74" name="Group 209"/>
                <p:cNvGrpSpPr>
                  <a:grpSpLocks/>
                </p:cNvGrpSpPr>
                <p:nvPr/>
              </p:nvGrpSpPr>
              <p:grpSpPr bwMode="auto">
                <a:xfrm flipH="1">
                  <a:off x="5725" y="924"/>
                  <a:ext cx="455" cy="1381"/>
                  <a:chOff x="8169" y="739"/>
                  <a:chExt cx="455" cy="1381"/>
                </a:xfrm>
              </p:grpSpPr>
              <p:sp>
                <p:nvSpPr>
                  <p:cNvPr id="105" name="Freeform 210"/>
                  <p:cNvSpPr>
                    <a:spLocks/>
                  </p:cNvSpPr>
                  <p:nvPr/>
                </p:nvSpPr>
                <p:spPr bwMode="auto">
                  <a:xfrm>
                    <a:off x="8190" y="773"/>
                    <a:ext cx="263" cy="1347"/>
                  </a:xfrm>
                  <a:custGeom>
                    <a:avLst/>
                    <a:gdLst>
                      <a:gd name="T0" fmla="*/ 68 w 263"/>
                      <a:gd name="T1" fmla="*/ 1312 h 1347"/>
                      <a:gd name="T2" fmla="*/ 30 w 263"/>
                      <a:gd name="T3" fmla="*/ 1245 h 1347"/>
                      <a:gd name="T4" fmla="*/ 0 w 263"/>
                      <a:gd name="T5" fmla="*/ 795 h 1347"/>
                      <a:gd name="T6" fmla="*/ 23 w 263"/>
                      <a:gd name="T7" fmla="*/ 397 h 1347"/>
                      <a:gd name="T8" fmla="*/ 83 w 263"/>
                      <a:gd name="T9" fmla="*/ 315 h 1347"/>
                      <a:gd name="T10" fmla="*/ 180 w 263"/>
                      <a:gd name="T11" fmla="*/ 135 h 1347"/>
                      <a:gd name="T12" fmla="*/ 248 w 263"/>
                      <a:gd name="T13" fmla="*/ 22 h 1347"/>
                      <a:gd name="T14" fmla="*/ 255 w 263"/>
                      <a:gd name="T15" fmla="*/ 0 h 1347"/>
                      <a:gd name="T16" fmla="*/ 263 w 263"/>
                      <a:gd name="T17" fmla="*/ 22 h 1347"/>
                      <a:gd name="T18" fmla="*/ 240 w 263"/>
                      <a:gd name="T19" fmla="*/ 262 h 1347"/>
                      <a:gd name="T20" fmla="*/ 225 w 263"/>
                      <a:gd name="T21" fmla="*/ 547 h 1347"/>
                      <a:gd name="T22" fmla="*/ 195 w 263"/>
                      <a:gd name="T23" fmla="*/ 990 h 1347"/>
                      <a:gd name="T24" fmla="*/ 165 w 263"/>
                      <a:gd name="T25" fmla="*/ 1117 h 1347"/>
                      <a:gd name="T26" fmla="*/ 135 w 263"/>
                      <a:gd name="T27" fmla="*/ 1215 h 1347"/>
                      <a:gd name="T28" fmla="*/ 98 w 263"/>
                      <a:gd name="T29" fmla="*/ 1282 h 1347"/>
                      <a:gd name="T30" fmla="*/ 68 w 263"/>
                      <a:gd name="T31" fmla="*/ 1312 h 1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63"/>
                      <a:gd name="T49" fmla="*/ 0 h 1347"/>
                      <a:gd name="T50" fmla="*/ 263 w 263"/>
                      <a:gd name="T51" fmla="*/ 1347 h 1347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63" h="1347">
                        <a:moveTo>
                          <a:pt x="68" y="1312"/>
                        </a:moveTo>
                        <a:cubicBezTo>
                          <a:pt x="34" y="1261"/>
                          <a:pt x="44" y="1284"/>
                          <a:pt x="30" y="1245"/>
                        </a:cubicBezTo>
                        <a:cubicBezTo>
                          <a:pt x="25" y="983"/>
                          <a:pt x="44" y="962"/>
                          <a:pt x="0" y="795"/>
                        </a:cubicBezTo>
                        <a:cubicBezTo>
                          <a:pt x="2" y="750"/>
                          <a:pt x="3" y="429"/>
                          <a:pt x="23" y="397"/>
                        </a:cubicBezTo>
                        <a:cubicBezTo>
                          <a:pt x="41" y="368"/>
                          <a:pt x="64" y="343"/>
                          <a:pt x="83" y="315"/>
                        </a:cubicBezTo>
                        <a:cubicBezTo>
                          <a:pt x="108" y="233"/>
                          <a:pt x="130" y="199"/>
                          <a:pt x="180" y="135"/>
                        </a:cubicBezTo>
                        <a:cubicBezTo>
                          <a:pt x="209" y="98"/>
                          <a:pt x="223" y="60"/>
                          <a:pt x="248" y="22"/>
                        </a:cubicBezTo>
                        <a:cubicBezTo>
                          <a:pt x="250" y="15"/>
                          <a:pt x="247" y="0"/>
                          <a:pt x="255" y="0"/>
                        </a:cubicBezTo>
                        <a:cubicBezTo>
                          <a:pt x="263" y="0"/>
                          <a:pt x="263" y="14"/>
                          <a:pt x="263" y="22"/>
                        </a:cubicBezTo>
                        <a:cubicBezTo>
                          <a:pt x="259" y="148"/>
                          <a:pt x="254" y="170"/>
                          <a:pt x="240" y="262"/>
                        </a:cubicBezTo>
                        <a:cubicBezTo>
                          <a:pt x="235" y="357"/>
                          <a:pt x="230" y="452"/>
                          <a:pt x="225" y="547"/>
                        </a:cubicBezTo>
                        <a:cubicBezTo>
                          <a:pt x="218" y="671"/>
                          <a:pt x="242" y="856"/>
                          <a:pt x="195" y="990"/>
                        </a:cubicBezTo>
                        <a:cubicBezTo>
                          <a:pt x="189" y="1035"/>
                          <a:pt x="176" y="1074"/>
                          <a:pt x="165" y="1117"/>
                        </a:cubicBezTo>
                        <a:cubicBezTo>
                          <a:pt x="159" y="1162"/>
                          <a:pt x="158" y="1179"/>
                          <a:pt x="135" y="1215"/>
                        </a:cubicBezTo>
                        <a:cubicBezTo>
                          <a:pt x="108" y="1295"/>
                          <a:pt x="137" y="1232"/>
                          <a:pt x="98" y="1282"/>
                        </a:cubicBezTo>
                        <a:cubicBezTo>
                          <a:pt x="65" y="1324"/>
                          <a:pt x="68" y="1347"/>
                          <a:pt x="68" y="1312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06" name="Freeform 211"/>
                  <p:cNvSpPr>
                    <a:spLocks/>
                  </p:cNvSpPr>
                  <p:nvPr/>
                </p:nvSpPr>
                <p:spPr bwMode="auto">
                  <a:xfrm>
                    <a:off x="8258" y="739"/>
                    <a:ext cx="366" cy="1361"/>
                  </a:xfrm>
                  <a:custGeom>
                    <a:avLst/>
                    <a:gdLst>
                      <a:gd name="T0" fmla="*/ 0 w 366"/>
                      <a:gd name="T1" fmla="*/ 1354 h 1361"/>
                      <a:gd name="T2" fmla="*/ 37 w 366"/>
                      <a:gd name="T3" fmla="*/ 1211 h 1361"/>
                      <a:gd name="T4" fmla="*/ 52 w 366"/>
                      <a:gd name="T5" fmla="*/ 1189 h 1361"/>
                      <a:gd name="T6" fmla="*/ 67 w 366"/>
                      <a:gd name="T7" fmla="*/ 1144 h 1361"/>
                      <a:gd name="T8" fmla="*/ 135 w 366"/>
                      <a:gd name="T9" fmla="*/ 739 h 1361"/>
                      <a:gd name="T10" fmla="*/ 142 w 366"/>
                      <a:gd name="T11" fmla="*/ 671 h 1361"/>
                      <a:gd name="T12" fmla="*/ 157 w 366"/>
                      <a:gd name="T13" fmla="*/ 491 h 1361"/>
                      <a:gd name="T14" fmla="*/ 165 w 366"/>
                      <a:gd name="T15" fmla="*/ 229 h 1361"/>
                      <a:gd name="T16" fmla="*/ 172 w 366"/>
                      <a:gd name="T17" fmla="*/ 206 h 1361"/>
                      <a:gd name="T18" fmla="*/ 217 w 366"/>
                      <a:gd name="T19" fmla="*/ 41 h 1361"/>
                      <a:gd name="T20" fmla="*/ 337 w 366"/>
                      <a:gd name="T21" fmla="*/ 26 h 1361"/>
                      <a:gd name="T22" fmla="*/ 315 w 366"/>
                      <a:gd name="T23" fmla="*/ 34 h 1361"/>
                      <a:gd name="T24" fmla="*/ 292 w 366"/>
                      <a:gd name="T25" fmla="*/ 49 h 1361"/>
                      <a:gd name="T26" fmla="*/ 262 w 366"/>
                      <a:gd name="T27" fmla="*/ 94 h 1361"/>
                      <a:gd name="T28" fmla="*/ 247 w 366"/>
                      <a:gd name="T29" fmla="*/ 116 h 1361"/>
                      <a:gd name="T30" fmla="*/ 322 w 366"/>
                      <a:gd name="T31" fmla="*/ 386 h 1361"/>
                      <a:gd name="T32" fmla="*/ 352 w 366"/>
                      <a:gd name="T33" fmla="*/ 544 h 1361"/>
                      <a:gd name="T34" fmla="*/ 352 w 366"/>
                      <a:gd name="T35" fmla="*/ 844 h 1361"/>
                      <a:gd name="T36" fmla="*/ 300 w 366"/>
                      <a:gd name="T37" fmla="*/ 956 h 1361"/>
                      <a:gd name="T38" fmla="*/ 225 w 366"/>
                      <a:gd name="T39" fmla="*/ 1099 h 1361"/>
                      <a:gd name="T40" fmla="*/ 210 w 366"/>
                      <a:gd name="T41" fmla="*/ 1144 h 1361"/>
                      <a:gd name="T42" fmla="*/ 30 w 366"/>
                      <a:gd name="T43" fmla="*/ 1331 h 1361"/>
                      <a:gd name="T44" fmla="*/ 0 w 366"/>
                      <a:gd name="T45" fmla="*/ 1354 h 1361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366"/>
                      <a:gd name="T70" fmla="*/ 0 h 1361"/>
                      <a:gd name="T71" fmla="*/ 366 w 366"/>
                      <a:gd name="T72" fmla="*/ 1361 h 1361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366" h="1361">
                        <a:moveTo>
                          <a:pt x="0" y="1354"/>
                        </a:moveTo>
                        <a:cubicBezTo>
                          <a:pt x="11" y="1307"/>
                          <a:pt x="16" y="1255"/>
                          <a:pt x="37" y="1211"/>
                        </a:cubicBezTo>
                        <a:cubicBezTo>
                          <a:pt x="41" y="1203"/>
                          <a:pt x="48" y="1197"/>
                          <a:pt x="52" y="1189"/>
                        </a:cubicBezTo>
                        <a:cubicBezTo>
                          <a:pt x="58" y="1175"/>
                          <a:pt x="67" y="1144"/>
                          <a:pt x="67" y="1144"/>
                        </a:cubicBezTo>
                        <a:cubicBezTo>
                          <a:pt x="88" y="1007"/>
                          <a:pt x="99" y="873"/>
                          <a:pt x="135" y="739"/>
                        </a:cubicBezTo>
                        <a:cubicBezTo>
                          <a:pt x="137" y="716"/>
                          <a:pt x="140" y="694"/>
                          <a:pt x="142" y="671"/>
                        </a:cubicBezTo>
                        <a:cubicBezTo>
                          <a:pt x="147" y="611"/>
                          <a:pt x="157" y="491"/>
                          <a:pt x="157" y="491"/>
                        </a:cubicBezTo>
                        <a:cubicBezTo>
                          <a:pt x="160" y="404"/>
                          <a:pt x="160" y="316"/>
                          <a:pt x="165" y="229"/>
                        </a:cubicBezTo>
                        <a:cubicBezTo>
                          <a:pt x="165" y="221"/>
                          <a:pt x="171" y="214"/>
                          <a:pt x="172" y="206"/>
                        </a:cubicBezTo>
                        <a:cubicBezTo>
                          <a:pt x="180" y="160"/>
                          <a:pt x="167" y="59"/>
                          <a:pt x="217" y="41"/>
                        </a:cubicBezTo>
                        <a:cubicBezTo>
                          <a:pt x="260" y="0"/>
                          <a:pt x="241" y="7"/>
                          <a:pt x="337" y="26"/>
                        </a:cubicBezTo>
                        <a:cubicBezTo>
                          <a:pt x="345" y="28"/>
                          <a:pt x="322" y="30"/>
                          <a:pt x="315" y="34"/>
                        </a:cubicBezTo>
                        <a:cubicBezTo>
                          <a:pt x="307" y="38"/>
                          <a:pt x="300" y="44"/>
                          <a:pt x="292" y="49"/>
                        </a:cubicBezTo>
                        <a:cubicBezTo>
                          <a:pt x="282" y="64"/>
                          <a:pt x="272" y="79"/>
                          <a:pt x="262" y="94"/>
                        </a:cubicBezTo>
                        <a:cubicBezTo>
                          <a:pt x="257" y="101"/>
                          <a:pt x="247" y="116"/>
                          <a:pt x="247" y="116"/>
                        </a:cubicBezTo>
                        <a:cubicBezTo>
                          <a:pt x="258" y="210"/>
                          <a:pt x="293" y="296"/>
                          <a:pt x="322" y="386"/>
                        </a:cubicBezTo>
                        <a:cubicBezTo>
                          <a:pt x="338" y="437"/>
                          <a:pt x="340" y="492"/>
                          <a:pt x="352" y="544"/>
                        </a:cubicBezTo>
                        <a:cubicBezTo>
                          <a:pt x="366" y="683"/>
                          <a:pt x="365" y="638"/>
                          <a:pt x="352" y="844"/>
                        </a:cubicBezTo>
                        <a:cubicBezTo>
                          <a:pt x="350" y="868"/>
                          <a:pt x="311" y="924"/>
                          <a:pt x="300" y="956"/>
                        </a:cubicBezTo>
                        <a:cubicBezTo>
                          <a:pt x="282" y="1010"/>
                          <a:pt x="256" y="1051"/>
                          <a:pt x="225" y="1099"/>
                        </a:cubicBezTo>
                        <a:cubicBezTo>
                          <a:pt x="214" y="1115"/>
                          <a:pt x="219" y="1127"/>
                          <a:pt x="210" y="1144"/>
                        </a:cubicBezTo>
                        <a:cubicBezTo>
                          <a:pt x="171" y="1216"/>
                          <a:pt x="95" y="1287"/>
                          <a:pt x="30" y="1331"/>
                        </a:cubicBezTo>
                        <a:cubicBezTo>
                          <a:pt x="20" y="1361"/>
                          <a:pt x="30" y="1354"/>
                          <a:pt x="0" y="1354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07" name="Freeform 212"/>
                  <p:cNvSpPr>
                    <a:spLocks/>
                  </p:cNvSpPr>
                  <p:nvPr/>
                </p:nvSpPr>
                <p:spPr bwMode="auto">
                  <a:xfrm>
                    <a:off x="8169" y="887"/>
                    <a:ext cx="360" cy="1176"/>
                  </a:xfrm>
                  <a:custGeom>
                    <a:avLst/>
                    <a:gdLst>
                      <a:gd name="T0" fmla="*/ 89 w 360"/>
                      <a:gd name="T1" fmla="*/ 1176 h 1176"/>
                      <a:gd name="T2" fmla="*/ 111 w 360"/>
                      <a:gd name="T3" fmla="*/ 1093 h 1176"/>
                      <a:gd name="T4" fmla="*/ 134 w 360"/>
                      <a:gd name="T5" fmla="*/ 1056 h 1176"/>
                      <a:gd name="T6" fmla="*/ 156 w 360"/>
                      <a:gd name="T7" fmla="*/ 1033 h 1176"/>
                      <a:gd name="T8" fmla="*/ 164 w 360"/>
                      <a:gd name="T9" fmla="*/ 1011 h 1176"/>
                      <a:gd name="T10" fmla="*/ 194 w 360"/>
                      <a:gd name="T11" fmla="*/ 996 h 1176"/>
                      <a:gd name="T12" fmla="*/ 239 w 360"/>
                      <a:gd name="T13" fmla="*/ 988 h 1176"/>
                      <a:gd name="T14" fmla="*/ 179 w 360"/>
                      <a:gd name="T15" fmla="*/ 996 h 1176"/>
                      <a:gd name="T16" fmla="*/ 156 w 360"/>
                      <a:gd name="T17" fmla="*/ 1003 h 1176"/>
                      <a:gd name="T18" fmla="*/ 149 w 360"/>
                      <a:gd name="T19" fmla="*/ 981 h 1176"/>
                      <a:gd name="T20" fmla="*/ 171 w 360"/>
                      <a:gd name="T21" fmla="*/ 906 h 1176"/>
                      <a:gd name="T22" fmla="*/ 164 w 360"/>
                      <a:gd name="T23" fmla="*/ 876 h 1176"/>
                      <a:gd name="T24" fmla="*/ 164 w 360"/>
                      <a:gd name="T25" fmla="*/ 861 h 1176"/>
                      <a:gd name="T26" fmla="*/ 171 w 360"/>
                      <a:gd name="T27" fmla="*/ 838 h 1176"/>
                      <a:gd name="T28" fmla="*/ 269 w 360"/>
                      <a:gd name="T29" fmla="*/ 778 h 1176"/>
                      <a:gd name="T30" fmla="*/ 299 w 360"/>
                      <a:gd name="T31" fmla="*/ 831 h 1176"/>
                      <a:gd name="T32" fmla="*/ 201 w 360"/>
                      <a:gd name="T33" fmla="*/ 771 h 1176"/>
                      <a:gd name="T34" fmla="*/ 231 w 360"/>
                      <a:gd name="T35" fmla="*/ 613 h 1176"/>
                      <a:gd name="T36" fmla="*/ 314 w 360"/>
                      <a:gd name="T37" fmla="*/ 636 h 1176"/>
                      <a:gd name="T38" fmla="*/ 321 w 360"/>
                      <a:gd name="T39" fmla="*/ 658 h 1176"/>
                      <a:gd name="T40" fmla="*/ 314 w 360"/>
                      <a:gd name="T41" fmla="*/ 673 h 1176"/>
                      <a:gd name="T42" fmla="*/ 216 w 360"/>
                      <a:gd name="T43" fmla="*/ 606 h 1176"/>
                      <a:gd name="T44" fmla="*/ 164 w 360"/>
                      <a:gd name="T45" fmla="*/ 538 h 1176"/>
                      <a:gd name="T46" fmla="*/ 239 w 360"/>
                      <a:gd name="T47" fmla="*/ 561 h 1176"/>
                      <a:gd name="T48" fmla="*/ 201 w 360"/>
                      <a:gd name="T49" fmla="*/ 456 h 1176"/>
                      <a:gd name="T50" fmla="*/ 246 w 360"/>
                      <a:gd name="T51" fmla="*/ 426 h 1176"/>
                      <a:gd name="T52" fmla="*/ 291 w 360"/>
                      <a:gd name="T53" fmla="*/ 411 h 1176"/>
                      <a:gd name="T54" fmla="*/ 344 w 360"/>
                      <a:gd name="T55" fmla="*/ 381 h 1176"/>
                      <a:gd name="T56" fmla="*/ 321 w 360"/>
                      <a:gd name="T57" fmla="*/ 388 h 1176"/>
                      <a:gd name="T58" fmla="*/ 276 w 360"/>
                      <a:gd name="T59" fmla="*/ 403 h 1176"/>
                      <a:gd name="T60" fmla="*/ 231 w 360"/>
                      <a:gd name="T61" fmla="*/ 426 h 1176"/>
                      <a:gd name="T62" fmla="*/ 194 w 360"/>
                      <a:gd name="T63" fmla="*/ 336 h 1176"/>
                      <a:gd name="T64" fmla="*/ 141 w 360"/>
                      <a:gd name="T65" fmla="*/ 313 h 1176"/>
                      <a:gd name="T66" fmla="*/ 111 w 360"/>
                      <a:gd name="T67" fmla="*/ 306 h 1176"/>
                      <a:gd name="T68" fmla="*/ 156 w 360"/>
                      <a:gd name="T69" fmla="*/ 313 h 1176"/>
                      <a:gd name="T70" fmla="*/ 224 w 360"/>
                      <a:gd name="T71" fmla="*/ 351 h 1176"/>
                      <a:gd name="T72" fmla="*/ 246 w 360"/>
                      <a:gd name="T73" fmla="*/ 276 h 1176"/>
                      <a:gd name="T74" fmla="*/ 246 w 360"/>
                      <a:gd name="T75" fmla="*/ 246 h 1176"/>
                      <a:gd name="T76" fmla="*/ 201 w 360"/>
                      <a:gd name="T77" fmla="*/ 186 h 1176"/>
                      <a:gd name="T78" fmla="*/ 194 w 360"/>
                      <a:gd name="T79" fmla="*/ 156 h 1176"/>
                      <a:gd name="T80" fmla="*/ 224 w 360"/>
                      <a:gd name="T81" fmla="*/ 201 h 1176"/>
                      <a:gd name="T82" fmla="*/ 239 w 360"/>
                      <a:gd name="T83" fmla="*/ 178 h 1176"/>
                      <a:gd name="T84" fmla="*/ 246 w 360"/>
                      <a:gd name="T85" fmla="*/ 81 h 1176"/>
                      <a:gd name="T86" fmla="*/ 269 w 360"/>
                      <a:gd name="T87" fmla="*/ 36 h 1176"/>
                      <a:gd name="T88" fmla="*/ 284 w 360"/>
                      <a:gd name="T89" fmla="*/ 21 h 1176"/>
                      <a:gd name="T90" fmla="*/ 192 w 360"/>
                      <a:gd name="T91" fmla="*/ 17 h 117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360"/>
                      <a:gd name="T139" fmla="*/ 0 h 1176"/>
                      <a:gd name="T140" fmla="*/ 360 w 360"/>
                      <a:gd name="T141" fmla="*/ 1176 h 1176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360" h="1176">
                        <a:moveTo>
                          <a:pt x="89" y="1176"/>
                        </a:moveTo>
                        <a:cubicBezTo>
                          <a:pt x="94" y="1146"/>
                          <a:pt x="102" y="1121"/>
                          <a:pt x="111" y="1093"/>
                        </a:cubicBezTo>
                        <a:cubicBezTo>
                          <a:pt x="95" y="1043"/>
                          <a:pt x="22" y="1069"/>
                          <a:pt x="134" y="1056"/>
                        </a:cubicBezTo>
                        <a:cubicBezTo>
                          <a:pt x="141" y="1048"/>
                          <a:pt x="150" y="1042"/>
                          <a:pt x="156" y="1033"/>
                        </a:cubicBezTo>
                        <a:cubicBezTo>
                          <a:pt x="160" y="1027"/>
                          <a:pt x="158" y="1016"/>
                          <a:pt x="164" y="1011"/>
                        </a:cubicBezTo>
                        <a:cubicBezTo>
                          <a:pt x="172" y="1003"/>
                          <a:pt x="183" y="999"/>
                          <a:pt x="194" y="996"/>
                        </a:cubicBezTo>
                        <a:cubicBezTo>
                          <a:pt x="209" y="992"/>
                          <a:pt x="254" y="988"/>
                          <a:pt x="239" y="988"/>
                        </a:cubicBezTo>
                        <a:cubicBezTo>
                          <a:pt x="219" y="988"/>
                          <a:pt x="199" y="993"/>
                          <a:pt x="179" y="996"/>
                        </a:cubicBezTo>
                        <a:cubicBezTo>
                          <a:pt x="171" y="998"/>
                          <a:pt x="163" y="1007"/>
                          <a:pt x="156" y="1003"/>
                        </a:cubicBezTo>
                        <a:cubicBezTo>
                          <a:pt x="149" y="1000"/>
                          <a:pt x="149" y="989"/>
                          <a:pt x="149" y="981"/>
                        </a:cubicBezTo>
                        <a:cubicBezTo>
                          <a:pt x="149" y="931"/>
                          <a:pt x="150" y="937"/>
                          <a:pt x="171" y="906"/>
                        </a:cubicBezTo>
                        <a:cubicBezTo>
                          <a:pt x="169" y="896"/>
                          <a:pt x="173" y="880"/>
                          <a:pt x="164" y="876"/>
                        </a:cubicBezTo>
                        <a:cubicBezTo>
                          <a:pt x="128" y="859"/>
                          <a:pt x="0" y="876"/>
                          <a:pt x="164" y="861"/>
                        </a:cubicBezTo>
                        <a:cubicBezTo>
                          <a:pt x="166" y="853"/>
                          <a:pt x="170" y="846"/>
                          <a:pt x="171" y="838"/>
                        </a:cubicBezTo>
                        <a:cubicBezTo>
                          <a:pt x="187" y="741"/>
                          <a:pt x="151" y="769"/>
                          <a:pt x="269" y="778"/>
                        </a:cubicBezTo>
                        <a:cubicBezTo>
                          <a:pt x="278" y="792"/>
                          <a:pt x="360" y="873"/>
                          <a:pt x="299" y="831"/>
                        </a:cubicBezTo>
                        <a:cubicBezTo>
                          <a:pt x="280" y="776"/>
                          <a:pt x="258" y="779"/>
                          <a:pt x="201" y="771"/>
                        </a:cubicBezTo>
                        <a:cubicBezTo>
                          <a:pt x="195" y="722"/>
                          <a:pt x="185" y="644"/>
                          <a:pt x="231" y="613"/>
                        </a:cubicBezTo>
                        <a:cubicBezTo>
                          <a:pt x="254" y="616"/>
                          <a:pt x="295" y="613"/>
                          <a:pt x="314" y="636"/>
                        </a:cubicBezTo>
                        <a:cubicBezTo>
                          <a:pt x="319" y="642"/>
                          <a:pt x="318" y="651"/>
                          <a:pt x="321" y="658"/>
                        </a:cubicBezTo>
                        <a:cubicBezTo>
                          <a:pt x="334" y="685"/>
                          <a:pt x="350" y="686"/>
                          <a:pt x="314" y="673"/>
                        </a:cubicBezTo>
                        <a:cubicBezTo>
                          <a:pt x="275" y="615"/>
                          <a:pt x="280" y="625"/>
                          <a:pt x="216" y="606"/>
                        </a:cubicBezTo>
                        <a:cubicBezTo>
                          <a:pt x="207" y="541"/>
                          <a:pt x="213" y="556"/>
                          <a:pt x="164" y="538"/>
                        </a:cubicBezTo>
                        <a:cubicBezTo>
                          <a:pt x="177" y="580"/>
                          <a:pt x="199" y="567"/>
                          <a:pt x="239" y="561"/>
                        </a:cubicBezTo>
                        <a:cubicBezTo>
                          <a:pt x="229" y="524"/>
                          <a:pt x="214" y="492"/>
                          <a:pt x="201" y="456"/>
                        </a:cubicBezTo>
                        <a:cubicBezTo>
                          <a:pt x="216" y="446"/>
                          <a:pt x="231" y="436"/>
                          <a:pt x="246" y="426"/>
                        </a:cubicBezTo>
                        <a:cubicBezTo>
                          <a:pt x="259" y="417"/>
                          <a:pt x="291" y="411"/>
                          <a:pt x="291" y="411"/>
                        </a:cubicBezTo>
                        <a:cubicBezTo>
                          <a:pt x="308" y="400"/>
                          <a:pt x="331" y="396"/>
                          <a:pt x="344" y="381"/>
                        </a:cubicBezTo>
                        <a:cubicBezTo>
                          <a:pt x="349" y="375"/>
                          <a:pt x="329" y="385"/>
                          <a:pt x="321" y="388"/>
                        </a:cubicBezTo>
                        <a:cubicBezTo>
                          <a:pt x="261" y="408"/>
                          <a:pt x="338" y="384"/>
                          <a:pt x="276" y="403"/>
                        </a:cubicBezTo>
                        <a:cubicBezTo>
                          <a:pt x="259" y="414"/>
                          <a:pt x="235" y="432"/>
                          <a:pt x="231" y="426"/>
                        </a:cubicBezTo>
                        <a:cubicBezTo>
                          <a:pt x="201" y="381"/>
                          <a:pt x="243" y="364"/>
                          <a:pt x="194" y="336"/>
                        </a:cubicBezTo>
                        <a:cubicBezTo>
                          <a:pt x="177" y="326"/>
                          <a:pt x="160" y="318"/>
                          <a:pt x="141" y="313"/>
                        </a:cubicBezTo>
                        <a:cubicBezTo>
                          <a:pt x="131" y="310"/>
                          <a:pt x="101" y="306"/>
                          <a:pt x="111" y="306"/>
                        </a:cubicBezTo>
                        <a:cubicBezTo>
                          <a:pt x="126" y="306"/>
                          <a:pt x="141" y="311"/>
                          <a:pt x="156" y="313"/>
                        </a:cubicBezTo>
                        <a:cubicBezTo>
                          <a:pt x="208" y="348"/>
                          <a:pt x="184" y="337"/>
                          <a:pt x="224" y="351"/>
                        </a:cubicBezTo>
                        <a:cubicBezTo>
                          <a:pt x="252" y="309"/>
                          <a:pt x="232" y="346"/>
                          <a:pt x="246" y="276"/>
                        </a:cubicBezTo>
                        <a:cubicBezTo>
                          <a:pt x="253" y="243"/>
                          <a:pt x="296" y="213"/>
                          <a:pt x="246" y="246"/>
                        </a:cubicBezTo>
                        <a:cubicBezTo>
                          <a:pt x="220" y="228"/>
                          <a:pt x="219" y="212"/>
                          <a:pt x="201" y="186"/>
                        </a:cubicBezTo>
                        <a:cubicBezTo>
                          <a:pt x="199" y="176"/>
                          <a:pt x="185" y="150"/>
                          <a:pt x="194" y="156"/>
                        </a:cubicBezTo>
                        <a:cubicBezTo>
                          <a:pt x="209" y="166"/>
                          <a:pt x="224" y="201"/>
                          <a:pt x="224" y="201"/>
                        </a:cubicBezTo>
                        <a:cubicBezTo>
                          <a:pt x="229" y="193"/>
                          <a:pt x="237" y="187"/>
                          <a:pt x="239" y="178"/>
                        </a:cubicBezTo>
                        <a:cubicBezTo>
                          <a:pt x="245" y="146"/>
                          <a:pt x="234" y="111"/>
                          <a:pt x="246" y="81"/>
                        </a:cubicBezTo>
                        <a:cubicBezTo>
                          <a:pt x="264" y="34"/>
                          <a:pt x="341" y="0"/>
                          <a:pt x="269" y="36"/>
                        </a:cubicBezTo>
                        <a:cubicBezTo>
                          <a:pt x="269" y="36"/>
                          <a:pt x="279" y="26"/>
                          <a:pt x="284" y="21"/>
                        </a:cubicBezTo>
                        <a:lnTo>
                          <a:pt x="192" y="17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75" name="Group 213"/>
                <p:cNvGrpSpPr>
                  <a:grpSpLocks/>
                </p:cNvGrpSpPr>
                <p:nvPr/>
              </p:nvGrpSpPr>
              <p:grpSpPr bwMode="auto">
                <a:xfrm flipH="1">
                  <a:off x="6031" y="724"/>
                  <a:ext cx="597" cy="1445"/>
                  <a:chOff x="7721" y="539"/>
                  <a:chExt cx="597" cy="1445"/>
                </a:xfrm>
              </p:grpSpPr>
              <p:sp>
                <p:nvSpPr>
                  <p:cNvPr id="102" name="Freeform 214"/>
                  <p:cNvSpPr>
                    <a:spLocks/>
                  </p:cNvSpPr>
                  <p:nvPr/>
                </p:nvSpPr>
                <p:spPr bwMode="auto">
                  <a:xfrm>
                    <a:off x="7721" y="693"/>
                    <a:ext cx="492" cy="1210"/>
                  </a:xfrm>
                  <a:custGeom>
                    <a:avLst/>
                    <a:gdLst>
                      <a:gd name="T0" fmla="*/ 469 w 492"/>
                      <a:gd name="T1" fmla="*/ 1160 h 1210"/>
                      <a:gd name="T2" fmla="*/ 439 w 492"/>
                      <a:gd name="T3" fmla="*/ 1115 h 1210"/>
                      <a:gd name="T4" fmla="*/ 372 w 492"/>
                      <a:gd name="T5" fmla="*/ 1017 h 1210"/>
                      <a:gd name="T6" fmla="*/ 327 w 492"/>
                      <a:gd name="T7" fmla="*/ 950 h 1210"/>
                      <a:gd name="T8" fmla="*/ 319 w 492"/>
                      <a:gd name="T9" fmla="*/ 927 h 1210"/>
                      <a:gd name="T10" fmla="*/ 312 w 492"/>
                      <a:gd name="T11" fmla="*/ 867 h 1210"/>
                      <a:gd name="T12" fmla="*/ 297 w 492"/>
                      <a:gd name="T13" fmla="*/ 845 h 1210"/>
                      <a:gd name="T14" fmla="*/ 237 w 492"/>
                      <a:gd name="T15" fmla="*/ 740 h 1210"/>
                      <a:gd name="T16" fmla="*/ 207 w 492"/>
                      <a:gd name="T17" fmla="*/ 687 h 1210"/>
                      <a:gd name="T18" fmla="*/ 147 w 492"/>
                      <a:gd name="T19" fmla="*/ 627 h 1210"/>
                      <a:gd name="T20" fmla="*/ 19 w 492"/>
                      <a:gd name="T21" fmla="*/ 432 h 1210"/>
                      <a:gd name="T22" fmla="*/ 42 w 492"/>
                      <a:gd name="T23" fmla="*/ 95 h 1210"/>
                      <a:gd name="T24" fmla="*/ 49 w 492"/>
                      <a:gd name="T25" fmla="*/ 12 h 1210"/>
                      <a:gd name="T26" fmla="*/ 72 w 492"/>
                      <a:gd name="T27" fmla="*/ 5 h 1210"/>
                      <a:gd name="T28" fmla="*/ 102 w 492"/>
                      <a:gd name="T29" fmla="*/ 50 h 1210"/>
                      <a:gd name="T30" fmla="*/ 132 w 492"/>
                      <a:gd name="T31" fmla="*/ 117 h 1210"/>
                      <a:gd name="T32" fmla="*/ 222 w 492"/>
                      <a:gd name="T33" fmla="*/ 267 h 1210"/>
                      <a:gd name="T34" fmla="*/ 229 w 492"/>
                      <a:gd name="T35" fmla="*/ 290 h 1210"/>
                      <a:gd name="T36" fmla="*/ 244 w 492"/>
                      <a:gd name="T37" fmla="*/ 312 h 1210"/>
                      <a:gd name="T38" fmla="*/ 304 w 492"/>
                      <a:gd name="T39" fmla="*/ 440 h 1210"/>
                      <a:gd name="T40" fmla="*/ 357 w 492"/>
                      <a:gd name="T41" fmla="*/ 575 h 1210"/>
                      <a:gd name="T42" fmla="*/ 364 w 492"/>
                      <a:gd name="T43" fmla="*/ 635 h 1210"/>
                      <a:gd name="T44" fmla="*/ 394 w 492"/>
                      <a:gd name="T45" fmla="*/ 755 h 1210"/>
                      <a:gd name="T46" fmla="*/ 454 w 492"/>
                      <a:gd name="T47" fmla="*/ 920 h 1210"/>
                      <a:gd name="T48" fmla="*/ 484 w 492"/>
                      <a:gd name="T49" fmla="*/ 1197 h 1210"/>
                      <a:gd name="T50" fmla="*/ 469 w 492"/>
                      <a:gd name="T51" fmla="*/ 1160 h 1210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492"/>
                      <a:gd name="T79" fmla="*/ 0 h 1210"/>
                      <a:gd name="T80" fmla="*/ 492 w 492"/>
                      <a:gd name="T81" fmla="*/ 1210 h 1210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492" h="1210">
                        <a:moveTo>
                          <a:pt x="469" y="1160"/>
                        </a:moveTo>
                        <a:cubicBezTo>
                          <a:pt x="454" y="1111"/>
                          <a:pt x="474" y="1163"/>
                          <a:pt x="439" y="1115"/>
                        </a:cubicBezTo>
                        <a:cubicBezTo>
                          <a:pt x="415" y="1082"/>
                          <a:pt x="400" y="1047"/>
                          <a:pt x="372" y="1017"/>
                        </a:cubicBezTo>
                        <a:cubicBezTo>
                          <a:pt x="361" y="988"/>
                          <a:pt x="349" y="972"/>
                          <a:pt x="327" y="950"/>
                        </a:cubicBezTo>
                        <a:cubicBezTo>
                          <a:pt x="324" y="942"/>
                          <a:pt x="320" y="935"/>
                          <a:pt x="319" y="927"/>
                        </a:cubicBezTo>
                        <a:cubicBezTo>
                          <a:pt x="315" y="907"/>
                          <a:pt x="317" y="886"/>
                          <a:pt x="312" y="867"/>
                        </a:cubicBezTo>
                        <a:cubicBezTo>
                          <a:pt x="310" y="858"/>
                          <a:pt x="301" y="853"/>
                          <a:pt x="297" y="845"/>
                        </a:cubicBezTo>
                        <a:cubicBezTo>
                          <a:pt x="276" y="799"/>
                          <a:pt x="252" y="788"/>
                          <a:pt x="237" y="740"/>
                        </a:cubicBezTo>
                        <a:cubicBezTo>
                          <a:pt x="212" y="659"/>
                          <a:pt x="237" y="732"/>
                          <a:pt x="207" y="687"/>
                        </a:cubicBezTo>
                        <a:cubicBezTo>
                          <a:pt x="187" y="654"/>
                          <a:pt x="178" y="669"/>
                          <a:pt x="147" y="627"/>
                        </a:cubicBezTo>
                        <a:cubicBezTo>
                          <a:pt x="116" y="585"/>
                          <a:pt x="37" y="521"/>
                          <a:pt x="19" y="432"/>
                        </a:cubicBezTo>
                        <a:cubicBezTo>
                          <a:pt x="24" y="247"/>
                          <a:pt x="0" y="212"/>
                          <a:pt x="42" y="95"/>
                        </a:cubicBezTo>
                        <a:cubicBezTo>
                          <a:pt x="44" y="67"/>
                          <a:pt x="40" y="38"/>
                          <a:pt x="49" y="12"/>
                        </a:cubicBezTo>
                        <a:cubicBezTo>
                          <a:pt x="52" y="4"/>
                          <a:pt x="65" y="0"/>
                          <a:pt x="72" y="5"/>
                        </a:cubicBezTo>
                        <a:cubicBezTo>
                          <a:pt x="87" y="16"/>
                          <a:pt x="102" y="50"/>
                          <a:pt x="102" y="50"/>
                        </a:cubicBezTo>
                        <a:cubicBezTo>
                          <a:pt x="120" y="103"/>
                          <a:pt x="108" y="82"/>
                          <a:pt x="132" y="117"/>
                        </a:cubicBezTo>
                        <a:cubicBezTo>
                          <a:pt x="149" y="174"/>
                          <a:pt x="189" y="218"/>
                          <a:pt x="222" y="267"/>
                        </a:cubicBezTo>
                        <a:cubicBezTo>
                          <a:pt x="224" y="275"/>
                          <a:pt x="225" y="283"/>
                          <a:pt x="229" y="290"/>
                        </a:cubicBezTo>
                        <a:cubicBezTo>
                          <a:pt x="233" y="298"/>
                          <a:pt x="241" y="304"/>
                          <a:pt x="244" y="312"/>
                        </a:cubicBezTo>
                        <a:cubicBezTo>
                          <a:pt x="259" y="357"/>
                          <a:pt x="253" y="421"/>
                          <a:pt x="304" y="440"/>
                        </a:cubicBezTo>
                        <a:cubicBezTo>
                          <a:pt x="323" y="618"/>
                          <a:pt x="289" y="417"/>
                          <a:pt x="357" y="575"/>
                        </a:cubicBezTo>
                        <a:cubicBezTo>
                          <a:pt x="365" y="593"/>
                          <a:pt x="360" y="615"/>
                          <a:pt x="364" y="635"/>
                        </a:cubicBezTo>
                        <a:cubicBezTo>
                          <a:pt x="371" y="675"/>
                          <a:pt x="386" y="715"/>
                          <a:pt x="394" y="755"/>
                        </a:cubicBezTo>
                        <a:cubicBezTo>
                          <a:pt x="406" y="813"/>
                          <a:pt x="440" y="863"/>
                          <a:pt x="454" y="920"/>
                        </a:cubicBezTo>
                        <a:cubicBezTo>
                          <a:pt x="475" y="1005"/>
                          <a:pt x="492" y="1111"/>
                          <a:pt x="484" y="1197"/>
                        </a:cubicBezTo>
                        <a:cubicBezTo>
                          <a:pt x="483" y="1210"/>
                          <a:pt x="474" y="1172"/>
                          <a:pt x="469" y="1160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03" name="Freeform 215"/>
                  <p:cNvSpPr>
                    <a:spLocks/>
                  </p:cNvSpPr>
                  <p:nvPr/>
                </p:nvSpPr>
                <p:spPr bwMode="auto">
                  <a:xfrm>
                    <a:off x="7797" y="539"/>
                    <a:ext cx="521" cy="1445"/>
                  </a:xfrm>
                  <a:custGeom>
                    <a:avLst/>
                    <a:gdLst>
                      <a:gd name="T0" fmla="*/ 408 w 521"/>
                      <a:gd name="T1" fmla="*/ 1321 h 1445"/>
                      <a:gd name="T2" fmla="*/ 363 w 521"/>
                      <a:gd name="T3" fmla="*/ 1066 h 1445"/>
                      <a:gd name="T4" fmla="*/ 303 w 521"/>
                      <a:gd name="T5" fmla="*/ 916 h 1445"/>
                      <a:gd name="T6" fmla="*/ 258 w 521"/>
                      <a:gd name="T7" fmla="*/ 759 h 1445"/>
                      <a:gd name="T8" fmla="*/ 243 w 521"/>
                      <a:gd name="T9" fmla="*/ 676 h 1445"/>
                      <a:gd name="T10" fmla="*/ 228 w 521"/>
                      <a:gd name="T11" fmla="*/ 631 h 1445"/>
                      <a:gd name="T12" fmla="*/ 213 w 521"/>
                      <a:gd name="T13" fmla="*/ 601 h 1445"/>
                      <a:gd name="T14" fmla="*/ 168 w 521"/>
                      <a:gd name="T15" fmla="*/ 474 h 1445"/>
                      <a:gd name="T16" fmla="*/ 146 w 521"/>
                      <a:gd name="T17" fmla="*/ 429 h 1445"/>
                      <a:gd name="T18" fmla="*/ 86 w 521"/>
                      <a:gd name="T19" fmla="*/ 324 h 1445"/>
                      <a:gd name="T20" fmla="*/ 33 w 521"/>
                      <a:gd name="T21" fmla="*/ 256 h 1445"/>
                      <a:gd name="T22" fmla="*/ 3 w 521"/>
                      <a:gd name="T23" fmla="*/ 54 h 1445"/>
                      <a:gd name="T24" fmla="*/ 11 w 521"/>
                      <a:gd name="T25" fmla="*/ 9 h 1445"/>
                      <a:gd name="T26" fmla="*/ 48 w 521"/>
                      <a:gd name="T27" fmla="*/ 46 h 1445"/>
                      <a:gd name="T28" fmla="*/ 116 w 521"/>
                      <a:gd name="T29" fmla="*/ 91 h 1445"/>
                      <a:gd name="T30" fmla="*/ 161 w 521"/>
                      <a:gd name="T31" fmla="*/ 121 h 1445"/>
                      <a:gd name="T32" fmla="*/ 183 w 521"/>
                      <a:gd name="T33" fmla="*/ 136 h 1445"/>
                      <a:gd name="T34" fmla="*/ 281 w 521"/>
                      <a:gd name="T35" fmla="*/ 271 h 1445"/>
                      <a:gd name="T36" fmla="*/ 371 w 521"/>
                      <a:gd name="T37" fmla="*/ 406 h 1445"/>
                      <a:gd name="T38" fmla="*/ 446 w 521"/>
                      <a:gd name="T39" fmla="*/ 481 h 1445"/>
                      <a:gd name="T40" fmla="*/ 483 w 521"/>
                      <a:gd name="T41" fmla="*/ 519 h 1445"/>
                      <a:gd name="T42" fmla="*/ 521 w 521"/>
                      <a:gd name="T43" fmla="*/ 631 h 1445"/>
                      <a:gd name="T44" fmla="*/ 506 w 521"/>
                      <a:gd name="T45" fmla="*/ 1141 h 1445"/>
                      <a:gd name="T46" fmla="*/ 483 w 521"/>
                      <a:gd name="T47" fmla="*/ 1231 h 1445"/>
                      <a:gd name="T48" fmla="*/ 453 w 521"/>
                      <a:gd name="T49" fmla="*/ 1276 h 1445"/>
                      <a:gd name="T50" fmla="*/ 438 w 521"/>
                      <a:gd name="T51" fmla="*/ 1321 h 1445"/>
                      <a:gd name="T52" fmla="*/ 431 w 521"/>
                      <a:gd name="T53" fmla="*/ 1359 h 1445"/>
                      <a:gd name="T54" fmla="*/ 384 w 521"/>
                      <a:gd name="T55" fmla="*/ 1445 h 1445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w 521"/>
                      <a:gd name="T85" fmla="*/ 0 h 1445"/>
                      <a:gd name="T86" fmla="*/ 521 w 521"/>
                      <a:gd name="T87" fmla="*/ 1445 h 1445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T84" t="T85" r="T86" b="T87"/>
                    <a:pathLst>
                      <a:path w="521" h="1445">
                        <a:moveTo>
                          <a:pt x="408" y="1321"/>
                        </a:moveTo>
                        <a:cubicBezTo>
                          <a:pt x="406" y="1249"/>
                          <a:pt x="458" y="1091"/>
                          <a:pt x="363" y="1066"/>
                        </a:cubicBezTo>
                        <a:cubicBezTo>
                          <a:pt x="333" y="1022"/>
                          <a:pt x="319" y="967"/>
                          <a:pt x="303" y="916"/>
                        </a:cubicBezTo>
                        <a:cubicBezTo>
                          <a:pt x="287" y="864"/>
                          <a:pt x="269" y="812"/>
                          <a:pt x="258" y="759"/>
                        </a:cubicBezTo>
                        <a:cubicBezTo>
                          <a:pt x="250" y="721"/>
                          <a:pt x="253" y="712"/>
                          <a:pt x="243" y="676"/>
                        </a:cubicBezTo>
                        <a:cubicBezTo>
                          <a:pt x="239" y="661"/>
                          <a:pt x="235" y="645"/>
                          <a:pt x="228" y="631"/>
                        </a:cubicBezTo>
                        <a:cubicBezTo>
                          <a:pt x="223" y="621"/>
                          <a:pt x="217" y="612"/>
                          <a:pt x="213" y="601"/>
                        </a:cubicBezTo>
                        <a:cubicBezTo>
                          <a:pt x="198" y="556"/>
                          <a:pt x="195" y="514"/>
                          <a:pt x="168" y="474"/>
                        </a:cubicBezTo>
                        <a:cubicBezTo>
                          <a:pt x="146" y="400"/>
                          <a:pt x="180" y="504"/>
                          <a:pt x="146" y="429"/>
                        </a:cubicBezTo>
                        <a:cubicBezTo>
                          <a:pt x="128" y="389"/>
                          <a:pt x="124" y="350"/>
                          <a:pt x="86" y="324"/>
                        </a:cubicBezTo>
                        <a:cubicBezTo>
                          <a:pt x="75" y="293"/>
                          <a:pt x="51" y="284"/>
                          <a:pt x="33" y="256"/>
                        </a:cubicBezTo>
                        <a:cubicBezTo>
                          <a:pt x="23" y="189"/>
                          <a:pt x="15" y="121"/>
                          <a:pt x="3" y="54"/>
                        </a:cubicBezTo>
                        <a:cubicBezTo>
                          <a:pt x="6" y="39"/>
                          <a:pt x="0" y="20"/>
                          <a:pt x="11" y="9"/>
                        </a:cubicBezTo>
                        <a:cubicBezTo>
                          <a:pt x="20" y="0"/>
                          <a:pt x="48" y="46"/>
                          <a:pt x="48" y="46"/>
                        </a:cubicBezTo>
                        <a:cubicBezTo>
                          <a:pt x="53" y="51"/>
                          <a:pt x="102" y="82"/>
                          <a:pt x="116" y="91"/>
                        </a:cubicBezTo>
                        <a:cubicBezTo>
                          <a:pt x="131" y="101"/>
                          <a:pt x="146" y="111"/>
                          <a:pt x="161" y="121"/>
                        </a:cubicBezTo>
                        <a:cubicBezTo>
                          <a:pt x="168" y="126"/>
                          <a:pt x="183" y="136"/>
                          <a:pt x="183" y="136"/>
                        </a:cubicBezTo>
                        <a:cubicBezTo>
                          <a:pt x="213" y="182"/>
                          <a:pt x="250" y="224"/>
                          <a:pt x="281" y="271"/>
                        </a:cubicBezTo>
                        <a:cubicBezTo>
                          <a:pt x="311" y="316"/>
                          <a:pt x="341" y="361"/>
                          <a:pt x="371" y="406"/>
                        </a:cubicBezTo>
                        <a:cubicBezTo>
                          <a:pt x="391" y="435"/>
                          <a:pt x="427" y="451"/>
                          <a:pt x="446" y="481"/>
                        </a:cubicBezTo>
                        <a:cubicBezTo>
                          <a:pt x="466" y="511"/>
                          <a:pt x="453" y="499"/>
                          <a:pt x="483" y="519"/>
                        </a:cubicBezTo>
                        <a:cubicBezTo>
                          <a:pt x="496" y="556"/>
                          <a:pt x="508" y="594"/>
                          <a:pt x="521" y="631"/>
                        </a:cubicBezTo>
                        <a:cubicBezTo>
                          <a:pt x="520" y="656"/>
                          <a:pt x="513" y="1045"/>
                          <a:pt x="506" y="1141"/>
                        </a:cubicBezTo>
                        <a:cubicBezTo>
                          <a:pt x="504" y="1164"/>
                          <a:pt x="493" y="1210"/>
                          <a:pt x="483" y="1231"/>
                        </a:cubicBezTo>
                        <a:cubicBezTo>
                          <a:pt x="475" y="1247"/>
                          <a:pt x="453" y="1276"/>
                          <a:pt x="453" y="1276"/>
                        </a:cubicBezTo>
                        <a:cubicBezTo>
                          <a:pt x="448" y="1291"/>
                          <a:pt x="442" y="1306"/>
                          <a:pt x="438" y="1321"/>
                        </a:cubicBezTo>
                        <a:cubicBezTo>
                          <a:pt x="435" y="1333"/>
                          <a:pt x="431" y="1359"/>
                          <a:pt x="431" y="1359"/>
                        </a:cubicBezTo>
                        <a:lnTo>
                          <a:pt x="384" y="1445"/>
                        </a:ln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04" name="Freeform 216"/>
                  <p:cNvSpPr>
                    <a:spLocks/>
                  </p:cNvSpPr>
                  <p:nvPr/>
                </p:nvSpPr>
                <p:spPr bwMode="auto">
                  <a:xfrm>
                    <a:off x="7821" y="782"/>
                    <a:ext cx="432" cy="1048"/>
                  </a:xfrm>
                  <a:custGeom>
                    <a:avLst/>
                    <a:gdLst>
                      <a:gd name="T0" fmla="*/ 377 w 432"/>
                      <a:gd name="T1" fmla="*/ 1048 h 1048"/>
                      <a:gd name="T2" fmla="*/ 332 w 432"/>
                      <a:gd name="T3" fmla="*/ 958 h 1048"/>
                      <a:gd name="T4" fmla="*/ 324 w 432"/>
                      <a:gd name="T5" fmla="*/ 936 h 1048"/>
                      <a:gd name="T6" fmla="*/ 324 w 432"/>
                      <a:gd name="T7" fmla="*/ 913 h 1048"/>
                      <a:gd name="T8" fmla="*/ 377 w 432"/>
                      <a:gd name="T9" fmla="*/ 966 h 1048"/>
                      <a:gd name="T10" fmla="*/ 362 w 432"/>
                      <a:gd name="T11" fmla="*/ 868 h 1048"/>
                      <a:gd name="T12" fmla="*/ 332 w 432"/>
                      <a:gd name="T13" fmla="*/ 793 h 1048"/>
                      <a:gd name="T14" fmla="*/ 407 w 432"/>
                      <a:gd name="T15" fmla="*/ 711 h 1048"/>
                      <a:gd name="T16" fmla="*/ 384 w 432"/>
                      <a:gd name="T17" fmla="*/ 718 h 1048"/>
                      <a:gd name="T18" fmla="*/ 339 w 432"/>
                      <a:gd name="T19" fmla="*/ 748 h 1048"/>
                      <a:gd name="T20" fmla="*/ 309 w 432"/>
                      <a:gd name="T21" fmla="*/ 793 h 1048"/>
                      <a:gd name="T22" fmla="*/ 279 w 432"/>
                      <a:gd name="T23" fmla="*/ 741 h 1048"/>
                      <a:gd name="T24" fmla="*/ 264 w 432"/>
                      <a:gd name="T25" fmla="*/ 696 h 1048"/>
                      <a:gd name="T26" fmla="*/ 219 w 432"/>
                      <a:gd name="T27" fmla="*/ 681 h 1048"/>
                      <a:gd name="T28" fmla="*/ 272 w 432"/>
                      <a:gd name="T29" fmla="*/ 673 h 1048"/>
                      <a:gd name="T30" fmla="*/ 279 w 432"/>
                      <a:gd name="T31" fmla="*/ 591 h 1048"/>
                      <a:gd name="T32" fmla="*/ 414 w 432"/>
                      <a:gd name="T33" fmla="*/ 478 h 1048"/>
                      <a:gd name="T34" fmla="*/ 369 w 432"/>
                      <a:gd name="T35" fmla="*/ 508 h 1048"/>
                      <a:gd name="T36" fmla="*/ 347 w 432"/>
                      <a:gd name="T37" fmla="*/ 516 h 1048"/>
                      <a:gd name="T38" fmla="*/ 279 w 432"/>
                      <a:gd name="T39" fmla="*/ 568 h 1048"/>
                      <a:gd name="T40" fmla="*/ 257 w 432"/>
                      <a:gd name="T41" fmla="*/ 583 h 1048"/>
                      <a:gd name="T42" fmla="*/ 227 w 432"/>
                      <a:gd name="T43" fmla="*/ 531 h 1048"/>
                      <a:gd name="T44" fmla="*/ 174 w 432"/>
                      <a:gd name="T45" fmla="*/ 448 h 1048"/>
                      <a:gd name="T46" fmla="*/ 189 w 432"/>
                      <a:gd name="T47" fmla="*/ 471 h 1048"/>
                      <a:gd name="T48" fmla="*/ 234 w 432"/>
                      <a:gd name="T49" fmla="*/ 396 h 1048"/>
                      <a:gd name="T50" fmla="*/ 302 w 432"/>
                      <a:gd name="T51" fmla="*/ 366 h 1048"/>
                      <a:gd name="T52" fmla="*/ 324 w 432"/>
                      <a:gd name="T53" fmla="*/ 358 h 1048"/>
                      <a:gd name="T54" fmla="*/ 234 w 432"/>
                      <a:gd name="T55" fmla="*/ 366 h 1048"/>
                      <a:gd name="T56" fmla="*/ 182 w 432"/>
                      <a:gd name="T57" fmla="*/ 336 h 1048"/>
                      <a:gd name="T58" fmla="*/ 174 w 432"/>
                      <a:gd name="T59" fmla="*/ 283 h 1048"/>
                      <a:gd name="T60" fmla="*/ 152 w 432"/>
                      <a:gd name="T61" fmla="*/ 268 h 1048"/>
                      <a:gd name="T62" fmla="*/ 62 w 432"/>
                      <a:gd name="T63" fmla="*/ 276 h 1048"/>
                      <a:gd name="T64" fmla="*/ 197 w 432"/>
                      <a:gd name="T65" fmla="*/ 268 h 1048"/>
                      <a:gd name="T66" fmla="*/ 234 w 432"/>
                      <a:gd name="T67" fmla="*/ 231 h 1048"/>
                      <a:gd name="T68" fmla="*/ 257 w 432"/>
                      <a:gd name="T69" fmla="*/ 216 h 1048"/>
                      <a:gd name="T70" fmla="*/ 204 w 432"/>
                      <a:gd name="T71" fmla="*/ 231 h 1048"/>
                      <a:gd name="T72" fmla="*/ 137 w 432"/>
                      <a:gd name="T73" fmla="*/ 261 h 1048"/>
                      <a:gd name="T74" fmla="*/ 107 w 432"/>
                      <a:gd name="T75" fmla="*/ 171 h 1048"/>
                      <a:gd name="T76" fmla="*/ 99 w 432"/>
                      <a:gd name="T77" fmla="*/ 148 h 1048"/>
                      <a:gd name="T78" fmla="*/ 77 w 432"/>
                      <a:gd name="T79" fmla="*/ 141 h 1048"/>
                      <a:gd name="T80" fmla="*/ 129 w 432"/>
                      <a:gd name="T81" fmla="*/ 133 h 1048"/>
                      <a:gd name="T82" fmla="*/ 167 w 432"/>
                      <a:gd name="T83" fmla="*/ 36 h 1048"/>
                      <a:gd name="T84" fmla="*/ 174 w 432"/>
                      <a:gd name="T85" fmla="*/ 6 h 1048"/>
                      <a:gd name="T86" fmla="*/ 152 w 432"/>
                      <a:gd name="T87" fmla="*/ 13 h 1048"/>
                      <a:gd name="T88" fmla="*/ 92 w 432"/>
                      <a:gd name="T89" fmla="*/ 141 h 1048"/>
                      <a:gd name="T90" fmla="*/ 54 w 432"/>
                      <a:gd name="T91" fmla="*/ 28 h 1048"/>
                      <a:gd name="T92" fmla="*/ 47 w 432"/>
                      <a:gd name="T93" fmla="*/ 58 h 1048"/>
                      <a:gd name="T94" fmla="*/ 39 w 432"/>
                      <a:gd name="T95" fmla="*/ 81 h 1048"/>
                      <a:gd name="T96" fmla="*/ 0 w 432"/>
                      <a:gd name="T97" fmla="*/ 122 h 104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432"/>
                      <a:gd name="T148" fmla="*/ 0 h 1048"/>
                      <a:gd name="T149" fmla="*/ 432 w 432"/>
                      <a:gd name="T150" fmla="*/ 1048 h 1048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432" h="1048">
                        <a:moveTo>
                          <a:pt x="377" y="1048"/>
                        </a:moveTo>
                        <a:cubicBezTo>
                          <a:pt x="369" y="1001"/>
                          <a:pt x="364" y="991"/>
                          <a:pt x="332" y="958"/>
                        </a:cubicBezTo>
                        <a:cubicBezTo>
                          <a:pt x="329" y="951"/>
                          <a:pt x="329" y="942"/>
                          <a:pt x="324" y="936"/>
                        </a:cubicBezTo>
                        <a:cubicBezTo>
                          <a:pt x="305" y="913"/>
                          <a:pt x="285" y="927"/>
                          <a:pt x="324" y="913"/>
                        </a:cubicBezTo>
                        <a:cubicBezTo>
                          <a:pt x="352" y="932"/>
                          <a:pt x="349" y="947"/>
                          <a:pt x="377" y="966"/>
                        </a:cubicBezTo>
                        <a:cubicBezTo>
                          <a:pt x="371" y="933"/>
                          <a:pt x="370" y="900"/>
                          <a:pt x="362" y="868"/>
                        </a:cubicBezTo>
                        <a:cubicBezTo>
                          <a:pt x="356" y="844"/>
                          <a:pt x="340" y="818"/>
                          <a:pt x="332" y="793"/>
                        </a:cubicBezTo>
                        <a:cubicBezTo>
                          <a:pt x="341" y="738"/>
                          <a:pt x="343" y="711"/>
                          <a:pt x="407" y="711"/>
                        </a:cubicBezTo>
                        <a:cubicBezTo>
                          <a:pt x="415" y="711"/>
                          <a:pt x="392" y="716"/>
                          <a:pt x="384" y="718"/>
                        </a:cubicBezTo>
                        <a:cubicBezTo>
                          <a:pt x="369" y="728"/>
                          <a:pt x="354" y="738"/>
                          <a:pt x="339" y="748"/>
                        </a:cubicBezTo>
                        <a:cubicBezTo>
                          <a:pt x="324" y="758"/>
                          <a:pt x="309" y="793"/>
                          <a:pt x="309" y="793"/>
                        </a:cubicBezTo>
                        <a:cubicBezTo>
                          <a:pt x="294" y="771"/>
                          <a:pt x="290" y="767"/>
                          <a:pt x="279" y="741"/>
                        </a:cubicBezTo>
                        <a:cubicBezTo>
                          <a:pt x="278" y="738"/>
                          <a:pt x="267" y="699"/>
                          <a:pt x="264" y="696"/>
                        </a:cubicBezTo>
                        <a:cubicBezTo>
                          <a:pt x="261" y="693"/>
                          <a:pt x="222" y="682"/>
                          <a:pt x="219" y="681"/>
                        </a:cubicBezTo>
                        <a:cubicBezTo>
                          <a:pt x="237" y="678"/>
                          <a:pt x="262" y="688"/>
                          <a:pt x="272" y="673"/>
                        </a:cubicBezTo>
                        <a:cubicBezTo>
                          <a:pt x="287" y="650"/>
                          <a:pt x="275" y="618"/>
                          <a:pt x="279" y="591"/>
                        </a:cubicBezTo>
                        <a:cubicBezTo>
                          <a:pt x="284" y="556"/>
                          <a:pt x="386" y="478"/>
                          <a:pt x="414" y="478"/>
                        </a:cubicBezTo>
                        <a:cubicBezTo>
                          <a:pt x="432" y="478"/>
                          <a:pt x="386" y="502"/>
                          <a:pt x="369" y="508"/>
                        </a:cubicBezTo>
                        <a:cubicBezTo>
                          <a:pt x="362" y="511"/>
                          <a:pt x="354" y="513"/>
                          <a:pt x="347" y="516"/>
                        </a:cubicBezTo>
                        <a:cubicBezTo>
                          <a:pt x="310" y="551"/>
                          <a:pt x="334" y="531"/>
                          <a:pt x="279" y="568"/>
                        </a:cubicBezTo>
                        <a:cubicBezTo>
                          <a:pt x="272" y="573"/>
                          <a:pt x="257" y="583"/>
                          <a:pt x="257" y="583"/>
                        </a:cubicBezTo>
                        <a:cubicBezTo>
                          <a:pt x="223" y="561"/>
                          <a:pt x="240" y="548"/>
                          <a:pt x="227" y="531"/>
                        </a:cubicBezTo>
                        <a:cubicBezTo>
                          <a:pt x="217" y="518"/>
                          <a:pt x="105" y="426"/>
                          <a:pt x="174" y="448"/>
                        </a:cubicBezTo>
                        <a:cubicBezTo>
                          <a:pt x="179" y="456"/>
                          <a:pt x="183" y="465"/>
                          <a:pt x="189" y="471"/>
                        </a:cubicBezTo>
                        <a:cubicBezTo>
                          <a:pt x="238" y="520"/>
                          <a:pt x="205" y="424"/>
                          <a:pt x="234" y="396"/>
                        </a:cubicBezTo>
                        <a:cubicBezTo>
                          <a:pt x="252" y="378"/>
                          <a:pt x="279" y="374"/>
                          <a:pt x="302" y="366"/>
                        </a:cubicBezTo>
                        <a:cubicBezTo>
                          <a:pt x="309" y="364"/>
                          <a:pt x="332" y="358"/>
                          <a:pt x="324" y="358"/>
                        </a:cubicBezTo>
                        <a:cubicBezTo>
                          <a:pt x="294" y="358"/>
                          <a:pt x="264" y="363"/>
                          <a:pt x="234" y="366"/>
                        </a:cubicBezTo>
                        <a:cubicBezTo>
                          <a:pt x="195" y="392"/>
                          <a:pt x="194" y="373"/>
                          <a:pt x="182" y="336"/>
                        </a:cubicBezTo>
                        <a:cubicBezTo>
                          <a:pt x="179" y="318"/>
                          <a:pt x="181" y="299"/>
                          <a:pt x="174" y="283"/>
                        </a:cubicBezTo>
                        <a:cubicBezTo>
                          <a:pt x="170" y="275"/>
                          <a:pt x="161" y="269"/>
                          <a:pt x="152" y="268"/>
                        </a:cubicBezTo>
                        <a:cubicBezTo>
                          <a:pt x="122" y="266"/>
                          <a:pt x="32" y="276"/>
                          <a:pt x="62" y="276"/>
                        </a:cubicBezTo>
                        <a:cubicBezTo>
                          <a:pt x="107" y="276"/>
                          <a:pt x="152" y="271"/>
                          <a:pt x="197" y="268"/>
                        </a:cubicBezTo>
                        <a:cubicBezTo>
                          <a:pt x="260" y="225"/>
                          <a:pt x="180" y="283"/>
                          <a:pt x="234" y="231"/>
                        </a:cubicBezTo>
                        <a:cubicBezTo>
                          <a:pt x="241" y="225"/>
                          <a:pt x="263" y="223"/>
                          <a:pt x="257" y="216"/>
                        </a:cubicBezTo>
                        <a:cubicBezTo>
                          <a:pt x="254" y="213"/>
                          <a:pt x="209" y="229"/>
                          <a:pt x="204" y="231"/>
                        </a:cubicBezTo>
                        <a:cubicBezTo>
                          <a:pt x="180" y="255"/>
                          <a:pt x="171" y="272"/>
                          <a:pt x="137" y="261"/>
                        </a:cubicBezTo>
                        <a:cubicBezTo>
                          <a:pt x="127" y="231"/>
                          <a:pt x="117" y="201"/>
                          <a:pt x="107" y="171"/>
                        </a:cubicBezTo>
                        <a:cubicBezTo>
                          <a:pt x="104" y="163"/>
                          <a:pt x="107" y="150"/>
                          <a:pt x="99" y="148"/>
                        </a:cubicBezTo>
                        <a:cubicBezTo>
                          <a:pt x="92" y="146"/>
                          <a:pt x="84" y="143"/>
                          <a:pt x="77" y="141"/>
                        </a:cubicBezTo>
                        <a:cubicBezTo>
                          <a:pt x="94" y="138"/>
                          <a:pt x="113" y="140"/>
                          <a:pt x="129" y="133"/>
                        </a:cubicBezTo>
                        <a:cubicBezTo>
                          <a:pt x="153" y="122"/>
                          <a:pt x="161" y="57"/>
                          <a:pt x="167" y="36"/>
                        </a:cubicBezTo>
                        <a:cubicBezTo>
                          <a:pt x="170" y="26"/>
                          <a:pt x="180" y="15"/>
                          <a:pt x="174" y="6"/>
                        </a:cubicBezTo>
                        <a:cubicBezTo>
                          <a:pt x="170" y="0"/>
                          <a:pt x="159" y="11"/>
                          <a:pt x="152" y="13"/>
                        </a:cubicBezTo>
                        <a:cubicBezTo>
                          <a:pt x="137" y="57"/>
                          <a:pt x="132" y="114"/>
                          <a:pt x="92" y="141"/>
                        </a:cubicBezTo>
                        <a:cubicBezTo>
                          <a:pt x="69" y="106"/>
                          <a:pt x="65" y="68"/>
                          <a:pt x="54" y="28"/>
                        </a:cubicBezTo>
                        <a:cubicBezTo>
                          <a:pt x="52" y="38"/>
                          <a:pt x="50" y="48"/>
                          <a:pt x="47" y="58"/>
                        </a:cubicBezTo>
                        <a:cubicBezTo>
                          <a:pt x="45" y="66"/>
                          <a:pt x="39" y="81"/>
                          <a:pt x="39" y="81"/>
                        </a:cubicBezTo>
                        <a:lnTo>
                          <a:pt x="0" y="122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76" name="Group 217"/>
                <p:cNvGrpSpPr>
                  <a:grpSpLocks/>
                </p:cNvGrpSpPr>
                <p:nvPr/>
              </p:nvGrpSpPr>
              <p:grpSpPr bwMode="auto">
                <a:xfrm flipH="1">
                  <a:off x="5364" y="1550"/>
                  <a:ext cx="875" cy="1409"/>
                  <a:chOff x="8110" y="1365"/>
                  <a:chExt cx="875" cy="1409"/>
                </a:xfrm>
              </p:grpSpPr>
              <p:sp>
                <p:nvSpPr>
                  <p:cNvPr id="99" name="Freeform 218"/>
                  <p:cNvSpPr>
                    <a:spLocks/>
                  </p:cNvSpPr>
                  <p:nvPr/>
                </p:nvSpPr>
                <p:spPr bwMode="auto">
                  <a:xfrm>
                    <a:off x="8110" y="1371"/>
                    <a:ext cx="867" cy="1403"/>
                  </a:xfrm>
                  <a:custGeom>
                    <a:avLst/>
                    <a:gdLst>
                      <a:gd name="T0" fmla="*/ 28 w 867"/>
                      <a:gd name="T1" fmla="*/ 1374 h 1403"/>
                      <a:gd name="T2" fmla="*/ 65 w 867"/>
                      <a:gd name="T3" fmla="*/ 1037 h 1403"/>
                      <a:gd name="T4" fmla="*/ 118 w 867"/>
                      <a:gd name="T5" fmla="*/ 767 h 1403"/>
                      <a:gd name="T6" fmla="*/ 125 w 867"/>
                      <a:gd name="T7" fmla="*/ 722 h 1403"/>
                      <a:gd name="T8" fmla="*/ 215 w 867"/>
                      <a:gd name="T9" fmla="*/ 617 h 1403"/>
                      <a:gd name="T10" fmla="*/ 283 w 867"/>
                      <a:gd name="T11" fmla="*/ 534 h 1403"/>
                      <a:gd name="T12" fmla="*/ 410 w 867"/>
                      <a:gd name="T13" fmla="*/ 317 h 1403"/>
                      <a:gd name="T14" fmla="*/ 470 w 867"/>
                      <a:gd name="T15" fmla="*/ 257 h 1403"/>
                      <a:gd name="T16" fmla="*/ 530 w 867"/>
                      <a:gd name="T17" fmla="*/ 152 h 1403"/>
                      <a:gd name="T18" fmla="*/ 553 w 867"/>
                      <a:gd name="T19" fmla="*/ 99 h 1403"/>
                      <a:gd name="T20" fmla="*/ 643 w 867"/>
                      <a:gd name="T21" fmla="*/ 54 h 1403"/>
                      <a:gd name="T22" fmla="*/ 860 w 867"/>
                      <a:gd name="T23" fmla="*/ 2 h 1403"/>
                      <a:gd name="T24" fmla="*/ 838 w 867"/>
                      <a:gd name="T25" fmla="*/ 9 h 1403"/>
                      <a:gd name="T26" fmla="*/ 778 w 867"/>
                      <a:gd name="T27" fmla="*/ 62 h 1403"/>
                      <a:gd name="T28" fmla="*/ 748 w 867"/>
                      <a:gd name="T29" fmla="*/ 107 h 1403"/>
                      <a:gd name="T30" fmla="*/ 740 w 867"/>
                      <a:gd name="T31" fmla="*/ 129 h 1403"/>
                      <a:gd name="T32" fmla="*/ 695 w 867"/>
                      <a:gd name="T33" fmla="*/ 174 h 1403"/>
                      <a:gd name="T34" fmla="*/ 635 w 867"/>
                      <a:gd name="T35" fmla="*/ 279 h 1403"/>
                      <a:gd name="T36" fmla="*/ 605 w 867"/>
                      <a:gd name="T37" fmla="*/ 369 h 1403"/>
                      <a:gd name="T38" fmla="*/ 590 w 867"/>
                      <a:gd name="T39" fmla="*/ 414 h 1403"/>
                      <a:gd name="T40" fmla="*/ 560 w 867"/>
                      <a:gd name="T41" fmla="*/ 459 h 1403"/>
                      <a:gd name="T42" fmla="*/ 515 w 867"/>
                      <a:gd name="T43" fmla="*/ 557 h 1403"/>
                      <a:gd name="T44" fmla="*/ 403 w 867"/>
                      <a:gd name="T45" fmla="*/ 797 h 1403"/>
                      <a:gd name="T46" fmla="*/ 358 w 867"/>
                      <a:gd name="T47" fmla="*/ 887 h 1403"/>
                      <a:gd name="T48" fmla="*/ 320 w 867"/>
                      <a:gd name="T49" fmla="*/ 954 h 1403"/>
                      <a:gd name="T50" fmla="*/ 200 w 867"/>
                      <a:gd name="T51" fmla="*/ 1142 h 1403"/>
                      <a:gd name="T52" fmla="*/ 185 w 867"/>
                      <a:gd name="T53" fmla="*/ 1164 h 1403"/>
                      <a:gd name="T54" fmla="*/ 170 w 867"/>
                      <a:gd name="T55" fmla="*/ 1187 h 1403"/>
                      <a:gd name="T56" fmla="*/ 155 w 867"/>
                      <a:gd name="T57" fmla="*/ 1209 h 1403"/>
                      <a:gd name="T58" fmla="*/ 88 w 867"/>
                      <a:gd name="T59" fmla="*/ 1299 h 1403"/>
                      <a:gd name="T60" fmla="*/ 50 w 867"/>
                      <a:gd name="T61" fmla="*/ 1367 h 1403"/>
                      <a:gd name="T62" fmla="*/ 28 w 867"/>
                      <a:gd name="T63" fmla="*/ 1374 h 1403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867"/>
                      <a:gd name="T97" fmla="*/ 0 h 1403"/>
                      <a:gd name="T98" fmla="*/ 867 w 867"/>
                      <a:gd name="T99" fmla="*/ 1403 h 1403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867" h="1403">
                        <a:moveTo>
                          <a:pt x="28" y="1374"/>
                        </a:moveTo>
                        <a:cubicBezTo>
                          <a:pt x="49" y="1263"/>
                          <a:pt x="0" y="1133"/>
                          <a:pt x="65" y="1037"/>
                        </a:cubicBezTo>
                        <a:cubicBezTo>
                          <a:pt x="74" y="944"/>
                          <a:pt x="99" y="858"/>
                          <a:pt x="118" y="767"/>
                        </a:cubicBezTo>
                        <a:cubicBezTo>
                          <a:pt x="121" y="752"/>
                          <a:pt x="119" y="736"/>
                          <a:pt x="125" y="722"/>
                        </a:cubicBezTo>
                        <a:cubicBezTo>
                          <a:pt x="143" y="679"/>
                          <a:pt x="186" y="650"/>
                          <a:pt x="215" y="617"/>
                        </a:cubicBezTo>
                        <a:cubicBezTo>
                          <a:pt x="335" y="480"/>
                          <a:pt x="213" y="604"/>
                          <a:pt x="283" y="534"/>
                        </a:cubicBezTo>
                        <a:cubicBezTo>
                          <a:pt x="308" y="431"/>
                          <a:pt x="302" y="353"/>
                          <a:pt x="410" y="317"/>
                        </a:cubicBezTo>
                        <a:cubicBezTo>
                          <a:pt x="431" y="296"/>
                          <a:pt x="453" y="282"/>
                          <a:pt x="470" y="257"/>
                        </a:cubicBezTo>
                        <a:cubicBezTo>
                          <a:pt x="481" y="217"/>
                          <a:pt x="501" y="181"/>
                          <a:pt x="530" y="152"/>
                        </a:cubicBezTo>
                        <a:cubicBezTo>
                          <a:pt x="538" y="134"/>
                          <a:pt x="542" y="115"/>
                          <a:pt x="553" y="99"/>
                        </a:cubicBezTo>
                        <a:cubicBezTo>
                          <a:pt x="573" y="69"/>
                          <a:pt x="612" y="60"/>
                          <a:pt x="643" y="54"/>
                        </a:cubicBezTo>
                        <a:cubicBezTo>
                          <a:pt x="801" y="23"/>
                          <a:pt x="752" y="38"/>
                          <a:pt x="860" y="2"/>
                        </a:cubicBezTo>
                        <a:cubicBezTo>
                          <a:pt x="867" y="0"/>
                          <a:pt x="838" y="9"/>
                          <a:pt x="838" y="9"/>
                        </a:cubicBezTo>
                        <a:cubicBezTo>
                          <a:pt x="813" y="25"/>
                          <a:pt x="803" y="45"/>
                          <a:pt x="778" y="62"/>
                        </a:cubicBezTo>
                        <a:cubicBezTo>
                          <a:pt x="760" y="130"/>
                          <a:pt x="785" y="61"/>
                          <a:pt x="748" y="107"/>
                        </a:cubicBezTo>
                        <a:cubicBezTo>
                          <a:pt x="743" y="113"/>
                          <a:pt x="745" y="123"/>
                          <a:pt x="740" y="129"/>
                        </a:cubicBezTo>
                        <a:cubicBezTo>
                          <a:pt x="727" y="146"/>
                          <a:pt x="710" y="159"/>
                          <a:pt x="695" y="174"/>
                        </a:cubicBezTo>
                        <a:cubicBezTo>
                          <a:pt x="666" y="203"/>
                          <a:pt x="653" y="243"/>
                          <a:pt x="635" y="279"/>
                        </a:cubicBezTo>
                        <a:cubicBezTo>
                          <a:pt x="629" y="318"/>
                          <a:pt x="627" y="337"/>
                          <a:pt x="605" y="369"/>
                        </a:cubicBezTo>
                        <a:cubicBezTo>
                          <a:pt x="603" y="376"/>
                          <a:pt x="594" y="407"/>
                          <a:pt x="590" y="414"/>
                        </a:cubicBezTo>
                        <a:cubicBezTo>
                          <a:pt x="581" y="430"/>
                          <a:pt x="560" y="459"/>
                          <a:pt x="560" y="459"/>
                        </a:cubicBezTo>
                        <a:cubicBezTo>
                          <a:pt x="551" y="490"/>
                          <a:pt x="533" y="530"/>
                          <a:pt x="515" y="557"/>
                        </a:cubicBezTo>
                        <a:cubicBezTo>
                          <a:pt x="487" y="642"/>
                          <a:pt x="456" y="725"/>
                          <a:pt x="403" y="797"/>
                        </a:cubicBezTo>
                        <a:cubicBezTo>
                          <a:pt x="391" y="829"/>
                          <a:pt x="373" y="857"/>
                          <a:pt x="358" y="887"/>
                        </a:cubicBezTo>
                        <a:cubicBezTo>
                          <a:pt x="343" y="917"/>
                          <a:pt x="346" y="929"/>
                          <a:pt x="320" y="954"/>
                        </a:cubicBezTo>
                        <a:cubicBezTo>
                          <a:pt x="284" y="1027"/>
                          <a:pt x="245" y="1076"/>
                          <a:pt x="200" y="1142"/>
                        </a:cubicBezTo>
                        <a:cubicBezTo>
                          <a:pt x="195" y="1149"/>
                          <a:pt x="190" y="1157"/>
                          <a:pt x="185" y="1164"/>
                        </a:cubicBezTo>
                        <a:cubicBezTo>
                          <a:pt x="180" y="1172"/>
                          <a:pt x="175" y="1179"/>
                          <a:pt x="170" y="1187"/>
                        </a:cubicBezTo>
                        <a:cubicBezTo>
                          <a:pt x="165" y="1194"/>
                          <a:pt x="155" y="1209"/>
                          <a:pt x="155" y="1209"/>
                        </a:cubicBezTo>
                        <a:cubicBezTo>
                          <a:pt x="144" y="1246"/>
                          <a:pt x="119" y="1278"/>
                          <a:pt x="88" y="1299"/>
                        </a:cubicBezTo>
                        <a:cubicBezTo>
                          <a:pt x="74" y="1339"/>
                          <a:pt x="85" y="1315"/>
                          <a:pt x="50" y="1367"/>
                        </a:cubicBezTo>
                        <a:cubicBezTo>
                          <a:pt x="26" y="1403"/>
                          <a:pt x="28" y="1385"/>
                          <a:pt x="28" y="1374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00" name="Freeform 219"/>
                  <p:cNvSpPr>
                    <a:spLocks/>
                  </p:cNvSpPr>
                  <p:nvPr/>
                </p:nvSpPr>
                <p:spPr bwMode="auto">
                  <a:xfrm>
                    <a:off x="8139" y="1365"/>
                    <a:ext cx="846" cy="1406"/>
                  </a:xfrm>
                  <a:custGeom>
                    <a:avLst/>
                    <a:gdLst>
                      <a:gd name="T0" fmla="*/ 6 w 846"/>
                      <a:gd name="T1" fmla="*/ 1373 h 1406"/>
                      <a:gd name="T2" fmla="*/ 89 w 846"/>
                      <a:gd name="T3" fmla="*/ 1260 h 1406"/>
                      <a:gd name="T4" fmla="*/ 216 w 846"/>
                      <a:gd name="T5" fmla="*/ 1035 h 1406"/>
                      <a:gd name="T6" fmla="*/ 246 w 846"/>
                      <a:gd name="T7" fmla="*/ 983 h 1406"/>
                      <a:gd name="T8" fmla="*/ 344 w 846"/>
                      <a:gd name="T9" fmla="*/ 803 h 1406"/>
                      <a:gd name="T10" fmla="*/ 419 w 846"/>
                      <a:gd name="T11" fmla="*/ 600 h 1406"/>
                      <a:gd name="T12" fmla="*/ 494 w 846"/>
                      <a:gd name="T13" fmla="*/ 480 h 1406"/>
                      <a:gd name="T14" fmla="*/ 531 w 846"/>
                      <a:gd name="T15" fmla="*/ 428 h 1406"/>
                      <a:gd name="T16" fmla="*/ 561 w 846"/>
                      <a:gd name="T17" fmla="*/ 360 h 1406"/>
                      <a:gd name="T18" fmla="*/ 576 w 846"/>
                      <a:gd name="T19" fmla="*/ 308 h 1406"/>
                      <a:gd name="T20" fmla="*/ 629 w 846"/>
                      <a:gd name="T21" fmla="*/ 233 h 1406"/>
                      <a:gd name="T22" fmla="*/ 704 w 846"/>
                      <a:gd name="T23" fmla="*/ 128 h 1406"/>
                      <a:gd name="T24" fmla="*/ 786 w 846"/>
                      <a:gd name="T25" fmla="*/ 30 h 1406"/>
                      <a:gd name="T26" fmla="*/ 831 w 846"/>
                      <a:gd name="T27" fmla="*/ 0 h 1406"/>
                      <a:gd name="T28" fmla="*/ 786 w 846"/>
                      <a:gd name="T29" fmla="*/ 120 h 1406"/>
                      <a:gd name="T30" fmla="*/ 696 w 846"/>
                      <a:gd name="T31" fmla="*/ 585 h 1406"/>
                      <a:gd name="T32" fmla="*/ 674 w 846"/>
                      <a:gd name="T33" fmla="*/ 758 h 1406"/>
                      <a:gd name="T34" fmla="*/ 614 w 846"/>
                      <a:gd name="T35" fmla="*/ 915 h 1406"/>
                      <a:gd name="T36" fmla="*/ 479 w 846"/>
                      <a:gd name="T37" fmla="*/ 1080 h 1406"/>
                      <a:gd name="T38" fmla="*/ 456 w 846"/>
                      <a:gd name="T39" fmla="*/ 1110 h 1406"/>
                      <a:gd name="T40" fmla="*/ 434 w 846"/>
                      <a:gd name="T41" fmla="*/ 1125 h 1406"/>
                      <a:gd name="T42" fmla="*/ 329 w 846"/>
                      <a:gd name="T43" fmla="*/ 1208 h 1406"/>
                      <a:gd name="T44" fmla="*/ 194 w 846"/>
                      <a:gd name="T45" fmla="*/ 1305 h 1406"/>
                      <a:gd name="T46" fmla="*/ 111 w 846"/>
                      <a:gd name="T47" fmla="*/ 1343 h 1406"/>
                      <a:gd name="T48" fmla="*/ 66 w 846"/>
                      <a:gd name="T49" fmla="*/ 1358 h 1406"/>
                      <a:gd name="T50" fmla="*/ 6 w 846"/>
                      <a:gd name="T51" fmla="*/ 1395 h 1406"/>
                      <a:gd name="T52" fmla="*/ 6 w 846"/>
                      <a:gd name="T53" fmla="*/ 1373 h 140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846"/>
                      <a:gd name="T82" fmla="*/ 0 h 1406"/>
                      <a:gd name="T83" fmla="*/ 846 w 846"/>
                      <a:gd name="T84" fmla="*/ 1406 h 140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846" h="1406">
                        <a:moveTo>
                          <a:pt x="6" y="1373"/>
                        </a:moveTo>
                        <a:cubicBezTo>
                          <a:pt x="21" y="1330"/>
                          <a:pt x="51" y="1285"/>
                          <a:pt x="89" y="1260"/>
                        </a:cubicBezTo>
                        <a:cubicBezTo>
                          <a:pt x="115" y="1179"/>
                          <a:pt x="166" y="1103"/>
                          <a:pt x="216" y="1035"/>
                        </a:cubicBezTo>
                        <a:cubicBezTo>
                          <a:pt x="234" y="985"/>
                          <a:pt x="210" y="1046"/>
                          <a:pt x="246" y="983"/>
                        </a:cubicBezTo>
                        <a:cubicBezTo>
                          <a:pt x="280" y="924"/>
                          <a:pt x="306" y="859"/>
                          <a:pt x="344" y="803"/>
                        </a:cubicBezTo>
                        <a:cubicBezTo>
                          <a:pt x="361" y="734"/>
                          <a:pt x="380" y="660"/>
                          <a:pt x="419" y="600"/>
                        </a:cubicBezTo>
                        <a:cubicBezTo>
                          <a:pt x="433" y="555"/>
                          <a:pt x="468" y="519"/>
                          <a:pt x="494" y="480"/>
                        </a:cubicBezTo>
                        <a:cubicBezTo>
                          <a:pt x="506" y="462"/>
                          <a:pt x="531" y="428"/>
                          <a:pt x="531" y="428"/>
                        </a:cubicBezTo>
                        <a:cubicBezTo>
                          <a:pt x="565" y="325"/>
                          <a:pt x="528" y="425"/>
                          <a:pt x="561" y="360"/>
                        </a:cubicBezTo>
                        <a:cubicBezTo>
                          <a:pt x="580" y="323"/>
                          <a:pt x="557" y="353"/>
                          <a:pt x="576" y="308"/>
                        </a:cubicBezTo>
                        <a:cubicBezTo>
                          <a:pt x="588" y="278"/>
                          <a:pt x="606" y="256"/>
                          <a:pt x="629" y="233"/>
                        </a:cubicBezTo>
                        <a:cubicBezTo>
                          <a:pt x="638" y="173"/>
                          <a:pt x="652" y="162"/>
                          <a:pt x="704" y="128"/>
                        </a:cubicBezTo>
                        <a:cubicBezTo>
                          <a:pt x="725" y="96"/>
                          <a:pt x="759" y="55"/>
                          <a:pt x="786" y="30"/>
                        </a:cubicBezTo>
                        <a:cubicBezTo>
                          <a:pt x="799" y="18"/>
                          <a:pt x="831" y="0"/>
                          <a:pt x="831" y="0"/>
                        </a:cubicBezTo>
                        <a:cubicBezTo>
                          <a:pt x="846" y="42"/>
                          <a:pt x="810" y="85"/>
                          <a:pt x="786" y="120"/>
                        </a:cubicBezTo>
                        <a:cubicBezTo>
                          <a:pt x="741" y="268"/>
                          <a:pt x="788" y="450"/>
                          <a:pt x="696" y="585"/>
                        </a:cubicBezTo>
                        <a:cubicBezTo>
                          <a:pt x="678" y="643"/>
                          <a:pt x="681" y="698"/>
                          <a:pt x="674" y="758"/>
                        </a:cubicBezTo>
                        <a:cubicBezTo>
                          <a:pt x="669" y="798"/>
                          <a:pt x="636" y="882"/>
                          <a:pt x="614" y="915"/>
                        </a:cubicBezTo>
                        <a:cubicBezTo>
                          <a:pt x="594" y="990"/>
                          <a:pt x="541" y="1036"/>
                          <a:pt x="479" y="1080"/>
                        </a:cubicBezTo>
                        <a:cubicBezTo>
                          <a:pt x="469" y="1087"/>
                          <a:pt x="465" y="1101"/>
                          <a:pt x="456" y="1110"/>
                        </a:cubicBezTo>
                        <a:cubicBezTo>
                          <a:pt x="450" y="1116"/>
                          <a:pt x="441" y="1120"/>
                          <a:pt x="434" y="1125"/>
                        </a:cubicBezTo>
                        <a:cubicBezTo>
                          <a:pt x="407" y="1167"/>
                          <a:pt x="371" y="1184"/>
                          <a:pt x="329" y="1208"/>
                        </a:cubicBezTo>
                        <a:cubicBezTo>
                          <a:pt x="281" y="1235"/>
                          <a:pt x="240" y="1274"/>
                          <a:pt x="194" y="1305"/>
                        </a:cubicBezTo>
                        <a:cubicBezTo>
                          <a:pt x="160" y="1328"/>
                          <a:pt x="150" y="1332"/>
                          <a:pt x="111" y="1343"/>
                        </a:cubicBezTo>
                        <a:cubicBezTo>
                          <a:pt x="96" y="1347"/>
                          <a:pt x="66" y="1358"/>
                          <a:pt x="66" y="1358"/>
                        </a:cubicBezTo>
                        <a:cubicBezTo>
                          <a:pt x="59" y="1368"/>
                          <a:pt x="22" y="1406"/>
                          <a:pt x="6" y="1395"/>
                        </a:cubicBezTo>
                        <a:cubicBezTo>
                          <a:pt x="0" y="1391"/>
                          <a:pt x="6" y="1380"/>
                          <a:pt x="6" y="1373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01" name="Freeform 220"/>
                  <p:cNvSpPr>
                    <a:spLocks/>
                  </p:cNvSpPr>
                  <p:nvPr/>
                </p:nvSpPr>
                <p:spPr bwMode="auto">
                  <a:xfrm>
                    <a:off x="8153" y="1423"/>
                    <a:ext cx="703" cy="1277"/>
                  </a:xfrm>
                  <a:custGeom>
                    <a:avLst/>
                    <a:gdLst>
                      <a:gd name="T0" fmla="*/ 60 w 703"/>
                      <a:gd name="T1" fmla="*/ 1217 h 1277"/>
                      <a:gd name="T2" fmla="*/ 30 w 703"/>
                      <a:gd name="T3" fmla="*/ 1127 h 1277"/>
                      <a:gd name="T4" fmla="*/ 142 w 703"/>
                      <a:gd name="T5" fmla="*/ 1097 h 1277"/>
                      <a:gd name="T6" fmla="*/ 217 w 703"/>
                      <a:gd name="T7" fmla="*/ 1120 h 1277"/>
                      <a:gd name="T8" fmla="*/ 172 w 703"/>
                      <a:gd name="T9" fmla="*/ 1022 h 1277"/>
                      <a:gd name="T10" fmla="*/ 150 w 703"/>
                      <a:gd name="T11" fmla="*/ 895 h 1277"/>
                      <a:gd name="T12" fmla="*/ 255 w 703"/>
                      <a:gd name="T13" fmla="*/ 880 h 1277"/>
                      <a:gd name="T14" fmla="*/ 397 w 703"/>
                      <a:gd name="T15" fmla="*/ 932 h 1277"/>
                      <a:gd name="T16" fmla="*/ 382 w 703"/>
                      <a:gd name="T17" fmla="*/ 947 h 1277"/>
                      <a:gd name="T18" fmla="*/ 262 w 703"/>
                      <a:gd name="T19" fmla="*/ 850 h 1277"/>
                      <a:gd name="T20" fmla="*/ 210 w 703"/>
                      <a:gd name="T21" fmla="*/ 692 h 1277"/>
                      <a:gd name="T22" fmla="*/ 240 w 703"/>
                      <a:gd name="T23" fmla="*/ 745 h 1277"/>
                      <a:gd name="T24" fmla="*/ 322 w 703"/>
                      <a:gd name="T25" fmla="*/ 707 h 1277"/>
                      <a:gd name="T26" fmla="*/ 435 w 703"/>
                      <a:gd name="T27" fmla="*/ 700 h 1277"/>
                      <a:gd name="T28" fmla="*/ 487 w 703"/>
                      <a:gd name="T29" fmla="*/ 775 h 1277"/>
                      <a:gd name="T30" fmla="*/ 442 w 703"/>
                      <a:gd name="T31" fmla="*/ 715 h 1277"/>
                      <a:gd name="T32" fmla="*/ 375 w 703"/>
                      <a:gd name="T33" fmla="*/ 602 h 1277"/>
                      <a:gd name="T34" fmla="*/ 337 w 703"/>
                      <a:gd name="T35" fmla="*/ 557 h 1277"/>
                      <a:gd name="T36" fmla="*/ 397 w 703"/>
                      <a:gd name="T37" fmla="*/ 565 h 1277"/>
                      <a:gd name="T38" fmla="*/ 547 w 703"/>
                      <a:gd name="T39" fmla="*/ 565 h 1277"/>
                      <a:gd name="T40" fmla="*/ 570 w 703"/>
                      <a:gd name="T41" fmla="*/ 610 h 1277"/>
                      <a:gd name="T42" fmla="*/ 525 w 703"/>
                      <a:gd name="T43" fmla="*/ 572 h 1277"/>
                      <a:gd name="T44" fmla="*/ 457 w 703"/>
                      <a:gd name="T45" fmla="*/ 452 h 1277"/>
                      <a:gd name="T46" fmla="*/ 442 w 703"/>
                      <a:gd name="T47" fmla="*/ 377 h 1277"/>
                      <a:gd name="T48" fmla="*/ 420 w 703"/>
                      <a:gd name="T49" fmla="*/ 362 h 1277"/>
                      <a:gd name="T50" fmla="*/ 547 w 703"/>
                      <a:gd name="T51" fmla="*/ 310 h 1277"/>
                      <a:gd name="T52" fmla="*/ 637 w 703"/>
                      <a:gd name="T53" fmla="*/ 325 h 1277"/>
                      <a:gd name="T54" fmla="*/ 547 w 703"/>
                      <a:gd name="T55" fmla="*/ 205 h 1277"/>
                      <a:gd name="T56" fmla="*/ 577 w 703"/>
                      <a:gd name="T57" fmla="*/ 235 h 1277"/>
                      <a:gd name="T58" fmla="*/ 622 w 703"/>
                      <a:gd name="T59" fmla="*/ 130 h 1277"/>
                      <a:gd name="T60" fmla="*/ 622 w 703"/>
                      <a:gd name="T61" fmla="*/ 115 h 1277"/>
                      <a:gd name="T62" fmla="*/ 637 w 703"/>
                      <a:gd name="T63" fmla="*/ 100 h 1277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703"/>
                      <a:gd name="T97" fmla="*/ 0 h 1277"/>
                      <a:gd name="T98" fmla="*/ 703 w 703"/>
                      <a:gd name="T99" fmla="*/ 1277 h 1277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703" h="1277">
                        <a:moveTo>
                          <a:pt x="0" y="1277"/>
                        </a:moveTo>
                        <a:cubicBezTo>
                          <a:pt x="25" y="1260"/>
                          <a:pt x="39" y="1238"/>
                          <a:pt x="60" y="1217"/>
                        </a:cubicBezTo>
                        <a:cubicBezTo>
                          <a:pt x="67" y="1195"/>
                          <a:pt x="72" y="1194"/>
                          <a:pt x="60" y="1172"/>
                        </a:cubicBezTo>
                        <a:cubicBezTo>
                          <a:pt x="51" y="1156"/>
                          <a:pt x="30" y="1127"/>
                          <a:pt x="30" y="1127"/>
                        </a:cubicBezTo>
                        <a:cubicBezTo>
                          <a:pt x="71" y="1114"/>
                          <a:pt x="66" y="1137"/>
                          <a:pt x="75" y="1172"/>
                        </a:cubicBezTo>
                        <a:cubicBezTo>
                          <a:pt x="98" y="1137"/>
                          <a:pt x="105" y="1110"/>
                          <a:pt x="142" y="1097"/>
                        </a:cubicBezTo>
                        <a:cubicBezTo>
                          <a:pt x="197" y="1103"/>
                          <a:pt x="237" y="1111"/>
                          <a:pt x="285" y="1135"/>
                        </a:cubicBezTo>
                        <a:cubicBezTo>
                          <a:pt x="249" y="1146"/>
                          <a:pt x="251" y="1130"/>
                          <a:pt x="217" y="1120"/>
                        </a:cubicBezTo>
                        <a:cubicBezTo>
                          <a:pt x="157" y="1080"/>
                          <a:pt x="190" y="1093"/>
                          <a:pt x="120" y="1082"/>
                        </a:cubicBezTo>
                        <a:cubicBezTo>
                          <a:pt x="130" y="1052"/>
                          <a:pt x="146" y="1040"/>
                          <a:pt x="172" y="1022"/>
                        </a:cubicBezTo>
                        <a:cubicBezTo>
                          <a:pt x="187" y="980"/>
                          <a:pt x="194" y="966"/>
                          <a:pt x="172" y="917"/>
                        </a:cubicBezTo>
                        <a:cubicBezTo>
                          <a:pt x="168" y="908"/>
                          <a:pt x="150" y="895"/>
                          <a:pt x="150" y="895"/>
                        </a:cubicBezTo>
                        <a:cubicBezTo>
                          <a:pt x="159" y="924"/>
                          <a:pt x="178" y="930"/>
                          <a:pt x="195" y="955"/>
                        </a:cubicBezTo>
                        <a:cubicBezTo>
                          <a:pt x="227" y="943"/>
                          <a:pt x="235" y="910"/>
                          <a:pt x="255" y="880"/>
                        </a:cubicBezTo>
                        <a:cubicBezTo>
                          <a:pt x="265" y="865"/>
                          <a:pt x="292" y="861"/>
                          <a:pt x="307" y="857"/>
                        </a:cubicBezTo>
                        <a:cubicBezTo>
                          <a:pt x="379" y="872"/>
                          <a:pt x="356" y="883"/>
                          <a:pt x="397" y="932"/>
                        </a:cubicBezTo>
                        <a:cubicBezTo>
                          <a:pt x="404" y="940"/>
                          <a:pt x="428" y="947"/>
                          <a:pt x="420" y="955"/>
                        </a:cubicBezTo>
                        <a:cubicBezTo>
                          <a:pt x="411" y="964"/>
                          <a:pt x="395" y="950"/>
                          <a:pt x="382" y="947"/>
                        </a:cubicBezTo>
                        <a:cubicBezTo>
                          <a:pt x="368" y="919"/>
                          <a:pt x="358" y="867"/>
                          <a:pt x="322" y="857"/>
                        </a:cubicBezTo>
                        <a:cubicBezTo>
                          <a:pt x="303" y="852"/>
                          <a:pt x="282" y="852"/>
                          <a:pt x="262" y="850"/>
                        </a:cubicBezTo>
                        <a:cubicBezTo>
                          <a:pt x="310" y="777"/>
                          <a:pt x="256" y="748"/>
                          <a:pt x="217" y="700"/>
                        </a:cubicBezTo>
                        <a:cubicBezTo>
                          <a:pt x="204" y="757"/>
                          <a:pt x="207" y="755"/>
                          <a:pt x="210" y="692"/>
                        </a:cubicBezTo>
                        <a:cubicBezTo>
                          <a:pt x="210" y="683"/>
                          <a:pt x="221" y="707"/>
                          <a:pt x="225" y="715"/>
                        </a:cubicBezTo>
                        <a:cubicBezTo>
                          <a:pt x="230" y="725"/>
                          <a:pt x="234" y="735"/>
                          <a:pt x="240" y="745"/>
                        </a:cubicBezTo>
                        <a:cubicBezTo>
                          <a:pt x="256" y="773"/>
                          <a:pt x="271" y="773"/>
                          <a:pt x="300" y="782"/>
                        </a:cubicBezTo>
                        <a:cubicBezTo>
                          <a:pt x="304" y="768"/>
                          <a:pt x="314" y="715"/>
                          <a:pt x="322" y="707"/>
                        </a:cubicBezTo>
                        <a:cubicBezTo>
                          <a:pt x="333" y="696"/>
                          <a:pt x="352" y="697"/>
                          <a:pt x="367" y="692"/>
                        </a:cubicBezTo>
                        <a:cubicBezTo>
                          <a:pt x="390" y="695"/>
                          <a:pt x="414" y="692"/>
                          <a:pt x="435" y="700"/>
                        </a:cubicBezTo>
                        <a:cubicBezTo>
                          <a:pt x="443" y="703"/>
                          <a:pt x="444" y="716"/>
                          <a:pt x="450" y="722"/>
                        </a:cubicBezTo>
                        <a:cubicBezTo>
                          <a:pt x="459" y="731"/>
                          <a:pt x="557" y="821"/>
                          <a:pt x="487" y="775"/>
                        </a:cubicBezTo>
                        <a:cubicBezTo>
                          <a:pt x="478" y="761"/>
                          <a:pt x="476" y="743"/>
                          <a:pt x="465" y="730"/>
                        </a:cubicBezTo>
                        <a:cubicBezTo>
                          <a:pt x="459" y="723"/>
                          <a:pt x="449" y="721"/>
                          <a:pt x="442" y="715"/>
                        </a:cubicBezTo>
                        <a:cubicBezTo>
                          <a:pt x="402" y="681"/>
                          <a:pt x="391" y="680"/>
                          <a:pt x="337" y="670"/>
                        </a:cubicBezTo>
                        <a:cubicBezTo>
                          <a:pt x="346" y="645"/>
                          <a:pt x="375" y="602"/>
                          <a:pt x="375" y="602"/>
                        </a:cubicBezTo>
                        <a:cubicBezTo>
                          <a:pt x="372" y="590"/>
                          <a:pt x="375" y="575"/>
                          <a:pt x="367" y="565"/>
                        </a:cubicBezTo>
                        <a:cubicBezTo>
                          <a:pt x="360" y="557"/>
                          <a:pt x="347" y="560"/>
                          <a:pt x="337" y="557"/>
                        </a:cubicBezTo>
                        <a:cubicBezTo>
                          <a:pt x="264" y="535"/>
                          <a:pt x="290" y="541"/>
                          <a:pt x="330" y="550"/>
                        </a:cubicBezTo>
                        <a:cubicBezTo>
                          <a:pt x="356" y="568"/>
                          <a:pt x="366" y="575"/>
                          <a:pt x="397" y="565"/>
                        </a:cubicBezTo>
                        <a:cubicBezTo>
                          <a:pt x="415" y="538"/>
                          <a:pt x="425" y="515"/>
                          <a:pt x="457" y="505"/>
                        </a:cubicBezTo>
                        <a:cubicBezTo>
                          <a:pt x="495" y="517"/>
                          <a:pt x="515" y="543"/>
                          <a:pt x="547" y="565"/>
                        </a:cubicBezTo>
                        <a:cubicBezTo>
                          <a:pt x="550" y="572"/>
                          <a:pt x="551" y="580"/>
                          <a:pt x="555" y="587"/>
                        </a:cubicBezTo>
                        <a:cubicBezTo>
                          <a:pt x="559" y="595"/>
                          <a:pt x="576" y="604"/>
                          <a:pt x="570" y="610"/>
                        </a:cubicBezTo>
                        <a:cubicBezTo>
                          <a:pt x="564" y="616"/>
                          <a:pt x="554" y="601"/>
                          <a:pt x="547" y="595"/>
                        </a:cubicBezTo>
                        <a:cubicBezTo>
                          <a:pt x="539" y="588"/>
                          <a:pt x="532" y="580"/>
                          <a:pt x="525" y="572"/>
                        </a:cubicBezTo>
                        <a:cubicBezTo>
                          <a:pt x="509" y="528"/>
                          <a:pt x="481" y="524"/>
                          <a:pt x="442" y="505"/>
                        </a:cubicBezTo>
                        <a:cubicBezTo>
                          <a:pt x="423" y="475"/>
                          <a:pt x="423" y="464"/>
                          <a:pt x="457" y="452"/>
                        </a:cubicBezTo>
                        <a:cubicBezTo>
                          <a:pt x="486" y="424"/>
                          <a:pt x="494" y="414"/>
                          <a:pt x="450" y="400"/>
                        </a:cubicBezTo>
                        <a:cubicBezTo>
                          <a:pt x="447" y="392"/>
                          <a:pt x="448" y="383"/>
                          <a:pt x="442" y="377"/>
                        </a:cubicBezTo>
                        <a:cubicBezTo>
                          <a:pt x="437" y="372"/>
                          <a:pt x="427" y="373"/>
                          <a:pt x="420" y="370"/>
                        </a:cubicBezTo>
                        <a:cubicBezTo>
                          <a:pt x="364" y="343"/>
                          <a:pt x="411" y="359"/>
                          <a:pt x="420" y="362"/>
                        </a:cubicBezTo>
                        <a:cubicBezTo>
                          <a:pt x="454" y="413"/>
                          <a:pt x="433" y="401"/>
                          <a:pt x="472" y="415"/>
                        </a:cubicBezTo>
                        <a:cubicBezTo>
                          <a:pt x="539" y="392"/>
                          <a:pt x="484" y="330"/>
                          <a:pt x="547" y="310"/>
                        </a:cubicBezTo>
                        <a:cubicBezTo>
                          <a:pt x="567" y="312"/>
                          <a:pt x="587" y="314"/>
                          <a:pt x="607" y="317"/>
                        </a:cubicBezTo>
                        <a:cubicBezTo>
                          <a:pt x="617" y="319"/>
                          <a:pt x="647" y="325"/>
                          <a:pt x="637" y="325"/>
                        </a:cubicBezTo>
                        <a:cubicBezTo>
                          <a:pt x="604" y="325"/>
                          <a:pt x="564" y="310"/>
                          <a:pt x="532" y="302"/>
                        </a:cubicBezTo>
                        <a:cubicBezTo>
                          <a:pt x="551" y="248"/>
                          <a:pt x="560" y="274"/>
                          <a:pt x="547" y="205"/>
                        </a:cubicBezTo>
                        <a:cubicBezTo>
                          <a:pt x="545" y="195"/>
                          <a:pt x="535" y="166"/>
                          <a:pt x="540" y="175"/>
                        </a:cubicBezTo>
                        <a:cubicBezTo>
                          <a:pt x="575" y="240"/>
                          <a:pt x="533" y="205"/>
                          <a:pt x="577" y="235"/>
                        </a:cubicBezTo>
                        <a:cubicBezTo>
                          <a:pt x="587" y="220"/>
                          <a:pt x="603" y="207"/>
                          <a:pt x="607" y="190"/>
                        </a:cubicBezTo>
                        <a:cubicBezTo>
                          <a:pt x="612" y="170"/>
                          <a:pt x="612" y="148"/>
                          <a:pt x="622" y="130"/>
                        </a:cubicBezTo>
                        <a:cubicBezTo>
                          <a:pt x="626" y="123"/>
                          <a:pt x="637" y="125"/>
                          <a:pt x="645" y="122"/>
                        </a:cubicBezTo>
                        <a:cubicBezTo>
                          <a:pt x="637" y="120"/>
                          <a:pt x="620" y="123"/>
                          <a:pt x="622" y="115"/>
                        </a:cubicBezTo>
                        <a:cubicBezTo>
                          <a:pt x="639" y="39"/>
                          <a:pt x="703" y="0"/>
                          <a:pt x="645" y="40"/>
                        </a:cubicBezTo>
                        <a:cubicBezTo>
                          <a:pt x="637" y="63"/>
                          <a:pt x="626" y="77"/>
                          <a:pt x="637" y="100"/>
                        </a:cubicBezTo>
                        <a:lnTo>
                          <a:pt x="568" y="2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77" name="Group 221"/>
                <p:cNvGrpSpPr>
                  <a:grpSpLocks/>
                </p:cNvGrpSpPr>
                <p:nvPr/>
              </p:nvGrpSpPr>
              <p:grpSpPr bwMode="auto">
                <a:xfrm flipH="1">
                  <a:off x="6026" y="1794"/>
                  <a:ext cx="710" cy="1376"/>
                  <a:chOff x="7613" y="1609"/>
                  <a:chExt cx="710" cy="1376"/>
                </a:xfrm>
              </p:grpSpPr>
              <p:sp>
                <p:nvSpPr>
                  <p:cNvPr id="96" name="Freeform 222"/>
                  <p:cNvSpPr>
                    <a:spLocks/>
                  </p:cNvSpPr>
                  <p:nvPr/>
                </p:nvSpPr>
                <p:spPr bwMode="auto">
                  <a:xfrm>
                    <a:off x="7613" y="1614"/>
                    <a:ext cx="618" cy="1351"/>
                  </a:xfrm>
                  <a:custGeom>
                    <a:avLst/>
                    <a:gdLst>
                      <a:gd name="T0" fmla="*/ 300 w 618"/>
                      <a:gd name="T1" fmla="*/ 1349 h 1351"/>
                      <a:gd name="T2" fmla="*/ 262 w 618"/>
                      <a:gd name="T3" fmla="*/ 1281 h 1351"/>
                      <a:gd name="T4" fmla="*/ 262 w 618"/>
                      <a:gd name="T5" fmla="*/ 794 h 1351"/>
                      <a:gd name="T6" fmla="*/ 240 w 618"/>
                      <a:gd name="T7" fmla="*/ 471 h 1351"/>
                      <a:gd name="T8" fmla="*/ 217 w 618"/>
                      <a:gd name="T9" fmla="*/ 456 h 1351"/>
                      <a:gd name="T10" fmla="*/ 187 w 618"/>
                      <a:gd name="T11" fmla="*/ 374 h 1351"/>
                      <a:gd name="T12" fmla="*/ 157 w 618"/>
                      <a:gd name="T13" fmla="*/ 231 h 1351"/>
                      <a:gd name="T14" fmla="*/ 28 w 618"/>
                      <a:gd name="T15" fmla="*/ 10 h 1351"/>
                      <a:gd name="T16" fmla="*/ 7 w 618"/>
                      <a:gd name="T17" fmla="*/ 44 h 1351"/>
                      <a:gd name="T18" fmla="*/ 120 w 618"/>
                      <a:gd name="T19" fmla="*/ 14 h 1351"/>
                      <a:gd name="T20" fmla="*/ 397 w 618"/>
                      <a:gd name="T21" fmla="*/ 44 h 1351"/>
                      <a:gd name="T22" fmla="*/ 442 w 618"/>
                      <a:gd name="T23" fmla="*/ 81 h 1351"/>
                      <a:gd name="T24" fmla="*/ 532 w 618"/>
                      <a:gd name="T25" fmla="*/ 126 h 1351"/>
                      <a:gd name="T26" fmla="*/ 562 w 618"/>
                      <a:gd name="T27" fmla="*/ 171 h 1351"/>
                      <a:gd name="T28" fmla="*/ 577 w 618"/>
                      <a:gd name="T29" fmla="*/ 216 h 1351"/>
                      <a:gd name="T30" fmla="*/ 547 w 618"/>
                      <a:gd name="T31" fmla="*/ 876 h 1351"/>
                      <a:gd name="T32" fmla="*/ 517 w 618"/>
                      <a:gd name="T33" fmla="*/ 989 h 1351"/>
                      <a:gd name="T34" fmla="*/ 450 w 618"/>
                      <a:gd name="T35" fmla="*/ 1109 h 1351"/>
                      <a:gd name="T36" fmla="*/ 435 w 618"/>
                      <a:gd name="T37" fmla="*/ 1131 h 1351"/>
                      <a:gd name="T38" fmla="*/ 412 w 618"/>
                      <a:gd name="T39" fmla="*/ 1154 h 1351"/>
                      <a:gd name="T40" fmla="*/ 382 w 618"/>
                      <a:gd name="T41" fmla="*/ 1206 h 1351"/>
                      <a:gd name="T42" fmla="*/ 360 w 618"/>
                      <a:gd name="T43" fmla="*/ 1281 h 1351"/>
                      <a:gd name="T44" fmla="*/ 315 w 618"/>
                      <a:gd name="T45" fmla="*/ 1326 h 1351"/>
                      <a:gd name="T46" fmla="*/ 300 w 618"/>
                      <a:gd name="T47" fmla="*/ 1349 h 1351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618"/>
                      <a:gd name="T73" fmla="*/ 0 h 1351"/>
                      <a:gd name="T74" fmla="*/ 618 w 618"/>
                      <a:gd name="T75" fmla="*/ 1351 h 1351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618" h="1351">
                        <a:moveTo>
                          <a:pt x="300" y="1349"/>
                        </a:moveTo>
                        <a:cubicBezTo>
                          <a:pt x="285" y="1326"/>
                          <a:pt x="277" y="1304"/>
                          <a:pt x="262" y="1281"/>
                        </a:cubicBezTo>
                        <a:cubicBezTo>
                          <a:pt x="221" y="1153"/>
                          <a:pt x="238" y="919"/>
                          <a:pt x="262" y="794"/>
                        </a:cubicBezTo>
                        <a:cubicBezTo>
                          <a:pt x="262" y="789"/>
                          <a:pt x="262" y="537"/>
                          <a:pt x="240" y="471"/>
                        </a:cubicBezTo>
                        <a:cubicBezTo>
                          <a:pt x="237" y="462"/>
                          <a:pt x="225" y="461"/>
                          <a:pt x="217" y="456"/>
                        </a:cubicBezTo>
                        <a:cubicBezTo>
                          <a:pt x="202" y="426"/>
                          <a:pt x="192" y="411"/>
                          <a:pt x="187" y="374"/>
                        </a:cubicBezTo>
                        <a:cubicBezTo>
                          <a:pt x="183" y="346"/>
                          <a:pt x="198" y="253"/>
                          <a:pt x="157" y="231"/>
                        </a:cubicBezTo>
                        <a:cubicBezTo>
                          <a:pt x="114" y="157"/>
                          <a:pt x="81" y="77"/>
                          <a:pt x="28" y="10"/>
                        </a:cubicBezTo>
                        <a:cubicBezTo>
                          <a:pt x="20" y="0"/>
                          <a:pt x="0" y="33"/>
                          <a:pt x="7" y="44"/>
                        </a:cubicBezTo>
                        <a:cubicBezTo>
                          <a:pt x="9" y="47"/>
                          <a:pt x="112" y="17"/>
                          <a:pt x="120" y="14"/>
                        </a:cubicBezTo>
                        <a:cubicBezTo>
                          <a:pt x="264" y="19"/>
                          <a:pt x="296" y="7"/>
                          <a:pt x="397" y="44"/>
                        </a:cubicBezTo>
                        <a:cubicBezTo>
                          <a:pt x="414" y="60"/>
                          <a:pt x="422" y="70"/>
                          <a:pt x="442" y="81"/>
                        </a:cubicBezTo>
                        <a:cubicBezTo>
                          <a:pt x="472" y="97"/>
                          <a:pt x="532" y="126"/>
                          <a:pt x="532" y="126"/>
                        </a:cubicBezTo>
                        <a:cubicBezTo>
                          <a:pt x="542" y="141"/>
                          <a:pt x="556" y="154"/>
                          <a:pt x="562" y="171"/>
                        </a:cubicBezTo>
                        <a:cubicBezTo>
                          <a:pt x="567" y="186"/>
                          <a:pt x="577" y="216"/>
                          <a:pt x="577" y="216"/>
                        </a:cubicBezTo>
                        <a:cubicBezTo>
                          <a:pt x="576" y="315"/>
                          <a:pt x="618" y="682"/>
                          <a:pt x="547" y="876"/>
                        </a:cubicBezTo>
                        <a:cubicBezTo>
                          <a:pt x="542" y="922"/>
                          <a:pt x="542" y="951"/>
                          <a:pt x="517" y="989"/>
                        </a:cubicBezTo>
                        <a:cubicBezTo>
                          <a:pt x="506" y="1035"/>
                          <a:pt x="490" y="1082"/>
                          <a:pt x="450" y="1109"/>
                        </a:cubicBezTo>
                        <a:cubicBezTo>
                          <a:pt x="445" y="1116"/>
                          <a:pt x="441" y="1124"/>
                          <a:pt x="435" y="1131"/>
                        </a:cubicBezTo>
                        <a:cubicBezTo>
                          <a:pt x="428" y="1139"/>
                          <a:pt x="418" y="1145"/>
                          <a:pt x="412" y="1154"/>
                        </a:cubicBezTo>
                        <a:cubicBezTo>
                          <a:pt x="400" y="1170"/>
                          <a:pt x="393" y="1189"/>
                          <a:pt x="382" y="1206"/>
                        </a:cubicBezTo>
                        <a:cubicBezTo>
                          <a:pt x="375" y="1231"/>
                          <a:pt x="376" y="1260"/>
                          <a:pt x="360" y="1281"/>
                        </a:cubicBezTo>
                        <a:cubicBezTo>
                          <a:pt x="347" y="1298"/>
                          <a:pt x="330" y="1311"/>
                          <a:pt x="315" y="1326"/>
                        </a:cubicBezTo>
                        <a:cubicBezTo>
                          <a:pt x="290" y="1351"/>
                          <a:pt x="281" y="1349"/>
                          <a:pt x="300" y="1349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97" name="Freeform 223"/>
                  <p:cNvSpPr>
                    <a:spLocks/>
                  </p:cNvSpPr>
                  <p:nvPr/>
                </p:nvSpPr>
                <p:spPr bwMode="auto">
                  <a:xfrm>
                    <a:off x="7680" y="1609"/>
                    <a:ext cx="643" cy="1376"/>
                  </a:xfrm>
                  <a:custGeom>
                    <a:avLst/>
                    <a:gdLst>
                      <a:gd name="T0" fmla="*/ 233 w 643"/>
                      <a:gd name="T1" fmla="*/ 1331 h 1376"/>
                      <a:gd name="T2" fmla="*/ 263 w 643"/>
                      <a:gd name="T3" fmla="*/ 1129 h 1376"/>
                      <a:gd name="T4" fmla="*/ 285 w 643"/>
                      <a:gd name="T5" fmla="*/ 1024 h 1376"/>
                      <a:gd name="T6" fmla="*/ 323 w 643"/>
                      <a:gd name="T7" fmla="*/ 814 h 1376"/>
                      <a:gd name="T8" fmla="*/ 300 w 643"/>
                      <a:gd name="T9" fmla="*/ 214 h 1376"/>
                      <a:gd name="T10" fmla="*/ 233 w 643"/>
                      <a:gd name="T11" fmla="*/ 139 h 1376"/>
                      <a:gd name="T12" fmla="*/ 165 w 643"/>
                      <a:gd name="T13" fmla="*/ 86 h 1376"/>
                      <a:gd name="T14" fmla="*/ 0 w 643"/>
                      <a:gd name="T15" fmla="*/ 56 h 1376"/>
                      <a:gd name="T16" fmla="*/ 150 w 643"/>
                      <a:gd name="T17" fmla="*/ 11 h 1376"/>
                      <a:gd name="T18" fmla="*/ 360 w 643"/>
                      <a:gd name="T19" fmla="*/ 26 h 1376"/>
                      <a:gd name="T20" fmla="*/ 420 w 643"/>
                      <a:gd name="T21" fmla="*/ 101 h 1376"/>
                      <a:gd name="T22" fmla="*/ 540 w 643"/>
                      <a:gd name="T23" fmla="*/ 289 h 1376"/>
                      <a:gd name="T24" fmla="*/ 600 w 643"/>
                      <a:gd name="T25" fmla="*/ 431 h 1376"/>
                      <a:gd name="T26" fmla="*/ 630 w 643"/>
                      <a:gd name="T27" fmla="*/ 574 h 1376"/>
                      <a:gd name="T28" fmla="*/ 593 w 643"/>
                      <a:gd name="T29" fmla="*/ 821 h 1376"/>
                      <a:gd name="T30" fmla="*/ 578 w 643"/>
                      <a:gd name="T31" fmla="*/ 896 h 1376"/>
                      <a:gd name="T32" fmla="*/ 555 w 643"/>
                      <a:gd name="T33" fmla="*/ 941 h 1376"/>
                      <a:gd name="T34" fmla="*/ 540 w 643"/>
                      <a:gd name="T35" fmla="*/ 1031 h 1376"/>
                      <a:gd name="T36" fmla="*/ 488 w 643"/>
                      <a:gd name="T37" fmla="*/ 1099 h 1376"/>
                      <a:gd name="T38" fmla="*/ 428 w 643"/>
                      <a:gd name="T39" fmla="*/ 1181 h 1376"/>
                      <a:gd name="T40" fmla="*/ 413 w 643"/>
                      <a:gd name="T41" fmla="*/ 1226 h 1376"/>
                      <a:gd name="T42" fmla="*/ 308 w 643"/>
                      <a:gd name="T43" fmla="*/ 1316 h 1376"/>
                      <a:gd name="T44" fmla="*/ 263 w 643"/>
                      <a:gd name="T45" fmla="*/ 1354 h 1376"/>
                      <a:gd name="T46" fmla="*/ 218 w 643"/>
                      <a:gd name="T47" fmla="*/ 1376 h 1376"/>
                      <a:gd name="T48" fmla="*/ 321 w 643"/>
                      <a:gd name="T49" fmla="*/ 1275 h 137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643"/>
                      <a:gd name="T76" fmla="*/ 0 h 1376"/>
                      <a:gd name="T77" fmla="*/ 643 w 643"/>
                      <a:gd name="T78" fmla="*/ 1376 h 137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643" h="1376">
                        <a:moveTo>
                          <a:pt x="233" y="1331"/>
                        </a:moveTo>
                        <a:cubicBezTo>
                          <a:pt x="238" y="1262"/>
                          <a:pt x="245" y="1196"/>
                          <a:pt x="263" y="1129"/>
                        </a:cubicBezTo>
                        <a:cubicBezTo>
                          <a:pt x="268" y="1090"/>
                          <a:pt x="276" y="1061"/>
                          <a:pt x="285" y="1024"/>
                        </a:cubicBezTo>
                        <a:cubicBezTo>
                          <a:pt x="291" y="950"/>
                          <a:pt x="290" y="881"/>
                          <a:pt x="323" y="814"/>
                        </a:cubicBezTo>
                        <a:cubicBezTo>
                          <a:pt x="331" y="642"/>
                          <a:pt x="412" y="322"/>
                          <a:pt x="300" y="214"/>
                        </a:cubicBezTo>
                        <a:cubicBezTo>
                          <a:pt x="292" y="151"/>
                          <a:pt x="292" y="150"/>
                          <a:pt x="233" y="139"/>
                        </a:cubicBezTo>
                        <a:cubicBezTo>
                          <a:pt x="209" y="123"/>
                          <a:pt x="192" y="98"/>
                          <a:pt x="165" y="86"/>
                        </a:cubicBezTo>
                        <a:cubicBezTo>
                          <a:pt x="106" y="60"/>
                          <a:pt x="67" y="62"/>
                          <a:pt x="0" y="56"/>
                        </a:cubicBezTo>
                        <a:cubicBezTo>
                          <a:pt x="50" y="41"/>
                          <a:pt x="99" y="24"/>
                          <a:pt x="150" y="11"/>
                        </a:cubicBezTo>
                        <a:cubicBezTo>
                          <a:pt x="220" y="15"/>
                          <a:pt x="295" y="0"/>
                          <a:pt x="360" y="26"/>
                        </a:cubicBezTo>
                        <a:cubicBezTo>
                          <a:pt x="390" y="38"/>
                          <a:pt x="402" y="75"/>
                          <a:pt x="420" y="101"/>
                        </a:cubicBezTo>
                        <a:cubicBezTo>
                          <a:pt x="463" y="163"/>
                          <a:pt x="479" y="242"/>
                          <a:pt x="540" y="289"/>
                        </a:cubicBezTo>
                        <a:cubicBezTo>
                          <a:pt x="551" y="339"/>
                          <a:pt x="582" y="382"/>
                          <a:pt x="600" y="431"/>
                        </a:cubicBezTo>
                        <a:cubicBezTo>
                          <a:pt x="609" y="479"/>
                          <a:pt x="619" y="527"/>
                          <a:pt x="630" y="574"/>
                        </a:cubicBezTo>
                        <a:cubicBezTo>
                          <a:pt x="626" y="665"/>
                          <a:pt x="643" y="747"/>
                          <a:pt x="593" y="821"/>
                        </a:cubicBezTo>
                        <a:cubicBezTo>
                          <a:pt x="591" y="836"/>
                          <a:pt x="587" y="877"/>
                          <a:pt x="578" y="896"/>
                        </a:cubicBezTo>
                        <a:cubicBezTo>
                          <a:pt x="562" y="929"/>
                          <a:pt x="563" y="908"/>
                          <a:pt x="555" y="941"/>
                        </a:cubicBezTo>
                        <a:cubicBezTo>
                          <a:pt x="548" y="971"/>
                          <a:pt x="551" y="1003"/>
                          <a:pt x="540" y="1031"/>
                        </a:cubicBezTo>
                        <a:cubicBezTo>
                          <a:pt x="529" y="1059"/>
                          <a:pt x="508" y="1078"/>
                          <a:pt x="488" y="1099"/>
                        </a:cubicBezTo>
                        <a:cubicBezTo>
                          <a:pt x="465" y="1162"/>
                          <a:pt x="505" y="1060"/>
                          <a:pt x="428" y="1181"/>
                        </a:cubicBezTo>
                        <a:cubicBezTo>
                          <a:pt x="419" y="1194"/>
                          <a:pt x="419" y="1212"/>
                          <a:pt x="413" y="1226"/>
                        </a:cubicBezTo>
                        <a:cubicBezTo>
                          <a:pt x="397" y="1263"/>
                          <a:pt x="339" y="1295"/>
                          <a:pt x="308" y="1316"/>
                        </a:cubicBezTo>
                        <a:cubicBezTo>
                          <a:pt x="248" y="1356"/>
                          <a:pt x="324" y="1302"/>
                          <a:pt x="263" y="1354"/>
                        </a:cubicBezTo>
                        <a:cubicBezTo>
                          <a:pt x="250" y="1365"/>
                          <a:pt x="218" y="1376"/>
                          <a:pt x="218" y="1376"/>
                        </a:cubicBezTo>
                        <a:lnTo>
                          <a:pt x="321" y="1275"/>
                        </a:ln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98" name="Freeform 224"/>
                  <p:cNvSpPr>
                    <a:spLocks/>
                  </p:cNvSpPr>
                  <p:nvPr/>
                </p:nvSpPr>
                <p:spPr bwMode="auto">
                  <a:xfrm>
                    <a:off x="7718" y="1615"/>
                    <a:ext cx="538" cy="1325"/>
                  </a:xfrm>
                  <a:custGeom>
                    <a:avLst/>
                    <a:gdLst>
                      <a:gd name="T0" fmla="*/ 210 w 538"/>
                      <a:gd name="T1" fmla="*/ 1168 h 1325"/>
                      <a:gd name="T2" fmla="*/ 337 w 538"/>
                      <a:gd name="T3" fmla="*/ 1108 h 1325"/>
                      <a:gd name="T4" fmla="*/ 337 w 538"/>
                      <a:gd name="T5" fmla="*/ 1130 h 1325"/>
                      <a:gd name="T6" fmla="*/ 217 w 538"/>
                      <a:gd name="T7" fmla="*/ 1018 h 1325"/>
                      <a:gd name="T8" fmla="*/ 142 w 538"/>
                      <a:gd name="T9" fmla="*/ 1018 h 1325"/>
                      <a:gd name="T10" fmla="*/ 240 w 538"/>
                      <a:gd name="T11" fmla="*/ 965 h 1325"/>
                      <a:gd name="T12" fmla="*/ 277 w 538"/>
                      <a:gd name="T13" fmla="*/ 898 h 1325"/>
                      <a:gd name="T14" fmla="*/ 442 w 538"/>
                      <a:gd name="T15" fmla="*/ 958 h 1325"/>
                      <a:gd name="T16" fmla="*/ 375 w 538"/>
                      <a:gd name="T17" fmla="*/ 905 h 1325"/>
                      <a:gd name="T18" fmla="*/ 202 w 538"/>
                      <a:gd name="T19" fmla="*/ 748 h 1325"/>
                      <a:gd name="T20" fmla="*/ 285 w 538"/>
                      <a:gd name="T21" fmla="*/ 778 h 1325"/>
                      <a:gd name="T22" fmla="*/ 525 w 538"/>
                      <a:gd name="T23" fmla="*/ 613 h 1325"/>
                      <a:gd name="T24" fmla="*/ 465 w 538"/>
                      <a:gd name="T25" fmla="*/ 628 h 1325"/>
                      <a:gd name="T26" fmla="*/ 367 w 538"/>
                      <a:gd name="T27" fmla="*/ 673 h 1325"/>
                      <a:gd name="T28" fmla="*/ 292 w 538"/>
                      <a:gd name="T29" fmla="*/ 620 h 1325"/>
                      <a:gd name="T30" fmla="*/ 195 w 538"/>
                      <a:gd name="T31" fmla="*/ 598 h 1325"/>
                      <a:gd name="T32" fmla="*/ 307 w 538"/>
                      <a:gd name="T33" fmla="*/ 605 h 1325"/>
                      <a:gd name="T34" fmla="*/ 337 w 538"/>
                      <a:gd name="T35" fmla="*/ 485 h 1325"/>
                      <a:gd name="T36" fmla="*/ 405 w 538"/>
                      <a:gd name="T37" fmla="*/ 403 h 1325"/>
                      <a:gd name="T38" fmla="*/ 382 w 538"/>
                      <a:gd name="T39" fmla="*/ 418 h 1325"/>
                      <a:gd name="T40" fmla="*/ 330 w 538"/>
                      <a:gd name="T41" fmla="*/ 485 h 1325"/>
                      <a:gd name="T42" fmla="*/ 172 w 538"/>
                      <a:gd name="T43" fmla="*/ 410 h 1325"/>
                      <a:gd name="T44" fmla="*/ 277 w 538"/>
                      <a:gd name="T45" fmla="*/ 425 h 1325"/>
                      <a:gd name="T46" fmla="*/ 315 w 538"/>
                      <a:gd name="T47" fmla="*/ 290 h 1325"/>
                      <a:gd name="T48" fmla="*/ 337 w 538"/>
                      <a:gd name="T49" fmla="*/ 215 h 1325"/>
                      <a:gd name="T50" fmla="*/ 270 w 538"/>
                      <a:gd name="T51" fmla="*/ 260 h 1325"/>
                      <a:gd name="T52" fmla="*/ 157 w 538"/>
                      <a:gd name="T53" fmla="*/ 238 h 1325"/>
                      <a:gd name="T54" fmla="*/ 292 w 538"/>
                      <a:gd name="T55" fmla="*/ 118 h 1325"/>
                      <a:gd name="T56" fmla="*/ 240 w 538"/>
                      <a:gd name="T57" fmla="*/ 148 h 1325"/>
                      <a:gd name="T58" fmla="*/ 157 w 538"/>
                      <a:gd name="T59" fmla="*/ 110 h 1325"/>
                      <a:gd name="T60" fmla="*/ 120 w 538"/>
                      <a:gd name="T61" fmla="*/ 80 h 1325"/>
                      <a:gd name="T62" fmla="*/ 135 w 538"/>
                      <a:gd name="T63" fmla="*/ 58 h 132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538"/>
                      <a:gd name="T97" fmla="*/ 0 h 1325"/>
                      <a:gd name="T98" fmla="*/ 538 w 538"/>
                      <a:gd name="T99" fmla="*/ 1325 h 132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538" h="1325">
                        <a:moveTo>
                          <a:pt x="195" y="1325"/>
                        </a:moveTo>
                        <a:cubicBezTo>
                          <a:pt x="212" y="1271"/>
                          <a:pt x="177" y="1217"/>
                          <a:pt x="210" y="1168"/>
                        </a:cubicBezTo>
                        <a:cubicBezTo>
                          <a:pt x="218" y="1127"/>
                          <a:pt x="223" y="1114"/>
                          <a:pt x="262" y="1100"/>
                        </a:cubicBezTo>
                        <a:cubicBezTo>
                          <a:pt x="287" y="1103"/>
                          <a:pt x="313" y="1102"/>
                          <a:pt x="337" y="1108"/>
                        </a:cubicBezTo>
                        <a:cubicBezTo>
                          <a:pt x="346" y="1110"/>
                          <a:pt x="360" y="1114"/>
                          <a:pt x="360" y="1123"/>
                        </a:cubicBezTo>
                        <a:cubicBezTo>
                          <a:pt x="360" y="1131"/>
                          <a:pt x="345" y="1128"/>
                          <a:pt x="337" y="1130"/>
                        </a:cubicBezTo>
                        <a:cubicBezTo>
                          <a:pt x="308" y="1087"/>
                          <a:pt x="281" y="1098"/>
                          <a:pt x="225" y="1093"/>
                        </a:cubicBezTo>
                        <a:cubicBezTo>
                          <a:pt x="222" y="1068"/>
                          <a:pt x="226" y="1042"/>
                          <a:pt x="217" y="1018"/>
                        </a:cubicBezTo>
                        <a:cubicBezTo>
                          <a:pt x="214" y="1011"/>
                          <a:pt x="203" y="1010"/>
                          <a:pt x="195" y="1010"/>
                        </a:cubicBezTo>
                        <a:cubicBezTo>
                          <a:pt x="177" y="1010"/>
                          <a:pt x="124" y="1018"/>
                          <a:pt x="142" y="1018"/>
                        </a:cubicBezTo>
                        <a:cubicBezTo>
                          <a:pt x="167" y="1018"/>
                          <a:pt x="192" y="1013"/>
                          <a:pt x="217" y="1010"/>
                        </a:cubicBezTo>
                        <a:cubicBezTo>
                          <a:pt x="231" y="989"/>
                          <a:pt x="234" y="989"/>
                          <a:pt x="240" y="965"/>
                        </a:cubicBezTo>
                        <a:cubicBezTo>
                          <a:pt x="240" y="963"/>
                          <a:pt x="248" y="912"/>
                          <a:pt x="255" y="905"/>
                        </a:cubicBezTo>
                        <a:cubicBezTo>
                          <a:pt x="260" y="900"/>
                          <a:pt x="270" y="900"/>
                          <a:pt x="277" y="898"/>
                        </a:cubicBezTo>
                        <a:cubicBezTo>
                          <a:pt x="312" y="903"/>
                          <a:pt x="348" y="905"/>
                          <a:pt x="382" y="913"/>
                        </a:cubicBezTo>
                        <a:cubicBezTo>
                          <a:pt x="410" y="920"/>
                          <a:pt x="415" y="948"/>
                          <a:pt x="442" y="958"/>
                        </a:cubicBezTo>
                        <a:cubicBezTo>
                          <a:pt x="387" y="976"/>
                          <a:pt x="420" y="936"/>
                          <a:pt x="397" y="913"/>
                        </a:cubicBezTo>
                        <a:cubicBezTo>
                          <a:pt x="391" y="907"/>
                          <a:pt x="382" y="909"/>
                          <a:pt x="375" y="905"/>
                        </a:cubicBezTo>
                        <a:cubicBezTo>
                          <a:pt x="339" y="887"/>
                          <a:pt x="309" y="875"/>
                          <a:pt x="270" y="868"/>
                        </a:cubicBezTo>
                        <a:cubicBezTo>
                          <a:pt x="262" y="756"/>
                          <a:pt x="299" y="748"/>
                          <a:pt x="202" y="748"/>
                        </a:cubicBezTo>
                        <a:cubicBezTo>
                          <a:pt x="189" y="748"/>
                          <a:pt x="227" y="753"/>
                          <a:pt x="240" y="755"/>
                        </a:cubicBezTo>
                        <a:cubicBezTo>
                          <a:pt x="244" y="758"/>
                          <a:pt x="276" y="783"/>
                          <a:pt x="285" y="778"/>
                        </a:cubicBezTo>
                        <a:cubicBezTo>
                          <a:pt x="304" y="768"/>
                          <a:pt x="330" y="733"/>
                          <a:pt x="330" y="733"/>
                        </a:cubicBezTo>
                        <a:cubicBezTo>
                          <a:pt x="366" y="661"/>
                          <a:pt x="443" y="613"/>
                          <a:pt x="525" y="613"/>
                        </a:cubicBezTo>
                        <a:cubicBezTo>
                          <a:pt x="538" y="613"/>
                          <a:pt x="499" y="617"/>
                          <a:pt x="487" y="620"/>
                        </a:cubicBezTo>
                        <a:cubicBezTo>
                          <a:pt x="479" y="622"/>
                          <a:pt x="472" y="626"/>
                          <a:pt x="465" y="628"/>
                        </a:cubicBezTo>
                        <a:cubicBezTo>
                          <a:pt x="455" y="631"/>
                          <a:pt x="445" y="633"/>
                          <a:pt x="435" y="635"/>
                        </a:cubicBezTo>
                        <a:cubicBezTo>
                          <a:pt x="412" y="650"/>
                          <a:pt x="390" y="658"/>
                          <a:pt x="367" y="673"/>
                        </a:cubicBezTo>
                        <a:cubicBezTo>
                          <a:pt x="346" y="701"/>
                          <a:pt x="333" y="721"/>
                          <a:pt x="300" y="733"/>
                        </a:cubicBezTo>
                        <a:cubicBezTo>
                          <a:pt x="297" y="695"/>
                          <a:pt x="303" y="656"/>
                          <a:pt x="292" y="620"/>
                        </a:cubicBezTo>
                        <a:cubicBezTo>
                          <a:pt x="287" y="603"/>
                          <a:pt x="258" y="609"/>
                          <a:pt x="240" y="605"/>
                        </a:cubicBezTo>
                        <a:cubicBezTo>
                          <a:pt x="225" y="602"/>
                          <a:pt x="180" y="598"/>
                          <a:pt x="195" y="598"/>
                        </a:cubicBezTo>
                        <a:cubicBezTo>
                          <a:pt x="212" y="598"/>
                          <a:pt x="230" y="603"/>
                          <a:pt x="247" y="605"/>
                        </a:cubicBezTo>
                        <a:cubicBezTo>
                          <a:pt x="287" y="619"/>
                          <a:pt x="281" y="645"/>
                          <a:pt x="307" y="605"/>
                        </a:cubicBezTo>
                        <a:cubicBezTo>
                          <a:pt x="310" y="570"/>
                          <a:pt x="306" y="534"/>
                          <a:pt x="315" y="500"/>
                        </a:cubicBezTo>
                        <a:cubicBezTo>
                          <a:pt x="317" y="491"/>
                          <a:pt x="330" y="491"/>
                          <a:pt x="337" y="485"/>
                        </a:cubicBezTo>
                        <a:cubicBezTo>
                          <a:pt x="361" y="465"/>
                          <a:pt x="371" y="443"/>
                          <a:pt x="397" y="425"/>
                        </a:cubicBezTo>
                        <a:cubicBezTo>
                          <a:pt x="400" y="418"/>
                          <a:pt x="399" y="409"/>
                          <a:pt x="405" y="403"/>
                        </a:cubicBezTo>
                        <a:cubicBezTo>
                          <a:pt x="411" y="397"/>
                          <a:pt x="427" y="387"/>
                          <a:pt x="427" y="395"/>
                        </a:cubicBezTo>
                        <a:cubicBezTo>
                          <a:pt x="427" y="405"/>
                          <a:pt x="387" y="416"/>
                          <a:pt x="382" y="418"/>
                        </a:cubicBezTo>
                        <a:cubicBezTo>
                          <a:pt x="375" y="425"/>
                          <a:pt x="366" y="432"/>
                          <a:pt x="360" y="440"/>
                        </a:cubicBezTo>
                        <a:cubicBezTo>
                          <a:pt x="349" y="454"/>
                          <a:pt x="330" y="485"/>
                          <a:pt x="330" y="485"/>
                        </a:cubicBezTo>
                        <a:cubicBezTo>
                          <a:pt x="319" y="469"/>
                          <a:pt x="320" y="446"/>
                          <a:pt x="307" y="433"/>
                        </a:cubicBezTo>
                        <a:cubicBezTo>
                          <a:pt x="298" y="424"/>
                          <a:pt x="181" y="410"/>
                          <a:pt x="172" y="410"/>
                        </a:cubicBezTo>
                        <a:cubicBezTo>
                          <a:pt x="157" y="410"/>
                          <a:pt x="202" y="416"/>
                          <a:pt x="217" y="418"/>
                        </a:cubicBezTo>
                        <a:cubicBezTo>
                          <a:pt x="237" y="421"/>
                          <a:pt x="257" y="423"/>
                          <a:pt x="277" y="425"/>
                        </a:cubicBezTo>
                        <a:cubicBezTo>
                          <a:pt x="355" y="452"/>
                          <a:pt x="325" y="378"/>
                          <a:pt x="307" y="328"/>
                        </a:cubicBezTo>
                        <a:cubicBezTo>
                          <a:pt x="310" y="315"/>
                          <a:pt x="311" y="302"/>
                          <a:pt x="315" y="290"/>
                        </a:cubicBezTo>
                        <a:cubicBezTo>
                          <a:pt x="319" y="279"/>
                          <a:pt x="327" y="271"/>
                          <a:pt x="330" y="260"/>
                        </a:cubicBezTo>
                        <a:cubicBezTo>
                          <a:pt x="334" y="245"/>
                          <a:pt x="337" y="215"/>
                          <a:pt x="337" y="215"/>
                        </a:cubicBezTo>
                        <a:cubicBezTo>
                          <a:pt x="329" y="265"/>
                          <a:pt x="329" y="267"/>
                          <a:pt x="285" y="283"/>
                        </a:cubicBezTo>
                        <a:cubicBezTo>
                          <a:pt x="280" y="275"/>
                          <a:pt x="274" y="268"/>
                          <a:pt x="270" y="260"/>
                        </a:cubicBezTo>
                        <a:cubicBezTo>
                          <a:pt x="264" y="248"/>
                          <a:pt x="267" y="228"/>
                          <a:pt x="255" y="223"/>
                        </a:cubicBezTo>
                        <a:cubicBezTo>
                          <a:pt x="244" y="219"/>
                          <a:pt x="175" y="234"/>
                          <a:pt x="157" y="238"/>
                        </a:cubicBezTo>
                        <a:cubicBezTo>
                          <a:pt x="92" y="282"/>
                          <a:pt x="234" y="232"/>
                          <a:pt x="247" y="230"/>
                        </a:cubicBezTo>
                        <a:cubicBezTo>
                          <a:pt x="235" y="167"/>
                          <a:pt x="197" y="143"/>
                          <a:pt x="292" y="118"/>
                        </a:cubicBezTo>
                        <a:cubicBezTo>
                          <a:pt x="304" y="115"/>
                          <a:pt x="273" y="134"/>
                          <a:pt x="262" y="140"/>
                        </a:cubicBezTo>
                        <a:cubicBezTo>
                          <a:pt x="255" y="144"/>
                          <a:pt x="247" y="145"/>
                          <a:pt x="240" y="148"/>
                        </a:cubicBezTo>
                        <a:cubicBezTo>
                          <a:pt x="215" y="145"/>
                          <a:pt x="188" y="150"/>
                          <a:pt x="165" y="140"/>
                        </a:cubicBezTo>
                        <a:cubicBezTo>
                          <a:pt x="156" y="136"/>
                          <a:pt x="167" y="112"/>
                          <a:pt x="157" y="110"/>
                        </a:cubicBezTo>
                        <a:cubicBezTo>
                          <a:pt x="106" y="99"/>
                          <a:pt x="52" y="105"/>
                          <a:pt x="0" y="103"/>
                        </a:cubicBezTo>
                        <a:cubicBezTo>
                          <a:pt x="44" y="98"/>
                          <a:pt x="79" y="94"/>
                          <a:pt x="120" y="80"/>
                        </a:cubicBezTo>
                        <a:cubicBezTo>
                          <a:pt x="129" y="52"/>
                          <a:pt x="130" y="43"/>
                          <a:pt x="150" y="13"/>
                        </a:cubicBezTo>
                        <a:cubicBezTo>
                          <a:pt x="159" y="0"/>
                          <a:pt x="135" y="58"/>
                          <a:pt x="135" y="58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78" name="Group 225"/>
                <p:cNvGrpSpPr>
                  <a:grpSpLocks/>
                </p:cNvGrpSpPr>
                <p:nvPr/>
              </p:nvGrpSpPr>
              <p:grpSpPr bwMode="auto">
                <a:xfrm flipH="1">
                  <a:off x="5239" y="2768"/>
                  <a:ext cx="1253" cy="477"/>
                  <a:chOff x="7857" y="2583"/>
                  <a:chExt cx="1253" cy="477"/>
                </a:xfrm>
              </p:grpSpPr>
              <p:sp>
                <p:nvSpPr>
                  <p:cNvPr id="93" name="Freeform 226"/>
                  <p:cNvSpPr>
                    <a:spLocks/>
                  </p:cNvSpPr>
                  <p:nvPr/>
                </p:nvSpPr>
                <p:spPr bwMode="auto">
                  <a:xfrm>
                    <a:off x="7857" y="2583"/>
                    <a:ext cx="1253" cy="440"/>
                  </a:xfrm>
                  <a:custGeom>
                    <a:avLst/>
                    <a:gdLst>
                      <a:gd name="T0" fmla="*/ 18 w 1253"/>
                      <a:gd name="T1" fmla="*/ 395 h 440"/>
                      <a:gd name="T2" fmla="*/ 56 w 1253"/>
                      <a:gd name="T3" fmla="*/ 387 h 440"/>
                      <a:gd name="T4" fmla="*/ 116 w 1253"/>
                      <a:gd name="T5" fmla="*/ 320 h 440"/>
                      <a:gd name="T6" fmla="*/ 221 w 1253"/>
                      <a:gd name="T7" fmla="*/ 215 h 440"/>
                      <a:gd name="T8" fmla="*/ 288 w 1253"/>
                      <a:gd name="T9" fmla="*/ 155 h 440"/>
                      <a:gd name="T10" fmla="*/ 311 w 1253"/>
                      <a:gd name="T11" fmla="*/ 132 h 440"/>
                      <a:gd name="T12" fmla="*/ 453 w 1253"/>
                      <a:gd name="T13" fmla="*/ 57 h 440"/>
                      <a:gd name="T14" fmla="*/ 761 w 1253"/>
                      <a:gd name="T15" fmla="*/ 20 h 440"/>
                      <a:gd name="T16" fmla="*/ 993 w 1253"/>
                      <a:gd name="T17" fmla="*/ 27 h 440"/>
                      <a:gd name="T18" fmla="*/ 1038 w 1253"/>
                      <a:gd name="T19" fmla="*/ 35 h 440"/>
                      <a:gd name="T20" fmla="*/ 1053 w 1253"/>
                      <a:gd name="T21" fmla="*/ 57 h 440"/>
                      <a:gd name="T22" fmla="*/ 1076 w 1253"/>
                      <a:gd name="T23" fmla="*/ 72 h 440"/>
                      <a:gd name="T24" fmla="*/ 1188 w 1253"/>
                      <a:gd name="T25" fmla="*/ 200 h 440"/>
                      <a:gd name="T26" fmla="*/ 1196 w 1253"/>
                      <a:gd name="T27" fmla="*/ 252 h 440"/>
                      <a:gd name="T28" fmla="*/ 1173 w 1253"/>
                      <a:gd name="T29" fmla="*/ 207 h 440"/>
                      <a:gd name="T30" fmla="*/ 978 w 1253"/>
                      <a:gd name="T31" fmla="*/ 162 h 440"/>
                      <a:gd name="T32" fmla="*/ 678 w 1253"/>
                      <a:gd name="T33" fmla="*/ 192 h 440"/>
                      <a:gd name="T34" fmla="*/ 461 w 1253"/>
                      <a:gd name="T35" fmla="*/ 237 h 440"/>
                      <a:gd name="T36" fmla="*/ 228 w 1253"/>
                      <a:gd name="T37" fmla="*/ 320 h 440"/>
                      <a:gd name="T38" fmla="*/ 153 w 1253"/>
                      <a:gd name="T39" fmla="*/ 380 h 440"/>
                      <a:gd name="T40" fmla="*/ 138 w 1253"/>
                      <a:gd name="T41" fmla="*/ 402 h 440"/>
                      <a:gd name="T42" fmla="*/ 71 w 1253"/>
                      <a:gd name="T43" fmla="*/ 410 h 440"/>
                      <a:gd name="T44" fmla="*/ 26 w 1253"/>
                      <a:gd name="T45" fmla="*/ 425 h 440"/>
                      <a:gd name="T46" fmla="*/ 3 w 1253"/>
                      <a:gd name="T47" fmla="*/ 432 h 440"/>
                      <a:gd name="T48" fmla="*/ 18 w 1253"/>
                      <a:gd name="T49" fmla="*/ 395 h 440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253"/>
                      <a:gd name="T76" fmla="*/ 0 h 440"/>
                      <a:gd name="T77" fmla="*/ 1253 w 1253"/>
                      <a:gd name="T78" fmla="*/ 440 h 440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253" h="440">
                        <a:moveTo>
                          <a:pt x="18" y="395"/>
                        </a:moveTo>
                        <a:cubicBezTo>
                          <a:pt x="31" y="392"/>
                          <a:pt x="45" y="394"/>
                          <a:pt x="56" y="387"/>
                        </a:cubicBezTo>
                        <a:cubicBezTo>
                          <a:pt x="116" y="349"/>
                          <a:pt x="86" y="354"/>
                          <a:pt x="116" y="320"/>
                        </a:cubicBezTo>
                        <a:cubicBezTo>
                          <a:pt x="147" y="285"/>
                          <a:pt x="182" y="240"/>
                          <a:pt x="221" y="215"/>
                        </a:cubicBezTo>
                        <a:cubicBezTo>
                          <a:pt x="254" y="170"/>
                          <a:pt x="233" y="192"/>
                          <a:pt x="288" y="155"/>
                        </a:cubicBezTo>
                        <a:cubicBezTo>
                          <a:pt x="297" y="149"/>
                          <a:pt x="302" y="139"/>
                          <a:pt x="311" y="132"/>
                        </a:cubicBezTo>
                        <a:cubicBezTo>
                          <a:pt x="358" y="95"/>
                          <a:pt x="397" y="73"/>
                          <a:pt x="453" y="57"/>
                        </a:cubicBezTo>
                        <a:cubicBezTo>
                          <a:pt x="530" y="0"/>
                          <a:pt x="688" y="22"/>
                          <a:pt x="761" y="20"/>
                        </a:cubicBezTo>
                        <a:cubicBezTo>
                          <a:pt x="838" y="22"/>
                          <a:pt x="916" y="23"/>
                          <a:pt x="993" y="27"/>
                        </a:cubicBezTo>
                        <a:cubicBezTo>
                          <a:pt x="1008" y="28"/>
                          <a:pt x="1024" y="28"/>
                          <a:pt x="1038" y="35"/>
                        </a:cubicBezTo>
                        <a:cubicBezTo>
                          <a:pt x="1046" y="39"/>
                          <a:pt x="1047" y="51"/>
                          <a:pt x="1053" y="57"/>
                        </a:cubicBezTo>
                        <a:cubicBezTo>
                          <a:pt x="1060" y="63"/>
                          <a:pt x="1069" y="66"/>
                          <a:pt x="1076" y="72"/>
                        </a:cubicBezTo>
                        <a:cubicBezTo>
                          <a:pt x="1137" y="128"/>
                          <a:pt x="1143" y="138"/>
                          <a:pt x="1188" y="200"/>
                        </a:cubicBezTo>
                        <a:cubicBezTo>
                          <a:pt x="1201" y="218"/>
                          <a:pt x="1253" y="291"/>
                          <a:pt x="1196" y="252"/>
                        </a:cubicBezTo>
                        <a:cubicBezTo>
                          <a:pt x="1191" y="238"/>
                          <a:pt x="1185" y="217"/>
                          <a:pt x="1173" y="207"/>
                        </a:cubicBezTo>
                        <a:cubicBezTo>
                          <a:pt x="1132" y="174"/>
                          <a:pt x="1027" y="169"/>
                          <a:pt x="978" y="162"/>
                        </a:cubicBezTo>
                        <a:cubicBezTo>
                          <a:pt x="803" y="169"/>
                          <a:pt x="800" y="173"/>
                          <a:pt x="678" y="192"/>
                        </a:cubicBezTo>
                        <a:cubicBezTo>
                          <a:pt x="609" y="217"/>
                          <a:pt x="533" y="229"/>
                          <a:pt x="461" y="237"/>
                        </a:cubicBezTo>
                        <a:cubicBezTo>
                          <a:pt x="385" y="264"/>
                          <a:pt x="298" y="280"/>
                          <a:pt x="228" y="320"/>
                        </a:cubicBezTo>
                        <a:cubicBezTo>
                          <a:pt x="203" y="334"/>
                          <a:pt x="173" y="360"/>
                          <a:pt x="153" y="380"/>
                        </a:cubicBezTo>
                        <a:cubicBezTo>
                          <a:pt x="147" y="386"/>
                          <a:pt x="146" y="399"/>
                          <a:pt x="138" y="402"/>
                        </a:cubicBezTo>
                        <a:cubicBezTo>
                          <a:pt x="117" y="410"/>
                          <a:pt x="93" y="407"/>
                          <a:pt x="71" y="410"/>
                        </a:cubicBezTo>
                        <a:cubicBezTo>
                          <a:pt x="9" y="429"/>
                          <a:pt x="86" y="405"/>
                          <a:pt x="26" y="425"/>
                        </a:cubicBezTo>
                        <a:cubicBezTo>
                          <a:pt x="18" y="428"/>
                          <a:pt x="5" y="440"/>
                          <a:pt x="3" y="432"/>
                        </a:cubicBezTo>
                        <a:cubicBezTo>
                          <a:pt x="0" y="419"/>
                          <a:pt x="13" y="407"/>
                          <a:pt x="18" y="395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94" name="Freeform 227"/>
                  <p:cNvSpPr>
                    <a:spLocks/>
                  </p:cNvSpPr>
                  <p:nvPr/>
                </p:nvSpPr>
                <p:spPr bwMode="auto">
                  <a:xfrm>
                    <a:off x="7903" y="2743"/>
                    <a:ext cx="1191" cy="317"/>
                  </a:xfrm>
                  <a:custGeom>
                    <a:avLst/>
                    <a:gdLst>
                      <a:gd name="T0" fmla="*/ 2 w 1191"/>
                      <a:gd name="T1" fmla="*/ 257 h 317"/>
                      <a:gd name="T2" fmla="*/ 85 w 1191"/>
                      <a:gd name="T3" fmla="*/ 242 h 317"/>
                      <a:gd name="T4" fmla="*/ 130 w 1191"/>
                      <a:gd name="T5" fmla="*/ 205 h 317"/>
                      <a:gd name="T6" fmla="*/ 220 w 1191"/>
                      <a:gd name="T7" fmla="*/ 145 h 317"/>
                      <a:gd name="T8" fmla="*/ 242 w 1191"/>
                      <a:gd name="T9" fmla="*/ 122 h 317"/>
                      <a:gd name="T10" fmla="*/ 445 w 1191"/>
                      <a:gd name="T11" fmla="*/ 85 h 317"/>
                      <a:gd name="T12" fmla="*/ 722 w 1191"/>
                      <a:gd name="T13" fmla="*/ 32 h 317"/>
                      <a:gd name="T14" fmla="*/ 1090 w 1191"/>
                      <a:gd name="T15" fmla="*/ 25 h 317"/>
                      <a:gd name="T16" fmla="*/ 1135 w 1191"/>
                      <a:gd name="T17" fmla="*/ 70 h 317"/>
                      <a:gd name="T18" fmla="*/ 1157 w 1191"/>
                      <a:gd name="T19" fmla="*/ 92 h 317"/>
                      <a:gd name="T20" fmla="*/ 1142 w 1191"/>
                      <a:gd name="T21" fmla="*/ 205 h 317"/>
                      <a:gd name="T22" fmla="*/ 1090 w 1191"/>
                      <a:gd name="T23" fmla="*/ 137 h 317"/>
                      <a:gd name="T24" fmla="*/ 940 w 1191"/>
                      <a:gd name="T25" fmla="*/ 167 h 317"/>
                      <a:gd name="T26" fmla="*/ 587 w 1191"/>
                      <a:gd name="T27" fmla="*/ 265 h 317"/>
                      <a:gd name="T28" fmla="*/ 520 w 1191"/>
                      <a:gd name="T29" fmla="*/ 302 h 317"/>
                      <a:gd name="T30" fmla="*/ 475 w 1191"/>
                      <a:gd name="T31" fmla="*/ 317 h 317"/>
                      <a:gd name="T32" fmla="*/ 325 w 1191"/>
                      <a:gd name="T33" fmla="*/ 310 h 317"/>
                      <a:gd name="T34" fmla="*/ 280 w 1191"/>
                      <a:gd name="T35" fmla="*/ 295 h 317"/>
                      <a:gd name="T36" fmla="*/ 47 w 1191"/>
                      <a:gd name="T37" fmla="*/ 295 h 317"/>
                      <a:gd name="T38" fmla="*/ 2 w 1191"/>
                      <a:gd name="T39" fmla="*/ 257 h 31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1191"/>
                      <a:gd name="T61" fmla="*/ 0 h 317"/>
                      <a:gd name="T62" fmla="*/ 1191 w 1191"/>
                      <a:gd name="T63" fmla="*/ 317 h 31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1191" h="317">
                        <a:moveTo>
                          <a:pt x="2" y="257"/>
                        </a:moveTo>
                        <a:cubicBezTo>
                          <a:pt x="27" y="254"/>
                          <a:pt x="60" y="255"/>
                          <a:pt x="85" y="242"/>
                        </a:cubicBezTo>
                        <a:cubicBezTo>
                          <a:pt x="114" y="227"/>
                          <a:pt x="103" y="226"/>
                          <a:pt x="130" y="205"/>
                        </a:cubicBezTo>
                        <a:cubicBezTo>
                          <a:pt x="158" y="184"/>
                          <a:pt x="190" y="164"/>
                          <a:pt x="220" y="145"/>
                        </a:cubicBezTo>
                        <a:cubicBezTo>
                          <a:pt x="229" y="139"/>
                          <a:pt x="233" y="127"/>
                          <a:pt x="242" y="122"/>
                        </a:cubicBezTo>
                        <a:cubicBezTo>
                          <a:pt x="289" y="95"/>
                          <a:pt x="387" y="93"/>
                          <a:pt x="445" y="85"/>
                        </a:cubicBezTo>
                        <a:cubicBezTo>
                          <a:pt x="531" y="42"/>
                          <a:pt x="628" y="38"/>
                          <a:pt x="722" y="32"/>
                        </a:cubicBezTo>
                        <a:cubicBezTo>
                          <a:pt x="828" y="0"/>
                          <a:pt x="994" y="22"/>
                          <a:pt x="1090" y="25"/>
                        </a:cubicBezTo>
                        <a:cubicBezTo>
                          <a:pt x="1105" y="40"/>
                          <a:pt x="1120" y="55"/>
                          <a:pt x="1135" y="70"/>
                        </a:cubicBezTo>
                        <a:cubicBezTo>
                          <a:pt x="1142" y="77"/>
                          <a:pt x="1157" y="92"/>
                          <a:pt x="1157" y="92"/>
                        </a:cubicBezTo>
                        <a:cubicBezTo>
                          <a:pt x="1171" y="132"/>
                          <a:pt x="1191" y="277"/>
                          <a:pt x="1142" y="205"/>
                        </a:cubicBezTo>
                        <a:cubicBezTo>
                          <a:pt x="1133" y="168"/>
                          <a:pt x="1120" y="158"/>
                          <a:pt x="1090" y="137"/>
                        </a:cubicBezTo>
                        <a:cubicBezTo>
                          <a:pt x="953" y="147"/>
                          <a:pt x="1021" y="141"/>
                          <a:pt x="940" y="167"/>
                        </a:cubicBezTo>
                        <a:cubicBezTo>
                          <a:pt x="839" y="268"/>
                          <a:pt x="727" y="259"/>
                          <a:pt x="587" y="265"/>
                        </a:cubicBezTo>
                        <a:cubicBezTo>
                          <a:pt x="566" y="296"/>
                          <a:pt x="555" y="292"/>
                          <a:pt x="520" y="302"/>
                        </a:cubicBezTo>
                        <a:cubicBezTo>
                          <a:pt x="505" y="306"/>
                          <a:pt x="475" y="317"/>
                          <a:pt x="475" y="317"/>
                        </a:cubicBezTo>
                        <a:cubicBezTo>
                          <a:pt x="425" y="315"/>
                          <a:pt x="375" y="316"/>
                          <a:pt x="325" y="310"/>
                        </a:cubicBezTo>
                        <a:cubicBezTo>
                          <a:pt x="309" y="308"/>
                          <a:pt x="280" y="295"/>
                          <a:pt x="280" y="295"/>
                        </a:cubicBezTo>
                        <a:cubicBezTo>
                          <a:pt x="201" y="301"/>
                          <a:pt x="127" y="311"/>
                          <a:pt x="47" y="295"/>
                        </a:cubicBezTo>
                        <a:cubicBezTo>
                          <a:pt x="0" y="286"/>
                          <a:pt x="2" y="280"/>
                          <a:pt x="2" y="257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95" name="Freeform 228"/>
                  <p:cNvSpPr>
                    <a:spLocks/>
                  </p:cNvSpPr>
                  <p:nvPr/>
                </p:nvSpPr>
                <p:spPr bwMode="auto">
                  <a:xfrm>
                    <a:off x="7935" y="2628"/>
                    <a:ext cx="966" cy="376"/>
                  </a:xfrm>
                  <a:custGeom>
                    <a:avLst/>
                    <a:gdLst>
                      <a:gd name="T0" fmla="*/ 0 w 966"/>
                      <a:gd name="T1" fmla="*/ 372 h 376"/>
                      <a:gd name="T2" fmla="*/ 68 w 966"/>
                      <a:gd name="T3" fmla="*/ 320 h 376"/>
                      <a:gd name="T4" fmla="*/ 83 w 966"/>
                      <a:gd name="T5" fmla="*/ 290 h 376"/>
                      <a:gd name="T6" fmla="*/ 90 w 966"/>
                      <a:gd name="T7" fmla="*/ 267 h 376"/>
                      <a:gd name="T8" fmla="*/ 83 w 966"/>
                      <a:gd name="T9" fmla="*/ 297 h 376"/>
                      <a:gd name="T10" fmla="*/ 75 w 966"/>
                      <a:gd name="T11" fmla="*/ 320 h 376"/>
                      <a:gd name="T12" fmla="*/ 143 w 966"/>
                      <a:gd name="T13" fmla="*/ 305 h 376"/>
                      <a:gd name="T14" fmla="*/ 218 w 966"/>
                      <a:gd name="T15" fmla="*/ 237 h 376"/>
                      <a:gd name="T16" fmla="*/ 263 w 966"/>
                      <a:gd name="T17" fmla="*/ 207 h 376"/>
                      <a:gd name="T18" fmla="*/ 278 w 966"/>
                      <a:gd name="T19" fmla="*/ 140 h 376"/>
                      <a:gd name="T20" fmla="*/ 345 w 966"/>
                      <a:gd name="T21" fmla="*/ 222 h 376"/>
                      <a:gd name="T22" fmla="*/ 360 w 966"/>
                      <a:gd name="T23" fmla="*/ 267 h 376"/>
                      <a:gd name="T24" fmla="*/ 368 w 966"/>
                      <a:gd name="T25" fmla="*/ 290 h 376"/>
                      <a:gd name="T26" fmla="*/ 360 w 966"/>
                      <a:gd name="T27" fmla="*/ 350 h 376"/>
                      <a:gd name="T28" fmla="*/ 360 w 966"/>
                      <a:gd name="T29" fmla="*/ 222 h 376"/>
                      <a:gd name="T30" fmla="*/ 435 w 966"/>
                      <a:gd name="T31" fmla="*/ 215 h 376"/>
                      <a:gd name="T32" fmla="*/ 450 w 966"/>
                      <a:gd name="T33" fmla="*/ 170 h 376"/>
                      <a:gd name="T34" fmla="*/ 450 w 966"/>
                      <a:gd name="T35" fmla="*/ 110 h 376"/>
                      <a:gd name="T36" fmla="*/ 458 w 966"/>
                      <a:gd name="T37" fmla="*/ 185 h 376"/>
                      <a:gd name="T38" fmla="*/ 533 w 966"/>
                      <a:gd name="T39" fmla="*/ 192 h 376"/>
                      <a:gd name="T40" fmla="*/ 540 w 966"/>
                      <a:gd name="T41" fmla="*/ 245 h 376"/>
                      <a:gd name="T42" fmla="*/ 555 w 966"/>
                      <a:gd name="T43" fmla="*/ 305 h 376"/>
                      <a:gd name="T44" fmla="*/ 540 w 966"/>
                      <a:gd name="T45" fmla="*/ 282 h 376"/>
                      <a:gd name="T46" fmla="*/ 570 w 966"/>
                      <a:gd name="T47" fmla="*/ 140 h 376"/>
                      <a:gd name="T48" fmla="*/ 645 w 966"/>
                      <a:gd name="T49" fmla="*/ 132 h 376"/>
                      <a:gd name="T50" fmla="*/ 653 w 966"/>
                      <a:gd name="T51" fmla="*/ 110 h 376"/>
                      <a:gd name="T52" fmla="*/ 660 w 966"/>
                      <a:gd name="T53" fmla="*/ 72 h 376"/>
                      <a:gd name="T54" fmla="*/ 683 w 966"/>
                      <a:gd name="T55" fmla="*/ 177 h 376"/>
                      <a:gd name="T56" fmla="*/ 728 w 966"/>
                      <a:gd name="T57" fmla="*/ 207 h 376"/>
                      <a:gd name="T58" fmla="*/ 743 w 966"/>
                      <a:gd name="T59" fmla="*/ 230 h 376"/>
                      <a:gd name="T60" fmla="*/ 758 w 966"/>
                      <a:gd name="T61" fmla="*/ 275 h 376"/>
                      <a:gd name="T62" fmla="*/ 750 w 966"/>
                      <a:gd name="T63" fmla="*/ 297 h 376"/>
                      <a:gd name="T64" fmla="*/ 743 w 966"/>
                      <a:gd name="T65" fmla="*/ 252 h 376"/>
                      <a:gd name="T66" fmla="*/ 698 w 966"/>
                      <a:gd name="T67" fmla="*/ 185 h 376"/>
                      <a:gd name="T68" fmla="*/ 750 w 966"/>
                      <a:gd name="T69" fmla="*/ 132 h 376"/>
                      <a:gd name="T70" fmla="*/ 818 w 966"/>
                      <a:gd name="T71" fmla="*/ 57 h 376"/>
                      <a:gd name="T72" fmla="*/ 810 w 966"/>
                      <a:gd name="T73" fmla="*/ 80 h 376"/>
                      <a:gd name="T74" fmla="*/ 780 w 966"/>
                      <a:gd name="T75" fmla="*/ 125 h 376"/>
                      <a:gd name="T76" fmla="*/ 908 w 966"/>
                      <a:gd name="T77" fmla="*/ 200 h 376"/>
                      <a:gd name="T78" fmla="*/ 915 w 966"/>
                      <a:gd name="T79" fmla="*/ 222 h 376"/>
                      <a:gd name="T80" fmla="*/ 900 w 966"/>
                      <a:gd name="T81" fmla="*/ 200 h 376"/>
                      <a:gd name="T82" fmla="*/ 885 w 966"/>
                      <a:gd name="T83" fmla="*/ 140 h 376"/>
                      <a:gd name="T84" fmla="*/ 915 w 966"/>
                      <a:gd name="T85" fmla="*/ 95 h 376"/>
                      <a:gd name="T86" fmla="*/ 923 w 966"/>
                      <a:gd name="T87" fmla="*/ 72 h 376"/>
                      <a:gd name="T88" fmla="*/ 908 w 966"/>
                      <a:gd name="T89" fmla="*/ 125 h 376"/>
                      <a:gd name="T90" fmla="*/ 960 w 966"/>
                      <a:gd name="T91" fmla="*/ 155 h 376"/>
                      <a:gd name="T92" fmla="*/ 966 w 966"/>
                      <a:gd name="T93" fmla="*/ 76 h 37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966"/>
                      <a:gd name="T142" fmla="*/ 0 h 376"/>
                      <a:gd name="T143" fmla="*/ 966 w 966"/>
                      <a:gd name="T144" fmla="*/ 376 h 37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966" h="376">
                        <a:moveTo>
                          <a:pt x="0" y="372"/>
                        </a:moveTo>
                        <a:cubicBezTo>
                          <a:pt x="56" y="362"/>
                          <a:pt x="31" y="376"/>
                          <a:pt x="68" y="320"/>
                        </a:cubicBezTo>
                        <a:cubicBezTo>
                          <a:pt x="74" y="311"/>
                          <a:pt x="79" y="300"/>
                          <a:pt x="83" y="290"/>
                        </a:cubicBezTo>
                        <a:cubicBezTo>
                          <a:pt x="86" y="283"/>
                          <a:pt x="88" y="275"/>
                          <a:pt x="90" y="267"/>
                        </a:cubicBezTo>
                        <a:cubicBezTo>
                          <a:pt x="93" y="257"/>
                          <a:pt x="86" y="287"/>
                          <a:pt x="83" y="297"/>
                        </a:cubicBezTo>
                        <a:cubicBezTo>
                          <a:pt x="81" y="305"/>
                          <a:pt x="78" y="312"/>
                          <a:pt x="75" y="320"/>
                        </a:cubicBezTo>
                        <a:cubicBezTo>
                          <a:pt x="118" y="348"/>
                          <a:pt x="98" y="319"/>
                          <a:pt x="143" y="305"/>
                        </a:cubicBezTo>
                        <a:cubicBezTo>
                          <a:pt x="154" y="246"/>
                          <a:pt x="161" y="256"/>
                          <a:pt x="218" y="237"/>
                        </a:cubicBezTo>
                        <a:cubicBezTo>
                          <a:pt x="235" y="231"/>
                          <a:pt x="263" y="207"/>
                          <a:pt x="263" y="207"/>
                        </a:cubicBezTo>
                        <a:cubicBezTo>
                          <a:pt x="281" y="181"/>
                          <a:pt x="288" y="171"/>
                          <a:pt x="278" y="140"/>
                        </a:cubicBezTo>
                        <a:cubicBezTo>
                          <a:pt x="256" y="223"/>
                          <a:pt x="264" y="214"/>
                          <a:pt x="345" y="222"/>
                        </a:cubicBezTo>
                        <a:cubicBezTo>
                          <a:pt x="350" y="237"/>
                          <a:pt x="355" y="252"/>
                          <a:pt x="360" y="267"/>
                        </a:cubicBezTo>
                        <a:cubicBezTo>
                          <a:pt x="363" y="275"/>
                          <a:pt x="368" y="290"/>
                          <a:pt x="368" y="290"/>
                        </a:cubicBezTo>
                        <a:cubicBezTo>
                          <a:pt x="365" y="310"/>
                          <a:pt x="378" y="359"/>
                          <a:pt x="360" y="350"/>
                        </a:cubicBezTo>
                        <a:cubicBezTo>
                          <a:pt x="352" y="346"/>
                          <a:pt x="349" y="231"/>
                          <a:pt x="360" y="222"/>
                        </a:cubicBezTo>
                        <a:cubicBezTo>
                          <a:pt x="379" y="206"/>
                          <a:pt x="410" y="217"/>
                          <a:pt x="435" y="215"/>
                        </a:cubicBezTo>
                        <a:cubicBezTo>
                          <a:pt x="440" y="200"/>
                          <a:pt x="449" y="186"/>
                          <a:pt x="450" y="170"/>
                        </a:cubicBezTo>
                        <a:cubicBezTo>
                          <a:pt x="459" y="19"/>
                          <a:pt x="463" y="0"/>
                          <a:pt x="450" y="110"/>
                        </a:cubicBezTo>
                        <a:cubicBezTo>
                          <a:pt x="453" y="135"/>
                          <a:pt x="440" y="167"/>
                          <a:pt x="458" y="185"/>
                        </a:cubicBezTo>
                        <a:cubicBezTo>
                          <a:pt x="476" y="203"/>
                          <a:pt x="513" y="177"/>
                          <a:pt x="533" y="192"/>
                        </a:cubicBezTo>
                        <a:cubicBezTo>
                          <a:pt x="547" y="203"/>
                          <a:pt x="537" y="228"/>
                          <a:pt x="540" y="245"/>
                        </a:cubicBezTo>
                        <a:cubicBezTo>
                          <a:pt x="543" y="260"/>
                          <a:pt x="562" y="291"/>
                          <a:pt x="555" y="305"/>
                        </a:cubicBezTo>
                        <a:cubicBezTo>
                          <a:pt x="551" y="313"/>
                          <a:pt x="545" y="290"/>
                          <a:pt x="540" y="282"/>
                        </a:cubicBezTo>
                        <a:cubicBezTo>
                          <a:pt x="537" y="245"/>
                          <a:pt x="511" y="157"/>
                          <a:pt x="570" y="140"/>
                        </a:cubicBezTo>
                        <a:cubicBezTo>
                          <a:pt x="594" y="133"/>
                          <a:pt x="620" y="135"/>
                          <a:pt x="645" y="132"/>
                        </a:cubicBezTo>
                        <a:cubicBezTo>
                          <a:pt x="648" y="125"/>
                          <a:pt x="651" y="118"/>
                          <a:pt x="653" y="110"/>
                        </a:cubicBezTo>
                        <a:cubicBezTo>
                          <a:pt x="656" y="98"/>
                          <a:pt x="660" y="72"/>
                          <a:pt x="660" y="72"/>
                        </a:cubicBezTo>
                        <a:cubicBezTo>
                          <a:pt x="663" y="101"/>
                          <a:pt x="654" y="152"/>
                          <a:pt x="683" y="177"/>
                        </a:cubicBezTo>
                        <a:cubicBezTo>
                          <a:pt x="697" y="189"/>
                          <a:pt x="728" y="207"/>
                          <a:pt x="728" y="207"/>
                        </a:cubicBezTo>
                        <a:cubicBezTo>
                          <a:pt x="733" y="215"/>
                          <a:pt x="739" y="222"/>
                          <a:pt x="743" y="230"/>
                        </a:cubicBezTo>
                        <a:cubicBezTo>
                          <a:pt x="749" y="244"/>
                          <a:pt x="758" y="275"/>
                          <a:pt x="758" y="275"/>
                        </a:cubicBezTo>
                        <a:cubicBezTo>
                          <a:pt x="755" y="282"/>
                          <a:pt x="754" y="304"/>
                          <a:pt x="750" y="297"/>
                        </a:cubicBezTo>
                        <a:cubicBezTo>
                          <a:pt x="742" y="284"/>
                          <a:pt x="746" y="267"/>
                          <a:pt x="743" y="252"/>
                        </a:cubicBezTo>
                        <a:cubicBezTo>
                          <a:pt x="737" y="223"/>
                          <a:pt x="718" y="205"/>
                          <a:pt x="698" y="185"/>
                        </a:cubicBezTo>
                        <a:cubicBezTo>
                          <a:pt x="676" y="119"/>
                          <a:pt x="667" y="142"/>
                          <a:pt x="750" y="132"/>
                        </a:cubicBezTo>
                        <a:cubicBezTo>
                          <a:pt x="787" y="121"/>
                          <a:pt x="798" y="88"/>
                          <a:pt x="818" y="57"/>
                        </a:cubicBezTo>
                        <a:cubicBezTo>
                          <a:pt x="822" y="50"/>
                          <a:pt x="814" y="73"/>
                          <a:pt x="810" y="80"/>
                        </a:cubicBezTo>
                        <a:cubicBezTo>
                          <a:pt x="801" y="96"/>
                          <a:pt x="780" y="125"/>
                          <a:pt x="780" y="125"/>
                        </a:cubicBezTo>
                        <a:cubicBezTo>
                          <a:pt x="930" y="136"/>
                          <a:pt x="849" y="109"/>
                          <a:pt x="908" y="200"/>
                        </a:cubicBezTo>
                        <a:cubicBezTo>
                          <a:pt x="910" y="207"/>
                          <a:pt x="923" y="222"/>
                          <a:pt x="915" y="222"/>
                        </a:cubicBezTo>
                        <a:cubicBezTo>
                          <a:pt x="906" y="222"/>
                          <a:pt x="903" y="208"/>
                          <a:pt x="900" y="200"/>
                        </a:cubicBezTo>
                        <a:cubicBezTo>
                          <a:pt x="893" y="181"/>
                          <a:pt x="892" y="159"/>
                          <a:pt x="885" y="140"/>
                        </a:cubicBezTo>
                        <a:cubicBezTo>
                          <a:pt x="904" y="85"/>
                          <a:pt x="877" y="152"/>
                          <a:pt x="915" y="95"/>
                        </a:cubicBezTo>
                        <a:cubicBezTo>
                          <a:pt x="920" y="88"/>
                          <a:pt x="923" y="64"/>
                          <a:pt x="923" y="72"/>
                        </a:cubicBezTo>
                        <a:cubicBezTo>
                          <a:pt x="923" y="77"/>
                          <a:pt x="910" y="118"/>
                          <a:pt x="908" y="125"/>
                        </a:cubicBezTo>
                        <a:cubicBezTo>
                          <a:pt x="924" y="136"/>
                          <a:pt x="948" y="141"/>
                          <a:pt x="960" y="155"/>
                        </a:cubicBezTo>
                        <a:lnTo>
                          <a:pt x="966" y="76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79" name="Group 229"/>
                <p:cNvGrpSpPr>
                  <a:grpSpLocks/>
                </p:cNvGrpSpPr>
                <p:nvPr/>
              </p:nvGrpSpPr>
              <p:grpSpPr bwMode="auto">
                <a:xfrm flipH="1">
                  <a:off x="6402" y="2413"/>
                  <a:ext cx="666" cy="1036"/>
                  <a:chOff x="7281" y="2228"/>
                  <a:chExt cx="666" cy="1036"/>
                </a:xfrm>
              </p:grpSpPr>
              <p:sp>
                <p:nvSpPr>
                  <p:cNvPr id="90" name="Freeform 230"/>
                  <p:cNvSpPr>
                    <a:spLocks/>
                  </p:cNvSpPr>
                  <p:nvPr/>
                </p:nvSpPr>
                <p:spPr bwMode="auto">
                  <a:xfrm>
                    <a:off x="7281" y="2323"/>
                    <a:ext cx="605" cy="941"/>
                  </a:xfrm>
                  <a:custGeom>
                    <a:avLst/>
                    <a:gdLst>
                      <a:gd name="T0" fmla="*/ 122 w 605"/>
                      <a:gd name="T1" fmla="*/ 895 h 941"/>
                      <a:gd name="T2" fmla="*/ 212 w 605"/>
                      <a:gd name="T3" fmla="*/ 782 h 941"/>
                      <a:gd name="T4" fmla="*/ 287 w 605"/>
                      <a:gd name="T5" fmla="*/ 640 h 941"/>
                      <a:gd name="T6" fmla="*/ 317 w 605"/>
                      <a:gd name="T7" fmla="*/ 580 h 941"/>
                      <a:gd name="T8" fmla="*/ 324 w 605"/>
                      <a:gd name="T9" fmla="*/ 550 h 941"/>
                      <a:gd name="T10" fmla="*/ 339 w 605"/>
                      <a:gd name="T11" fmla="*/ 505 h 941"/>
                      <a:gd name="T12" fmla="*/ 362 w 605"/>
                      <a:gd name="T13" fmla="*/ 265 h 941"/>
                      <a:gd name="T14" fmla="*/ 474 w 605"/>
                      <a:gd name="T15" fmla="*/ 25 h 941"/>
                      <a:gd name="T16" fmla="*/ 482 w 605"/>
                      <a:gd name="T17" fmla="*/ 2 h 941"/>
                      <a:gd name="T18" fmla="*/ 497 w 605"/>
                      <a:gd name="T19" fmla="*/ 32 h 941"/>
                      <a:gd name="T20" fmla="*/ 549 w 605"/>
                      <a:gd name="T21" fmla="*/ 160 h 941"/>
                      <a:gd name="T22" fmla="*/ 429 w 605"/>
                      <a:gd name="T23" fmla="*/ 752 h 941"/>
                      <a:gd name="T24" fmla="*/ 399 w 605"/>
                      <a:gd name="T25" fmla="*/ 790 h 941"/>
                      <a:gd name="T26" fmla="*/ 384 w 605"/>
                      <a:gd name="T27" fmla="*/ 812 h 941"/>
                      <a:gd name="T28" fmla="*/ 242 w 605"/>
                      <a:gd name="T29" fmla="*/ 902 h 941"/>
                      <a:gd name="T30" fmla="*/ 99 w 605"/>
                      <a:gd name="T31" fmla="*/ 932 h 941"/>
                      <a:gd name="T32" fmla="*/ 69 w 605"/>
                      <a:gd name="T33" fmla="*/ 940 h 941"/>
                      <a:gd name="T34" fmla="*/ 0 w 605"/>
                      <a:gd name="T35" fmla="*/ 921 h 94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5"/>
                      <a:gd name="T55" fmla="*/ 0 h 941"/>
                      <a:gd name="T56" fmla="*/ 605 w 605"/>
                      <a:gd name="T57" fmla="*/ 941 h 94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5" h="941">
                        <a:moveTo>
                          <a:pt x="122" y="895"/>
                        </a:moveTo>
                        <a:cubicBezTo>
                          <a:pt x="156" y="859"/>
                          <a:pt x="169" y="810"/>
                          <a:pt x="212" y="782"/>
                        </a:cubicBezTo>
                        <a:cubicBezTo>
                          <a:pt x="228" y="732"/>
                          <a:pt x="262" y="686"/>
                          <a:pt x="287" y="640"/>
                        </a:cubicBezTo>
                        <a:cubicBezTo>
                          <a:pt x="298" y="620"/>
                          <a:pt x="317" y="580"/>
                          <a:pt x="317" y="580"/>
                        </a:cubicBezTo>
                        <a:cubicBezTo>
                          <a:pt x="319" y="570"/>
                          <a:pt x="321" y="560"/>
                          <a:pt x="324" y="550"/>
                        </a:cubicBezTo>
                        <a:cubicBezTo>
                          <a:pt x="328" y="535"/>
                          <a:pt x="339" y="505"/>
                          <a:pt x="339" y="505"/>
                        </a:cubicBezTo>
                        <a:cubicBezTo>
                          <a:pt x="344" y="424"/>
                          <a:pt x="354" y="346"/>
                          <a:pt x="362" y="265"/>
                        </a:cubicBezTo>
                        <a:cubicBezTo>
                          <a:pt x="372" y="162"/>
                          <a:pt x="362" y="62"/>
                          <a:pt x="474" y="25"/>
                        </a:cubicBezTo>
                        <a:cubicBezTo>
                          <a:pt x="477" y="17"/>
                          <a:pt x="474" y="0"/>
                          <a:pt x="482" y="2"/>
                        </a:cubicBezTo>
                        <a:cubicBezTo>
                          <a:pt x="493" y="5"/>
                          <a:pt x="493" y="22"/>
                          <a:pt x="497" y="32"/>
                        </a:cubicBezTo>
                        <a:cubicBezTo>
                          <a:pt x="516" y="77"/>
                          <a:pt x="522" y="118"/>
                          <a:pt x="549" y="160"/>
                        </a:cubicBezTo>
                        <a:cubicBezTo>
                          <a:pt x="599" y="347"/>
                          <a:pt x="605" y="623"/>
                          <a:pt x="429" y="752"/>
                        </a:cubicBezTo>
                        <a:cubicBezTo>
                          <a:pt x="416" y="796"/>
                          <a:pt x="433" y="757"/>
                          <a:pt x="399" y="790"/>
                        </a:cubicBezTo>
                        <a:cubicBezTo>
                          <a:pt x="393" y="796"/>
                          <a:pt x="391" y="806"/>
                          <a:pt x="384" y="812"/>
                        </a:cubicBezTo>
                        <a:cubicBezTo>
                          <a:pt x="346" y="845"/>
                          <a:pt x="290" y="887"/>
                          <a:pt x="242" y="902"/>
                        </a:cubicBezTo>
                        <a:cubicBezTo>
                          <a:pt x="200" y="929"/>
                          <a:pt x="148" y="926"/>
                          <a:pt x="99" y="932"/>
                        </a:cubicBezTo>
                        <a:cubicBezTo>
                          <a:pt x="74" y="941"/>
                          <a:pt x="85" y="940"/>
                          <a:pt x="69" y="940"/>
                        </a:cubicBezTo>
                        <a:lnTo>
                          <a:pt x="0" y="921"/>
                        </a:lnTo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91" name="Freeform 231"/>
                  <p:cNvSpPr>
                    <a:spLocks/>
                  </p:cNvSpPr>
                  <p:nvPr/>
                </p:nvSpPr>
                <p:spPr bwMode="auto">
                  <a:xfrm>
                    <a:off x="7365" y="2228"/>
                    <a:ext cx="582" cy="1027"/>
                  </a:xfrm>
                  <a:custGeom>
                    <a:avLst/>
                    <a:gdLst>
                      <a:gd name="T0" fmla="*/ 0 w 582"/>
                      <a:gd name="T1" fmla="*/ 1027 h 1027"/>
                      <a:gd name="T2" fmla="*/ 105 w 582"/>
                      <a:gd name="T3" fmla="*/ 997 h 1027"/>
                      <a:gd name="T4" fmla="*/ 173 w 582"/>
                      <a:gd name="T5" fmla="*/ 952 h 1027"/>
                      <a:gd name="T6" fmla="*/ 240 w 582"/>
                      <a:gd name="T7" fmla="*/ 930 h 1027"/>
                      <a:gd name="T8" fmla="*/ 308 w 582"/>
                      <a:gd name="T9" fmla="*/ 870 h 1027"/>
                      <a:gd name="T10" fmla="*/ 345 w 582"/>
                      <a:gd name="T11" fmla="*/ 832 h 1027"/>
                      <a:gd name="T12" fmla="*/ 390 w 582"/>
                      <a:gd name="T13" fmla="*/ 765 h 1027"/>
                      <a:gd name="T14" fmla="*/ 465 w 582"/>
                      <a:gd name="T15" fmla="*/ 487 h 1027"/>
                      <a:gd name="T16" fmla="*/ 405 w 582"/>
                      <a:gd name="T17" fmla="*/ 112 h 1027"/>
                      <a:gd name="T18" fmla="*/ 398 w 582"/>
                      <a:gd name="T19" fmla="*/ 45 h 1027"/>
                      <a:gd name="T20" fmla="*/ 390 w 582"/>
                      <a:gd name="T21" fmla="*/ 15 h 1027"/>
                      <a:gd name="T22" fmla="*/ 413 w 582"/>
                      <a:gd name="T23" fmla="*/ 0 h 1027"/>
                      <a:gd name="T24" fmla="*/ 488 w 582"/>
                      <a:gd name="T25" fmla="*/ 112 h 1027"/>
                      <a:gd name="T26" fmla="*/ 495 w 582"/>
                      <a:gd name="T27" fmla="*/ 142 h 1027"/>
                      <a:gd name="T28" fmla="*/ 518 w 582"/>
                      <a:gd name="T29" fmla="*/ 157 h 1027"/>
                      <a:gd name="T30" fmla="*/ 578 w 582"/>
                      <a:gd name="T31" fmla="*/ 232 h 1027"/>
                      <a:gd name="T32" fmla="*/ 555 w 582"/>
                      <a:gd name="T33" fmla="*/ 442 h 1027"/>
                      <a:gd name="T34" fmla="*/ 540 w 582"/>
                      <a:gd name="T35" fmla="*/ 495 h 1027"/>
                      <a:gd name="T36" fmla="*/ 510 w 582"/>
                      <a:gd name="T37" fmla="*/ 540 h 1027"/>
                      <a:gd name="T38" fmla="*/ 450 w 582"/>
                      <a:gd name="T39" fmla="*/ 817 h 1027"/>
                      <a:gd name="T40" fmla="*/ 405 w 582"/>
                      <a:gd name="T41" fmla="*/ 885 h 1027"/>
                      <a:gd name="T42" fmla="*/ 360 w 582"/>
                      <a:gd name="T43" fmla="*/ 915 h 1027"/>
                      <a:gd name="T44" fmla="*/ 338 w 582"/>
                      <a:gd name="T45" fmla="*/ 937 h 1027"/>
                      <a:gd name="T46" fmla="*/ 68 w 582"/>
                      <a:gd name="T47" fmla="*/ 1012 h 1027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582"/>
                      <a:gd name="T73" fmla="*/ 0 h 1027"/>
                      <a:gd name="T74" fmla="*/ 582 w 582"/>
                      <a:gd name="T75" fmla="*/ 1027 h 1027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582" h="1027">
                        <a:moveTo>
                          <a:pt x="0" y="1027"/>
                        </a:moveTo>
                        <a:cubicBezTo>
                          <a:pt x="32" y="1021"/>
                          <a:pt x="76" y="1014"/>
                          <a:pt x="105" y="997"/>
                        </a:cubicBezTo>
                        <a:cubicBezTo>
                          <a:pt x="129" y="984"/>
                          <a:pt x="147" y="960"/>
                          <a:pt x="173" y="952"/>
                        </a:cubicBezTo>
                        <a:cubicBezTo>
                          <a:pt x="195" y="945"/>
                          <a:pt x="240" y="930"/>
                          <a:pt x="240" y="930"/>
                        </a:cubicBezTo>
                        <a:cubicBezTo>
                          <a:pt x="261" y="909"/>
                          <a:pt x="288" y="893"/>
                          <a:pt x="308" y="870"/>
                        </a:cubicBezTo>
                        <a:cubicBezTo>
                          <a:pt x="342" y="830"/>
                          <a:pt x="302" y="861"/>
                          <a:pt x="345" y="832"/>
                        </a:cubicBezTo>
                        <a:cubicBezTo>
                          <a:pt x="356" y="803"/>
                          <a:pt x="368" y="787"/>
                          <a:pt x="390" y="765"/>
                        </a:cubicBezTo>
                        <a:cubicBezTo>
                          <a:pt x="431" y="670"/>
                          <a:pt x="455" y="592"/>
                          <a:pt x="465" y="487"/>
                        </a:cubicBezTo>
                        <a:cubicBezTo>
                          <a:pt x="461" y="320"/>
                          <a:pt x="484" y="233"/>
                          <a:pt x="405" y="112"/>
                        </a:cubicBezTo>
                        <a:cubicBezTo>
                          <a:pt x="403" y="90"/>
                          <a:pt x="401" y="67"/>
                          <a:pt x="398" y="45"/>
                        </a:cubicBezTo>
                        <a:cubicBezTo>
                          <a:pt x="396" y="35"/>
                          <a:pt x="387" y="25"/>
                          <a:pt x="390" y="15"/>
                        </a:cubicBezTo>
                        <a:cubicBezTo>
                          <a:pt x="393" y="6"/>
                          <a:pt x="405" y="5"/>
                          <a:pt x="413" y="0"/>
                        </a:cubicBezTo>
                        <a:cubicBezTo>
                          <a:pt x="448" y="35"/>
                          <a:pt x="462" y="73"/>
                          <a:pt x="488" y="112"/>
                        </a:cubicBezTo>
                        <a:cubicBezTo>
                          <a:pt x="490" y="122"/>
                          <a:pt x="489" y="133"/>
                          <a:pt x="495" y="142"/>
                        </a:cubicBezTo>
                        <a:cubicBezTo>
                          <a:pt x="500" y="150"/>
                          <a:pt x="512" y="151"/>
                          <a:pt x="518" y="157"/>
                        </a:cubicBezTo>
                        <a:cubicBezTo>
                          <a:pt x="541" y="180"/>
                          <a:pt x="554" y="209"/>
                          <a:pt x="578" y="232"/>
                        </a:cubicBezTo>
                        <a:cubicBezTo>
                          <a:pt x="570" y="383"/>
                          <a:pt x="582" y="341"/>
                          <a:pt x="555" y="442"/>
                        </a:cubicBezTo>
                        <a:cubicBezTo>
                          <a:pt x="550" y="460"/>
                          <a:pt x="548" y="478"/>
                          <a:pt x="540" y="495"/>
                        </a:cubicBezTo>
                        <a:cubicBezTo>
                          <a:pt x="532" y="511"/>
                          <a:pt x="510" y="540"/>
                          <a:pt x="510" y="540"/>
                        </a:cubicBezTo>
                        <a:cubicBezTo>
                          <a:pt x="504" y="678"/>
                          <a:pt x="510" y="713"/>
                          <a:pt x="450" y="817"/>
                        </a:cubicBezTo>
                        <a:cubicBezTo>
                          <a:pt x="432" y="849"/>
                          <a:pt x="436" y="865"/>
                          <a:pt x="405" y="885"/>
                        </a:cubicBezTo>
                        <a:cubicBezTo>
                          <a:pt x="373" y="932"/>
                          <a:pt x="412" y="885"/>
                          <a:pt x="360" y="915"/>
                        </a:cubicBezTo>
                        <a:cubicBezTo>
                          <a:pt x="351" y="920"/>
                          <a:pt x="347" y="931"/>
                          <a:pt x="338" y="937"/>
                        </a:cubicBezTo>
                        <a:cubicBezTo>
                          <a:pt x="268" y="984"/>
                          <a:pt x="154" y="1012"/>
                          <a:pt x="68" y="1012"/>
                        </a:cubicBezTo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92" name="Freeform 232"/>
                  <p:cNvSpPr>
                    <a:spLocks/>
                  </p:cNvSpPr>
                  <p:nvPr/>
                </p:nvSpPr>
                <p:spPr bwMode="auto">
                  <a:xfrm>
                    <a:off x="7508" y="2423"/>
                    <a:ext cx="382" cy="787"/>
                  </a:xfrm>
                  <a:custGeom>
                    <a:avLst/>
                    <a:gdLst>
                      <a:gd name="T0" fmla="*/ 0 w 382"/>
                      <a:gd name="T1" fmla="*/ 787 h 787"/>
                      <a:gd name="T2" fmla="*/ 60 w 382"/>
                      <a:gd name="T3" fmla="*/ 735 h 787"/>
                      <a:gd name="T4" fmla="*/ 75 w 382"/>
                      <a:gd name="T5" fmla="*/ 690 h 787"/>
                      <a:gd name="T6" fmla="*/ 82 w 382"/>
                      <a:gd name="T7" fmla="*/ 712 h 787"/>
                      <a:gd name="T8" fmla="*/ 105 w 382"/>
                      <a:gd name="T9" fmla="*/ 720 h 787"/>
                      <a:gd name="T10" fmla="*/ 150 w 382"/>
                      <a:gd name="T11" fmla="*/ 697 h 787"/>
                      <a:gd name="T12" fmla="*/ 195 w 382"/>
                      <a:gd name="T13" fmla="*/ 637 h 787"/>
                      <a:gd name="T14" fmla="*/ 217 w 382"/>
                      <a:gd name="T15" fmla="*/ 592 h 787"/>
                      <a:gd name="T16" fmla="*/ 172 w 382"/>
                      <a:gd name="T17" fmla="*/ 457 h 787"/>
                      <a:gd name="T18" fmla="*/ 195 w 382"/>
                      <a:gd name="T19" fmla="*/ 450 h 787"/>
                      <a:gd name="T20" fmla="*/ 210 w 382"/>
                      <a:gd name="T21" fmla="*/ 495 h 787"/>
                      <a:gd name="T22" fmla="*/ 225 w 382"/>
                      <a:gd name="T23" fmla="*/ 517 h 787"/>
                      <a:gd name="T24" fmla="*/ 232 w 382"/>
                      <a:gd name="T25" fmla="*/ 540 h 787"/>
                      <a:gd name="T26" fmla="*/ 292 w 382"/>
                      <a:gd name="T27" fmla="*/ 510 h 787"/>
                      <a:gd name="T28" fmla="*/ 315 w 382"/>
                      <a:gd name="T29" fmla="*/ 502 h 787"/>
                      <a:gd name="T30" fmla="*/ 262 w 382"/>
                      <a:gd name="T31" fmla="*/ 532 h 787"/>
                      <a:gd name="T32" fmla="*/ 270 w 382"/>
                      <a:gd name="T33" fmla="*/ 457 h 787"/>
                      <a:gd name="T34" fmla="*/ 285 w 382"/>
                      <a:gd name="T35" fmla="*/ 352 h 787"/>
                      <a:gd name="T36" fmla="*/ 255 w 382"/>
                      <a:gd name="T37" fmla="*/ 300 h 787"/>
                      <a:gd name="T38" fmla="*/ 232 w 382"/>
                      <a:gd name="T39" fmla="*/ 292 h 787"/>
                      <a:gd name="T40" fmla="*/ 202 w 382"/>
                      <a:gd name="T41" fmla="*/ 285 h 787"/>
                      <a:gd name="T42" fmla="*/ 270 w 382"/>
                      <a:gd name="T43" fmla="*/ 292 h 787"/>
                      <a:gd name="T44" fmla="*/ 307 w 382"/>
                      <a:gd name="T45" fmla="*/ 330 h 787"/>
                      <a:gd name="T46" fmla="*/ 322 w 382"/>
                      <a:gd name="T47" fmla="*/ 307 h 787"/>
                      <a:gd name="T48" fmla="*/ 345 w 382"/>
                      <a:gd name="T49" fmla="*/ 240 h 787"/>
                      <a:gd name="T50" fmla="*/ 352 w 382"/>
                      <a:gd name="T51" fmla="*/ 217 h 787"/>
                      <a:gd name="T52" fmla="*/ 367 w 382"/>
                      <a:gd name="T53" fmla="*/ 195 h 787"/>
                      <a:gd name="T54" fmla="*/ 345 w 382"/>
                      <a:gd name="T55" fmla="*/ 202 h 787"/>
                      <a:gd name="T56" fmla="*/ 330 w 382"/>
                      <a:gd name="T57" fmla="*/ 225 h 787"/>
                      <a:gd name="T58" fmla="*/ 322 w 382"/>
                      <a:gd name="T59" fmla="*/ 247 h 787"/>
                      <a:gd name="T60" fmla="*/ 292 w 382"/>
                      <a:gd name="T61" fmla="*/ 150 h 787"/>
                      <a:gd name="T62" fmla="*/ 270 w 382"/>
                      <a:gd name="T63" fmla="*/ 142 h 787"/>
                      <a:gd name="T64" fmla="*/ 225 w 382"/>
                      <a:gd name="T65" fmla="*/ 112 h 787"/>
                      <a:gd name="T66" fmla="*/ 247 w 382"/>
                      <a:gd name="T67" fmla="*/ 105 h 787"/>
                      <a:gd name="T68" fmla="*/ 292 w 382"/>
                      <a:gd name="T69" fmla="*/ 135 h 787"/>
                      <a:gd name="T70" fmla="*/ 337 w 382"/>
                      <a:gd name="T71" fmla="*/ 150 h 787"/>
                      <a:gd name="T72" fmla="*/ 352 w 382"/>
                      <a:gd name="T73" fmla="*/ 105 h 787"/>
                      <a:gd name="T74" fmla="*/ 382 w 382"/>
                      <a:gd name="T75" fmla="*/ 60 h 787"/>
                      <a:gd name="T76" fmla="*/ 330 w 382"/>
                      <a:gd name="T77" fmla="*/ 82 h 787"/>
                      <a:gd name="T78" fmla="*/ 322 w 382"/>
                      <a:gd name="T79" fmla="*/ 142 h 787"/>
                      <a:gd name="T80" fmla="*/ 315 w 382"/>
                      <a:gd name="T81" fmla="*/ 120 h 787"/>
                      <a:gd name="T82" fmla="*/ 300 w 382"/>
                      <a:gd name="T83" fmla="*/ 52 h 787"/>
                      <a:gd name="T84" fmla="*/ 270 w 382"/>
                      <a:gd name="T85" fmla="*/ 0 h 787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82"/>
                      <a:gd name="T130" fmla="*/ 0 h 787"/>
                      <a:gd name="T131" fmla="*/ 382 w 382"/>
                      <a:gd name="T132" fmla="*/ 787 h 787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82" h="787">
                        <a:moveTo>
                          <a:pt x="0" y="787"/>
                        </a:moveTo>
                        <a:cubicBezTo>
                          <a:pt x="52" y="752"/>
                          <a:pt x="35" y="772"/>
                          <a:pt x="60" y="735"/>
                        </a:cubicBezTo>
                        <a:cubicBezTo>
                          <a:pt x="60" y="735"/>
                          <a:pt x="73" y="690"/>
                          <a:pt x="75" y="690"/>
                        </a:cubicBezTo>
                        <a:cubicBezTo>
                          <a:pt x="83" y="690"/>
                          <a:pt x="77" y="707"/>
                          <a:pt x="82" y="712"/>
                        </a:cubicBezTo>
                        <a:cubicBezTo>
                          <a:pt x="88" y="718"/>
                          <a:pt x="97" y="717"/>
                          <a:pt x="105" y="720"/>
                        </a:cubicBezTo>
                        <a:cubicBezTo>
                          <a:pt x="117" y="716"/>
                          <a:pt x="143" y="708"/>
                          <a:pt x="150" y="697"/>
                        </a:cubicBezTo>
                        <a:cubicBezTo>
                          <a:pt x="172" y="664"/>
                          <a:pt x="144" y="655"/>
                          <a:pt x="195" y="637"/>
                        </a:cubicBezTo>
                        <a:cubicBezTo>
                          <a:pt x="200" y="621"/>
                          <a:pt x="216" y="609"/>
                          <a:pt x="217" y="592"/>
                        </a:cubicBezTo>
                        <a:cubicBezTo>
                          <a:pt x="222" y="521"/>
                          <a:pt x="223" y="490"/>
                          <a:pt x="172" y="457"/>
                        </a:cubicBezTo>
                        <a:cubicBezTo>
                          <a:pt x="180" y="455"/>
                          <a:pt x="189" y="444"/>
                          <a:pt x="195" y="450"/>
                        </a:cubicBezTo>
                        <a:cubicBezTo>
                          <a:pt x="206" y="461"/>
                          <a:pt x="201" y="482"/>
                          <a:pt x="210" y="495"/>
                        </a:cubicBezTo>
                        <a:cubicBezTo>
                          <a:pt x="215" y="502"/>
                          <a:pt x="220" y="510"/>
                          <a:pt x="225" y="517"/>
                        </a:cubicBezTo>
                        <a:cubicBezTo>
                          <a:pt x="227" y="525"/>
                          <a:pt x="227" y="534"/>
                          <a:pt x="232" y="540"/>
                        </a:cubicBezTo>
                        <a:cubicBezTo>
                          <a:pt x="264" y="581"/>
                          <a:pt x="272" y="526"/>
                          <a:pt x="292" y="510"/>
                        </a:cubicBezTo>
                        <a:cubicBezTo>
                          <a:pt x="298" y="505"/>
                          <a:pt x="307" y="505"/>
                          <a:pt x="315" y="502"/>
                        </a:cubicBezTo>
                        <a:cubicBezTo>
                          <a:pt x="282" y="492"/>
                          <a:pt x="273" y="501"/>
                          <a:pt x="262" y="532"/>
                        </a:cubicBezTo>
                        <a:cubicBezTo>
                          <a:pt x="252" y="501"/>
                          <a:pt x="264" y="489"/>
                          <a:pt x="270" y="457"/>
                        </a:cubicBezTo>
                        <a:cubicBezTo>
                          <a:pt x="276" y="422"/>
                          <a:pt x="280" y="387"/>
                          <a:pt x="285" y="352"/>
                        </a:cubicBezTo>
                        <a:cubicBezTo>
                          <a:pt x="277" y="315"/>
                          <a:pt x="286" y="316"/>
                          <a:pt x="255" y="300"/>
                        </a:cubicBezTo>
                        <a:cubicBezTo>
                          <a:pt x="248" y="296"/>
                          <a:pt x="240" y="294"/>
                          <a:pt x="232" y="292"/>
                        </a:cubicBezTo>
                        <a:cubicBezTo>
                          <a:pt x="222" y="289"/>
                          <a:pt x="192" y="285"/>
                          <a:pt x="202" y="285"/>
                        </a:cubicBezTo>
                        <a:cubicBezTo>
                          <a:pt x="225" y="285"/>
                          <a:pt x="247" y="290"/>
                          <a:pt x="270" y="292"/>
                        </a:cubicBezTo>
                        <a:cubicBezTo>
                          <a:pt x="274" y="298"/>
                          <a:pt x="293" y="333"/>
                          <a:pt x="307" y="330"/>
                        </a:cubicBezTo>
                        <a:cubicBezTo>
                          <a:pt x="316" y="328"/>
                          <a:pt x="318" y="315"/>
                          <a:pt x="322" y="307"/>
                        </a:cubicBezTo>
                        <a:cubicBezTo>
                          <a:pt x="332" y="287"/>
                          <a:pt x="338" y="261"/>
                          <a:pt x="345" y="240"/>
                        </a:cubicBezTo>
                        <a:cubicBezTo>
                          <a:pt x="348" y="232"/>
                          <a:pt x="348" y="224"/>
                          <a:pt x="352" y="217"/>
                        </a:cubicBezTo>
                        <a:cubicBezTo>
                          <a:pt x="356" y="209"/>
                          <a:pt x="371" y="203"/>
                          <a:pt x="367" y="195"/>
                        </a:cubicBezTo>
                        <a:cubicBezTo>
                          <a:pt x="364" y="188"/>
                          <a:pt x="352" y="200"/>
                          <a:pt x="345" y="202"/>
                        </a:cubicBezTo>
                        <a:cubicBezTo>
                          <a:pt x="340" y="210"/>
                          <a:pt x="334" y="217"/>
                          <a:pt x="330" y="225"/>
                        </a:cubicBezTo>
                        <a:cubicBezTo>
                          <a:pt x="326" y="232"/>
                          <a:pt x="325" y="254"/>
                          <a:pt x="322" y="247"/>
                        </a:cubicBezTo>
                        <a:cubicBezTo>
                          <a:pt x="306" y="216"/>
                          <a:pt x="324" y="176"/>
                          <a:pt x="292" y="150"/>
                        </a:cubicBezTo>
                        <a:cubicBezTo>
                          <a:pt x="286" y="145"/>
                          <a:pt x="277" y="146"/>
                          <a:pt x="270" y="142"/>
                        </a:cubicBezTo>
                        <a:cubicBezTo>
                          <a:pt x="254" y="133"/>
                          <a:pt x="225" y="112"/>
                          <a:pt x="225" y="112"/>
                        </a:cubicBezTo>
                        <a:cubicBezTo>
                          <a:pt x="232" y="110"/>
                          <a:pt x="240" y="103"/>
                          <a:pt x="247" y="105"/>
                        </a:cubicBezTo>
                        <a:cubicBezTo>
                          <a:pt x="264" y="111"/>
                          <a:pt x="292" y="135"/>
                          <a:pt x="292" y="135"/>
                        </a:cubicBezTo>
                        <a:cubicBezTo>
                          <a:pt x="301" y="148"/>
                          <a:pt x="312" y="179"/>
                          <a:pt x="337" y="150"/>
                        </a:cubicBezTo>
                        <a:cubicBezTo>
                          <a:pt x="347" y="138"/>
                          <a:pt x="343" y="118"/>
                          <a:pt x="352" y="105"/>
                        </a:cubicBezTo>
                        <a:cubicBezTo>
                          <a:pt x="362" y="90"/>
                          <a:pt x="382" y="60"/>
                          <a:pt x="382" y="60"/>
                        </a:cubicBezTo>
                        <a:cubicBezTo>
                          <a:pt x="352" y="49"/>
                          <a:pt x="340" y="50"/>
                          <a:pt x="330" y="82"/>
                        </a:cubicBezTo>
                        <a:cubicBezTo>
                          <a:pt x="327" y="102"/>
                          <a:pt x="329" y="123"/>
                          <a:pt x="322" y="142"/>
                        </a:cubicBezTo>
                        <a:cubicBezTo>
                          <a:pt x="319" y="149"/>
                          <a:pt x="317" y="127"/>
                          <a:pt x="315" y="120"/>
                        </a:cubicBezTo>
                        <a:cubicBezTo>
                          <a:pt x="309" y="97"/>
                          <a:pt x="305" y="75"/>
                          <a:pt x="300" y="52"/>
                        </a:cubicBezTo>
                        <a:cubicBezTo>
                          <a:pt x="294" y="23"/>
                          <a:pt x="270" y="27"/>
                          <a:pt x="270" y="0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80" name="Group 233"/>
                <p:cNvGrpSpPr>
                  <a:grpSpLocks/>
                </p:cNvGrpSpPr>
                <p:nvPr/>
              </p:nvGrpSpPr>
              <p:grpSpPr bwMode="auto">
                <a:xfrm flipH="1">
                  <a:off x="6816" y="2793"/>
                  <a:ext cx="965" cy="881"/>
                  <a:chOff x="6568" y="2608"/>
                  <a:chExt cx="965" cy="881"/>
                </a:xfrm>
              </p:grpSpPr>
              <p:sp>
                <p:nvSpPr>
                  <p:cNvPr id="87" name="Freeform 234"/>
                  <p:cNvSpPr>
                    <a:spLocks/>
                  </p:cNvSpPr>
                  <p:nvPr/>
                </p:nvSpPr>
                <p:spPr bwMode="auto">
                  <a:xfrm>
                    <a:off x="6593" y="2708"/>
                    <a:ext cx="922" cy="742"/>
                  </a:xfrm>
                  <a:custGeom>
                    <a:avLst/>
                    <a:gdLst>
                      <a:gd name="T0" fmla="*/ 0 w 922"/>
                      <a:gd name="T1" fmla="*/ 742 h 742"/>
                      <a:gd name="T2" fmla="*/ 112 w 922"/>
                      <a:gd name="T3" fmla="*/ 697 h 742"/>
                      <a:gd name="T4" fmla="*/ 210 w 922"/>
                      <a:gd name="T5" fmla="*/ 682 h 742"/>
                      <a:gd name="T6" fmla="*/ 367 w 922"/>
                      <a:gd name="T7" fmla="*/ 615 h 742"/>
                      <a:gd name="T8" fmla="*/ 405 w 922"/>
                      <a:gd name="T9" fmla="*/ 577 h 742"/>
                      <a:gd name="T10" fmla="*/ 540 w 922"/>
                      <a:gd name="T11" fmla="*/ 450 h 742"/>
                      <a:gd name="T12" fmla="*/ 667 w 922"/>
                      <a:gd name="T13" fmla="*/ 315 h 742"/>
                      <a:gd name="T14" fmla="*/ 757 w 922"/>
                      <a:gd name="T15" fmla="*/ 225 h 742"/>
                      <a:gd name="T16" fmla="*/ 787 w 922"/>
                      <a:gd name="T17" fmla="*/ 180 h 742"/>
                      <a:gd name="T18" fmla="*/ 795 w 922"/>
                      <a:gd name="T19" fmla="*/ 157 h 742"/>
                      <a:gd name="T20" fmla="*/ 855 w 922"/>
                      <a:gd name="T21" fmla="*/ 75 h 742"/>
                      <a:gd name="T22" fmla="*/ 870 w 922"/>
                      <a:gd name="T23" fmla="*/ 45 h 742"/>
                      <a:gd name="T24" fmla="*/ 900 w 922"/>
                      <a:gd name="T25" fmla="*/ 0 h 742"/>
                      <a:gd name="T26" fmla="*/ 922 w 922"/>
                      <a:gd name="T27" fmla="*/ 247 h 742"/>
                      <a:gd name="T28" fmla="*/ 915 w 922"/>
                      <a:gd name="T29" fmla="*/ 367 h 742"/>
                      <a:gd name="T30" fmla="*/ 810 w 922"/>
                      <a:gd name="T31" fmla="*/ 495 h 742"/>
                      <a:gd name="T32" fmla="*/ 660 w 922"/>
                      <a:gd name="T33" fmla="*/ 577 h 742"/>
                      <a:gd name="T34" fmla="*/ 517 w 922"/>
                      <a:gd name="T35" fmla="*/ 667 h 742"/>
                      <a:gd name="T36" fmla="*/ 67 w 922"/>
                      <a:gd name="T37" fmla="*/ 712 h 742"/>
                      <a:gd name="T38" fmla="*/ 0 w 922"/>
                      <a:gd name="T39" fmla="*/ 742 h 742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922"/>
                      <a:gd name="T61" fmla="*/ 0 h 742"/>
                      <a:gd name="T62" fmla="*/ 922 w 922"/>
                      <a:gd name="T63" fmla="*/ 742 h 742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922" h="742">
                        <a:moveTo>
                          <a:pt x="0" y="742"/>
                        </a:moveTo>
                        <a:cubicBezTo>
                          <a:pt x="40" y="733"/>
                          <a:pt x="73" y="706"/>
                          <a:pt x="112" y="697"/>
                        </a:cubicBezTo>
                        <a:cubicBezTo>
                          <a:pt x="144" y="689"/>
                          <a:pt x="210" y="682"/>
                          <a:pt x="210" y="682"/>
                        </a:cubicBezTo>
                        <a:cubicBezTo>
                          <a:pt x="263" y="664"/>
                          <a:pt x="322" y="646"/>
                          <a:pt x="367" y="615"/>
                        </a:cubicBezTo>
                        <a:cubicBezTo>
                          <a:pt x="405" y="557"/>
                          <a:pt x="357" y="624"/>
                          <a:pt x="405" y="577"/>
                        </a:cubicBezTo>
                        <a:cubicBezTo>
                          <a:pt x="449" y="534"/>
                          <a:pt x="493" y="490"/>
                          <a:pt x="540" y="450"/>
                        </a:cubicBezTo>
                        <a:cubicBezTo>
                          <a:pt x="588" y="409"/>
                          <a:pt x="616" y="352"/>
                          <a:pt x="667" y="315"/>
                        </a:cubicBezTo>
                        <a:cubicBezTo>
                          <a:pt x="691" y="278"/>
                          <a:pt x="721" y="249"/>
                          <a:pt x="757" y="225"/>
                        </a:cubicBezTo>
                        <a:cubicBezTo>
                          <a:pt x="776" y="170"/>
                          <a:pt x="749" y="237"/>
                          <a:pt x="787" y="180"/>
                        </a:cubicBezTo>
                        <a:cubicBezTo>
                          <a:pt x="792" y="173"/>
                          <a:pt x="790" y="164"/>
                          <a:pt x="795" y="157"/>
                        </a:cubicBezTo>
                        <a:cubicBezTo>
                          <a:pt x="813" y="129"/>
                          <a:pt x="837" y="104"/>
                          <a:pt x="855" y="75"/>
                        </a:cubicBezTo>
                        <a:cubicBezTo>
                          <a:pt x="861" y="66"/>
                          <a:pt x="864" y="55"/>
                          <a:pt x="870" y="45"/>
                        </a:cubicBezTo>
                        <a:cubicBezTo>
                          <a:pt x="879" y="30"/>
                          <a:pt x="900" y="0"/>
                          <a:pt x="900" y="0"/>
                        </a:cubicBezTo>
                        <a:cubicBezTo>
                          <a:pt x="904" y="89"/>
                          <a:pt x="913" y="161"/>
                          <a:pt x="922" y="247"/>
                        </a:cubicBezTo>
                        <a:cubicBezTo>
                          <a:pt x="920" y="287"/>
                          <a:pt x="919" y="327"/>
                          <a:pt x="915" y="367"/>
                        </a:cubicBezTo>
                        <a:cubicBezTo>
                          <a:pt x="910" y="419"/>
                          <a:pt x="850" y="468"/>
                          <a:pt x="810" y="495"/>
                        </a:cubicBezTo>
                        <a:cubicBezTo>
                          <a:pt x="769" y="555"/>
                          <a:pt x="722" y="557"/>
                          <a:pt x="660" y="577"/>
                        </a:cubicBezTo>
                        <a:cubicBezTo>
                          <a:pt x="617" y="606"/>
                          <a:pt x="568" y="650"/>
                          <a:pt x="517" y="667"/>
                        </a:cubicBezTo>
                        <a:cubicBezTo>
                          <a:pt x="372" y="715"/>
                          <a:pt x="218" y="712"/>
                          <a:pt x="67" y="712"/>
                        </a:cubicBezTo>
                        <a:lnTo>
                          <a:pt x="0" y="742"/>
                        </a:ln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88" name="Freeform 235"/>
                  <p:cNvSpPr>
                    <a:spLocks/>
                  </p:cNvSpPr>
                  <p:nvPr/>
                </p:nvSpPr>
                <p:spPr bwMode="auto">
                  <a:xfrm>
                    <a:off x="6568" y="2608"/>
                    <a:ext cx="965" cy="881"/>
                  </a:xfrm>
                  <a:custGeom>
                    <a:avLst/>
                    <a:gdLst>
                      <a:gd name="T0" fmla="*/ 32 w 965"/>
                      <a:gd name="T1" fmla="*/ 835 h 881"/>
                      <a:gd name="T2" fmla="*/ 160 w 965"/>
                      <a:gd name="T3" fmla="*/ 745 h 881"/>
                      <a:gd name="T4" fmla="*/ 205 w 965"/>
                      <a:gd name="T5" fmla="*/ 715 h 881"/>
                      <a:gd name="T6" fmla="*/ 250 w 965"/>
                      <a:gd name="T7" fmla="*/ 647 h 881"/>
                      <a:gd name="T8" fmla="*/ 295 w 965"/>
                      <a:gd name="T9" fmla="*/ 617 h 881"/>
                      <a:gd name="T10" fmla="*/ 407 w 965"/>
                      <a:gd name="T11" fmla="*/ 512 h 881"/>
                      <a:gd name="T12" fmla="*/ 445 w 965"/>
                      <a:gd name="T13" fmla="*/ 467 h 881"/>
                      <a:gd name="T14" fmla="*/ 452 w 965"/>
                      <a:gd name="T15" fmla="*/ 445 h 881"/>
                      <a:gd name="T16" fmla="*/ 497 w 965"/>
                      <a:gd name="T17" fmla="*/ 377 h 881"/>
                      <a:gd name="T18" fmla="*/ 617 w 965"/>
                      <a:gd name="T19" fmla="*/ 287 h 881"/>
                      <a:gd name="T20" fmla="*/ 692 w 965"/>
                      <a:gd name="T21" fmla="*/ 235 h 881"/>
                      <a:gd name="T22" fmla="*/ 797 w 965"/>
                      <a:gd name="T23" fmla="*/ 205 h 881"/>
                      <a:gd name="T24" fmla="*/ 955 w 965"/>
                      <a:gd name="T25" fmla="*/ 32 h 881"/>
                      <a:gd name="T26" fmla="*/ 872 w 965"/>
                      <a:gd name="T27" fmla="*/ 130 h 881"/>
                      <a:gd name="T28" fmla="*/ 872 w 965"/>
                      <a:gd name="T29" fmla="*/ 197 h 881"/>
                      <a:gd name="T30" fmla="*/ 805 w 965"/>
                      <a:gd name="T31" fmla="*/ 332 h 881"/>
                      <a:gd name="T32" fmla="*/ 767 w 965"/>
                      <a:gd name="T33" fmla="*/ 400 h 881"/>
                      <a:gd name="T34" fmla="*/ 752 w 965"/>
                      <a:gd name="T35" fmla="*/ 422 h 881"/>
                      <a:gd name="T36" fmla="*/ 580 w 965"/>
                      <a:gd name="T37" fmla="*/ 632 h 881"/>
                      <a:gd name="T38" fmla="*/ 452 w 965"/>
                      <a:gd name="T39" fmla="*/ 700 h 881"/>
                      <a:gd name="T40" fmla="*/ 340 w 965"/>
                      <a:gd name="T41" fmla="*/ 782 h 881"/>
                      <a:gd name="T42" fmla="*/ 310 w 965"/>
                      <a:gd name="T43" fmla="*/ 805 h 881"/>
                      <a:gd name="T44" fmla="*/ 205 w 965"/>
                      <a:gd name="T45" fmla="*/ 827 h 881"/>
                      <a:gd name="T46" fmla="*/ 70 w 965"/>
                      <a:gd name="T47" fmla="*/ 842 h 881"/>
                      <a:gd name="T48" fmla="*/ 32 w 965"/>
                      <a:gd name="T49" fmla="*/ 835 h 88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965"/>
                      <a:gd name="T76" fmla="*/ 0 h 881"/>
                      <a:gd name="T77" fmla="*/ 965 w 965"/>
                      <a:gd name="T78" fmla="*/ 881 h 88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965" h="881">
                        <a:moveTo>
                          <a:pt x="32" y="835"/>
                        </a:moveTo>
                        <a:cubicBezTo>
                          <a:pt x="48" y="789"/>
                          <a:pt x="114" y="759"/>
                          <a:pt x="160" y="745"/>
                        </a:cubicBezTo>
                        <a:cubicBezTo>
                          <a:pt x="175" y="735"/>
                          <a:pt x="190" y="725"/>
                          <a:pt x="205" y="715"/>
                        </a:cubicBezTo>
                        <a:cubicBezTo>
                          <a:pt x="228" y="700"/>
                          <a:pt x="227" y="662"/>
                          <a:pt x="250" y="647"/>
                        </a:cubicBezTo>
                        <a:cubicBezTo>
                          <a:pt x="265" y="637"/>
                          <a:pt x="280" y="627"/>
                          <a:pt x="295" y="617"/>
                        </a:cubicBezTo>
                        <a:cubicBezTo>
                          <a:pt x="323" y="576"/>
                          <a:pt x="366" y="540"/>
                          <a:pt x="407" y="512"/>
                        </a:cubicBezTo>
                        <a:cubicBezTo>
                          <a:pt x="418" y="496"/>
                          <a:pt x="434" y="483"/>
                          <a:pt x="445" y="467"/>
                        </a:cubicBezTo>
                        <a:cubicBezTo>
                          <a:pt x="449" y="461"/>
                          <a:pt x="448" y="452"/>
                          <a:pt x="452" y="445"/>
                        </a:cubicBezTo>
                        <a:cubicBezTo>
                          <a:pt x="465" y="421"/>
                          <a:pt x="482" y="400"/>
                          <a:pt x="497" y="377"/>
                        </a:cubicBezTo>
                        <a:cubicBezTo>
                          <a:pt x="514" y="352"/>
                          <a:pt x="591" y="305"/>
                          <a:pt x="617" y="287"/>
                        </a:cubicBezTo>
                        <a:cubicBezTo>
                          <a:pt x="629" y="278"/>
                          <a:pt x="684" y="237"/>
                          <a:pt x="692" y="235"/>
                        </a:cubicBezTo>
                        <a:cubicBezTo>
                          <a:pt x="720" y="228"/>
                          <a:pt x="769" y="217"/>
                          <a:pt x="797" y="205"/>
                        </a:cubicBezTo>
                        <a:cubicBezTo>
                          <a:pt x="838" y="187"/>
                          <a:pt x="916" y="44"/>
                          <a:pt x="955" y="32"/>
                        </a:cubicBezTo>
                        <a:cubicBezTo>
                          <a:pt x="965" y="0"/>
                          <a:pt x="891" y="100"/>
                          <a:pt x="872" y="130"/>
                        </a:cubicBezTo>
                        <a:cubicBezTo>
                          <a:pt x="856" y="179"/>
                          <a:pt x="888" y="106"/>
                          <a:pt x="872" y="197"/>
                        </a:cubicBezTo>
                        <a:cubicBezTo>
                          <a:pt x="865" y="234"/>
                          <a:pt x="819" y="299"/>
                          <a:pt x="805" y="332"/>
                        </a:cubicBezTo>
                        <a:cubicBezTo>
                          <a:pt x="782" y="386"/>
                          <a:pt x="823" y="317"/>
                          <a:pt x="767" y="400"/>
                        </a:cubicBezTo>
                        <a:cubicBezTo>
                          <a:pt x="762" y="407"/>
                          <a:pt x="752" y="422"/>
                          <a:pt x="752" y="422"/>
                        </a:cubicBezTo>
                        <a:cubicBezTo>
                          <a:pt x="730" y="494"/>
                          <a:pt x="645" y="596"/>
                          <a:pt x="580" y="632"/>
                        </a:cubicBezTo>
                        <a:cubicBezTo>
                          <a:pt x="534" y="657"/>
                          <a:pt x="496" y="671"/>
                          <a:pt x="452" y="700"/>
                        </a:cubicBezTo>
                        <a:cubicBezTo>
                          <a:pt x="414" y="726"/>
                          <a:pt x="377" y="754"/>
                          <a:pt x="340" y="782"/>
                        </a:cubicBezTo>
                        <a:cubicBezTo>
                          <a:pt x="330" y="790"/>
                          <a:pt x="322" y="802"/>
                          <a:pt x="310" y="805"/>
                        </a:cubicBezTo>
                        <a:cubicBezTo>
                          <a:pt x="258" y="818"/>
                          <a:pt x="253" y="821"/>
                          <a:pt x="205" y="827"/>
                        </a:cubicBezTo>
                        <a:cubicBezTo>
                          <a:pt x="160" y="832"/>
                          <a:pt x="70" y="842"/>
                          <a:pt x="70" y="842"/>
                        </a:cubicBezTo>
                        <a:cubicBezTo>
                          <a:pt x="41" y="850"/>
                          <a:pt x="0" y="881"/>
                          <a:pt x="32" y="835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89" name="Freeform 236"/>
                  <p:cNvSpPr>
                    <a:spLocks/>
                  </p:cNvSpPr>
                  <p:nvPr/>
                </p:nvSpPr>
                <p:spPr bwMode="auto">
                  <a:xfrm>
                    <a:off x="6675" y="2704"/>
                    <a:ext cx="786" cy="744"/>
                  </a:xfrm>
                  <a:custGeom>
                    <a:avLst/>
                    <a:gdLst>
                      <a:gd name="T0" fmla="*/ 0 w 786"/>
                      <a:gd name="T1" fmla="*/ 739 h 744"/>
                      <a:gd name="T2" fmla="*/ 203 w 786"/>
                      <a:gd name="T3" fmla="*/ 709 h 744"/>
                      <a:gd name="T4" fmla="*/ 270 w 786"/>
                      <a:gd name="T5" fmla="*/ 619 h 744"/>
                      <a:gd name="T6" fmla="*/ 300 w 786"/>
                      <a:gd name="T7" fmla="*/ 514 h 744"/>
                      <a:gd name="T8" fmla="*/ 293 w 786"/>
                      <a:gd name="T9" fmla="*/ 611 h 744"/>
                      <a:gd name="T10" fmla="*/ 285 w 786"/>
                      <a:gd name="T11" fmla="*/ 634 h 744"/>
                      <a:gd name="T12" fmla="*/ 353 w 786"/>
                      <a:gd name="T13" fmla="*/ 604 h 744"/>
                      <a:gd name="T14" fmla="*/ 405 w 786"/>
                      <a:gd name="T15" fmla="*/ 544 h 744"/>
                      <a:gd name="T16" fmla="*/ 413 w 786"/>
                      <a:gd name="T17" fmla="*/ 416 h 744"/>
                      <a:gd name="T18" fmla="*/ 413 w 786"/>
                      <a:gd name="T19" fmla="*/ 326 h 744"/>
                      <a:gd name="T20" fmla="*/ 420 w 786"/>
                      <a:gd name="T21" fmla="*/ 544 h 744"/>
                      <a:gd name="T22" fmla="*/ 488 w 786"/>
                      <a:gd name="T23" fmla="*/ 551 h 744"/>
                      <a:gd name="T24" fmla="*/ 510 w 786"/>
                      <a:gd name="T25" fmla="*/ 611 h 744"/>
                      <a:gd name="T26" fmla="*/ 465 w 786"/>
                      <a:gd name="T27" fmla="*/ 559 h 744"/>
                      <a:gd name="T28" fmla="*/ 450 w 786"/>
                      <a:gd name="T29" fmla="*/ 536 h 744"/>
                      <a:gd name="T30" fmla="*/ 495 w 786"/>
                      <a:gd name="T31" fmla="*/ 506 h 744"/>
                      <a:gd name="T32" fmla="*/ 533 w 786"/>
                      <a:gd name="T33" fmla="*/ 439 h 744"/>
                      <a:gd name="T34" fmla="*/ 540 w 786"/>
                      <a:gd name="T35" fmla="*/ 326 h 744"/>
                      <a:gd name="T36" fmla="*/ 533 w 786"/>
                      <a:gd name="T37" fmla="*/ 386 h 744"/>
                      <a:gd name="T38" fmla="*/ 540 w 786"/>
                      <a:gd name="T39" fmla="*/ 439 h 744"/>
                      <a:gd name="T40" fmla="*/ 563 w 786"/>
                      <a:gd name="T41" fmla="*/ 454 h 744"/>
                      <a:gd name="T42" fmla="*/ 630 w 786"/>
                      <a:gd name="T43" fmla="*/ 439 h 744"/>
                      <a:gd name="T44" fmla="*/ 683 w 786"/>
                      <a:gd name="T45" fmla="*/ 409 h 744"/>
                      <a:gd name="T46" fmla="*/ 585 w 786"/>
                      <a:gd name="T47" fmla="*/ 446 h 744"/>
                      <a:gd name="T48" fmla="*/ 593 w 786"/>
                      <a:gd name="T49" fmla="*/ 424 h 744"/>
                      <a:gd name="T50" fmla="*/ 608 w 786"/>
                      <a:gd name="T51" fmla="*/ 401 h 744"/>
                      <a:gd name="T52" fmla="*/ 653 w 786"/>
                      <a:gd name="T53" fmla="*/ 349 h 744"/>
                      <a:gd name="T54" fmla="*/ 675 w 786"/>
                      <a:gd name="T55" fmla="*/ 326 h 744"/>
                      <a:gd name="T56" fmla="*/ 705 w 786"/>
                      <a:gd name="T57" fmla="*/ 311 h 744"/>
                      <a:gd name="T58" fmla="*/ 743 w 786"/>
                      <a:gd name="T59" fmla="*/ 281 h 744"/>
                      <a:gd name="T60" fmla="*/ 750 w 786"/>
                      <a:gd name="T61" fmla="*/ 304 h 744"/>
                      <a:gd name="T62" fmla="*/ 660 w 786"/>
                      <a:gd name="T63" fmla="*/ 341 h 744"/>
                      <a:gd name="T64" fmla="*/ 638 w 786"/>
                      <a:gd name="T65" fmla="*/ 364 h 744"/>
                      <a:gd name="T66" fmla="*/ 653 w 786"/>
                      <a:gd name="T67" fmla="*/ 296 h 744"/>
                      <a:gd name="T68" fmla="*/ 683 w 786"/>
                      <a:gd name="T69" fmla="*/ 251 h 744"/>
                      <a:gd name="T70" fmla="*/ 690 w 786"/>
                      <a:gd name="T71" fmla="*/ 229 h 744"/>
                      <a:gd name="T72" fmla="*/ 713 w 786"/>
                      <a:gd name="T73" fmla="*/ 244 h 744"/>
                      <a:gd name="T74" fmla="*/ 728 w 786"/>
                      <a:gd name="T75" fmla="*/ 221 h 744"/>
                      <a:gd name="T76" fmla="*/ 750 w 786"/>
                      <a:gd name="T77" fmla="*/ 206 h 744"/>
                      <a:gd name="T78" fmla="*/ 728 w 786"/>
                      <a:gd name="T79" fmla="*/ 214 h 744"/>
                      <a:gd name="T80" fmla="*/ 705 w 786"/>
                      <a:gd name="T81" fmla="*/ 214 h 744"/>
                      <a:gd name="T82" fmla="*/ 735 w 786"/>
                      <a:gd name="T83" fmla="*/ 146 h 744"/>
                      <a:gd name="T84" fmla="*/ 750 w 786"/>
                      <a:gd name="T85" fmla="*/ 64 h 744"/>
                      <a:gd name="T86" fmla="*/ 786 w 786"/>
                      <a:gd name="T87" fmla="*/ 0 h 74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786"/>
                      <a:gd name="T133" fmla="*/ 0 h 744"/>
                      <a:gd name="T134" fmla="*/ 786 w 786"/>
                      <a:gd name="T135" fmla="*/ 744 h 744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786" h="744">
                        <a:moveTo>
                          <a:pt x="0" y="739"/>
                        </a:moveTo>
                        <a:cubicBezTo>
                          <a:pt x="63" y="733"/>
                          <a:pt x="150" y="744"/>
                          <a:pt x="203" y="709"/>
                        </a:cubicBezTo>
                        <a:cubicBezTo>
                          <a:pt x="223" y="679"/>
                          <a:pt x="258" y="654"/>
                          <a:pt x="270" y="619"/>
                        </a:cubicBezTo>
                        <a:cubicBezTo>
                          <a:pt x="282" y="585"/>
                          <a:pt x="292" y="549"/>
                          <a:pt x="300" y="514"/>
                        </a:cubicBezTo>
                        <a:cubicBezTo>
                          <a:pt x="298" y="546"/>
                          <a:pt x="297" y="579"/>
                          <a:pt x="293" y="611"/>
                        </a:cubicBezTo>
                        <a:cubicBezTo>
                          <a:pt x="292" y="619"/>
                          <a:pt x="279" y="628"/>
                          <a:pt x="285" y="634"/>
                        </a:cubicBezTo>
                        <a:cubicBezTo>
                          <a:pt x="286" y="635"/>
                          <a:pt x="345" y="607"/>
                          <a:pt x="353" y="604"/>
                        </a:cubicBezTo>
                        <a:cubicBezTo>
                          <a:pt x="379" y="586"/>
                          <a:pt x="395" y="574"/>
                          <a:pt x="405" y="544"/>
                        </a:cubicBezTo>
                        <a:cubicBezTo>
                          <a:pt x="410" y="510"/>
                          <a:pt x="412" y="452"/>
                          <a:pt x="413" y="416"/>
                        </a:cubicBezTo>
                        <a:cubicBezTo>
                          <a:pt x="414" y="380"/>
                          <a:pt x="412" y="305"/>
                          <a:pt x="413" y="326"/>
                        </a:cubicBezTo>
                        <a:cubicBezTo>
                          <a:pt x="486" y="326"/>
                          <a:pt x="397" y="475"/>
                          <a:pt x="420" y="544"/>
                        </a:cubicBezTo>
                        <a:cubicBezTo>
                          <a:pt x="427" y="566"/>
                          <a:pt x="465" y="549"/>
                          <a:pt x="488" y="551"/>
                        </a:cubicBezTo>
                        <a:cubicBezTo>
                          <a:pt x="516" y="570"/>
                          <a:pt x="522" y="579"/>
                          <a:pt x="510" y="611"/>
                        </a:cubicBezTo>
                        <a:cubicBezTo>
                          <a:pt x="500" y="581"/>
                          <a:pt x="496" y="568"/>
                          <a:pt x="465" y="559"/>
                        </a:cubicBezTo>
                        <a:cubicBezTo>
                          <a:pt x="460" y="551"/>
                          <a:pt x="445" y="544"/>
                          <a:pt x="450" y="536"/>
                        </a:cubicBezTo>
                        <a:cubicBezTo>
                          <a:pt x="459" y="520"/>
                          <a:pt x="495" y="506"/>
                          <a:pt x="495" y="506"/>
                        </a:cubicBezTo>
                        <a:cubicBezTo>
                          <a:pt x="510" y="484"/>
                          <a:pt x="518" y="461"/>
                          <a:pt x="533" y="439"/>
                        </a:cubicBezTo>
                        <a:cubicBezTo>
                          <a:pt x="535" y="401"/>
                          <a:pt x="540" y="364"/>
                          <a:pt x="540" y="326"/>
                        </a:cubicBezTo>
                        <a:cubicBezTo>
                          <a:pt x="540" y="306"/>
                          <a:pt x="533" y="366"/>
                          <a:pt x="533" y="386"/>
                        </a:cubicBezTo>
                        <a:cubicBezTo>
                          <a:pt x="533" y="404"/>
                          <a:pt x="533" y="423"/>
                          <a:pt x="540" y="439"/>
                        </a:cubicBezTo>
                        <a:cubicBezTo>
                          <a:pt x="544" y="447"/>
                          <a:pt x="555" y="449"/>
                          <a:pt x="563" y="454"/>
                        </a:cubicBezTo>
                        <a:cubicBezTo>
                          <a:pt x="564" y="454"/>
                          <a:pt x="620" y="446"/>
                          <a:pt x="630" y="439"/>
                        </a:cubicBezTo>
                        <a:cubicBezTo>
                          <a:pt x="684" y="403"/>
                          <a:pt x="620" y="424"/>
                          <a:pt x="683" y="409"/>
                        </a:cubicBezTo>
                        <a:cubicBezTo>
                          <a:pt x="652" y="429"/>
                          <a:pt x="620" y="438"/>
                          <a:pt x="585" y="446"/>
                        </a:cubicBezTo>
                        <a:cubicBezTo>
                          <a:pt x="588" y="439"/>
                          <a:pt x="589" y="431"/>
                          <a:pt x="593" y="424"/>
                        </a:cubicBezTo>
                        <a:cubicBezTo>
                          <a:pt x="597" y="416"/>
                          <a:pt x="604" y="409"/>
                          <a:pt x="608" y="401"/>
                        </a:cubicBezTo>
                        <a:cubicBezTo>
                          <a:pt x="633" y="345"/>
                          <a:pt x="603" y="361"/>
                          <a:pt x="653" y="349"/>
                        </a:cubicBezTo>
                        <a:cubicBezTo>
                          <a:pt x="660" y="341"/>
                          <a:pt x="666" y="332"/>
                          <a:pt x="675" y="326"/>
                        </a:cubicBezTo>
                        <a:cubicBezTo>
                          <a:pt x="684" y="319"/>
                          <a:pt x="696" y="318"/>
                          <a:pt x="705" y="311"/>
                        </a:cubicBezTo>
                        <a:cubicBezTo>
                          <a:pt x="751" y="273"/>
                          <a:pt x="687" y="300"/>
                          <a:pt x="743" y="281"/>
                        </a:cubicBezTo>
                        <a:cubicBezTo>
                          <a:pt x="745" y="289"/>
                          <a:pt x="753" y="297"/>
                          <a:pt x="750" y="304"/>
                        </a:cubicBezTo>
                        <a:cubicBezTo>
                          <a:pt x="744" y="318"/>
                          <a:pt x="676" y="336"/>
                          <a:pt x="660" y="341"/>
                        </a:cubicBezTo>
                        <a:cubicBezTo>
                          <a:pt x="653" y="349"/>
                          <a:pt x="644" y="373"/>
                          <a:pt x="638" y="364"/>
                        </a:cubicBezTo>
                        <a:cubicBezTo>
                          <a:pt x="634" y="359"/>
                          <a:pt x="646" y="308"/>
                          <a:pt x="653" y="296"/>
                        </a:cubicBezTo>
                        <a:cubicBezTo>
                          <a:pt x="662" y="280"/>
                          <a:pt x="683" y="251"/>
                          <a:pt x="683" y="251"/>
                        </a:cubicBezTo>
                        <a:cubicBezTo>
                          <a:pt x="685" y="244"/>
                          <a:pt x="683" y="231"/>
                          <a:pt x="690" y="229"/>
                        </a:cubicBezTo>
                        <a:cubicBezTo>
                          <a:pt x="699" y="227"/>
                          <a:pt x="704" y="246"/>
                          <a:pt x="713" y="244"/>
                        </a:cubicBezTo>
                        <a:cubicBezTo>
                          <a:pt x="722" y="242"/>
                          <a:pt x="722" y="228"/>
                          <a:pt x="728" y="221"/>
                        </a:cubicBezTo>
                        <a:cubicBezTo>
                          <a:pt x="734" y="215"/>
                          <a:pt x="750" y="215"/>
                          <a:pt x="750" y="206"/>
                        </a:cubicBezTo>
                        <a:cubicBezTo>
                          <a:pt x="750" y="198"/>
                          <a:pt x="735" y="211"/>
                          <a:pt x="728" y="214"/>
                        </a:cubicBezTo>
                        <a:cubicBezTo>
                          <a:pt x="728" y="214"/>
                          <a:pt x="699" y="269"/>
                          <a:pt x="705" y="214"/>
                        </a:cubicBezTo>
                        <a:cubicBezTo>
                          <a:pt x="708" y="183"/>
                          <a:pt x="720" y="169"/>
                          <a:pt x="735" y="146"/>
                        </a:cubicBezTo>
                        <a:cubicBezTo>
                          <a:pt x="750" y="53"/>
                          <a:pt x="750" y="26"/>
                          <a:pt x="750" y="64"/>
                        </a:cubicBezTo>
                        <a:lnTo>
                          <a:pt x="786" y="0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81" name="Group 237"/>
                <p:cNvGrpSpPr>
                  <a:grpSpLocks/>
                </p:cNvGrpSpPr>
                <p:nvPr/>
              </p:nvGrpSpPr>
              <p:grpSpPr bwMode="auto">
                <a:xfrm flipH="1">
                  <a:off x="6495" y="3425"/>
                  <a:ext cx="842" cy="702"/>
                  <a:chOff x="7012" y="3240"/>
                  <a:chExt cx="842" cy="702"/>
                </a:xfrm>
              </p:grpSpPr>
              <p:sp>
                <p:nvSpPr>
                  <p:cNvPr id="84" name="Freeform 238"/>
                  <p:cNvSpPr>
                    <a:spLocks/>
                  </p:cNvSpPr>
                  <p:nvPr/>
                </p:nvSpPr>
                <p:spPr bwMode="auto">
                  <a:xfrm>
                    <a:off x="7020" y="3240"/>
                    <a:ext cx="826" cy="612"/>
                  </a:xfrm>
                  <a:custGeom>
                    <a:avLst/>
                    <a:gdLst>
                      <a:gd name="T0" fmla="*/ 75 w 826"/>
                      <a:gd name="T1" fmla="*/ 158 h 612"/>
                      <a:gd name="T2" fmla="*/ 143 w 826"/>
                      <a:gd name="T3" fmla="*/ 120 h 612"/>
                      <a:gd name="T4" fmla="*/ 158 w 826"/>
                      <a:gd name="T5" fmla="*/ 98 h 612"/>
                      <a:gd name="T6" fmla="*/ 203 w 826"/>
                      <a:gd name="T7" fmla="*/ 68 h 612"/>
                      <a:gd name="T8" fmla="*/ 330 w 826"/>
                      <a:gd name="T9" fmla="*/ 0 h 612"/>
                      <a:gd name="T10" fmla="*/ 428 w 826"/>
                      <a:gd name="T11" fmla="*/ 8 h 612"/>
                      <a:gd name="T12" fmla="*/ 563 w 826"/>
                      <a:gd name="T13" fmla="*/ 98 h 612"/>
                      <a:gd name="T14" fmla="*/ 578 w 826"/>
                      <a:gd name="T15" fmla="*/ 120 h 612"/>
                      <a:gd name="T16" fmla="*/ 600 w 826"/>
                      <a:gd name="T17" fmla="*/ 135 h 612"/>
                      <a:gd name="T18" fmla="*/ 608 w 826"/>
                      <a:gd name="T19" fmla="*/ 158 h 612"/>
                      <a:gd name="T20" fmla="*/ 630 w 826"/>
                      <a:gd name="T21" fmla="*/ 203 h 612"/>
                      <a:gd name="T22" fmla="*/ 720 w 826"/>
                      <a:gd name="T23" fmla="*/ 255 h 612"/>
                      <a:gd name="T24" fmla="*/ 818 w 826"/>
                      <a:gd name="T25" fmla="*/ 398 h 612"/>
                      <a:gd name="T26" fmla="*/ 825 w 826"/>
                      <a:gd name="T27" fmla="*/ 585 h 612"/>
                      <a:gd name="T28" fmla="*/ 818 w 826"/>
                      <a:gd name="T29" fmla="*/ 608 h 612"/>
                      <a:gd name="T30" fmla="*/ 780 w 826"/>
                      <a:gd name="T31" fmla="*/ 600 h 612"/>
                      <a:gd name="T32" fmla="*/ 735 w 826"/>
                      <a:gd name="T33" fmla="*/ 525 h 612"/>
                      <a:gd name="T34" fmla="*/ 525 w 826"/>
                      <a:gd name="T35" fmla="*/ 495 h 612"/>
                      <a:gd name="T36" fmla="*/ 458 w 826"/>
                      <a:gd name="T37" fmla="*/ 435 h 612"/>
                      <a:gd name="T38" fmla="*/ 398 w 826"/>
                      <a:gd name="T39" fmla="*/ 368 h 612"/>
                      <a:gd name="T40" fmla="*/ 150 w 826"/>
                      <a:gd name="T41" fmla="*/ 300 h 612"/>
                      <a:gd name="T42" fmla="*/ 98 w 826"/>
                      <a:gd name="T43" fmla="*/ 285 h 612"/>
                      <a:gd name="T44" fmla="*/ 53 w 826"/>
                      <a:gd name="T45" fmla="*/ 255 h 612"/>
                      <a:gd name="T46" fmla="*/ 0 w 826"/>
                      <a:gd name="T47" fmla="*/ 188 h 612"/>
                      <a:gd name="T48" fmla="*/ 75 w 826"/>
                      <a:gd name="T49" fmla="*/ 158 h 612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826"/>
                      <a:gd name="T76" fmla="*/ 0 h 612"/>
                      <a:gd name="T77" fmla="*/ 826 w 826"/>
                      <a:gd name="T78" fmla="*/ 612 h 612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826" h="612">
                        <a:moveTo>
                          <a:pt x="75" y="158"/>
                        </a:moveTo>
                        <a:cubicBezTo>
                          <a:pt x="98" y="143"/>
                          <a:pt x="120" y="135"/>
                          <a:pt x="143" y="120"/>
                        </a:cubicBezTo>
                        <a:cubicBezTo>
                          <a:pt x="148" y="113"/>
                          <a:pt x="151" y="104"/>
                          <a:pt x="158" y="98"/>
                        </a:cubicBezTo>
                        <a:cubicBezTo>
                          <a:pt x="172" y="86"/>
                          <a:pt x="203" y="68"/>
                          <a:pt x="203" y="68"/>
                        </a:cubicBezTo>
                        <a:cubicBezTo>
                          <a:pt x="230" y="27"/>
                          <a:pt x="285" y="16"/>
                          <a:pt x="330" y="0"/>
                        </a:cubicBezTo>
                        <a:cubicBezTo>
                          <a:pt x="363" y="3"/>
                          <a:pt x="396" y="2"/>
                          <a:pt x="428" y="8"/>
                        </a:cubicBezTo>
                        <a:cubicBezTo>
                          <a:pt x="456" y="13"/>
                          <a:pt x="529" y="81"/>
                          <a:pt x="563" y="98"/>
                        </a:cubicBezTo>
                        <a:cubicBezTo>
                          <a:pt x="568" y="105"/>
                          <a:pt x="572" y="114"/>
                          <a:pt x="578" y="120"/>
                        </a:cubicBezTo>
                        <a:cubicBezTo>
                          <a:pt x="584" y="126"/>
                          <a:pt x="595" y="128"/>
                          <a:pt x="600" y="135"/>
                        </a:cubicBezTo>
                        <a:cubicBezTo>
                          <a:pt x="605" y="141"/>
                          <a:pt x="605" y="151"/>
                          <a:pt x="608" y="158"/>
                        </a:cubicBezTo>
                        <a:cubicBezTo>
                          <a:pt x="615" y="173"/>
                          <a:pt x="619" y="191"/>
                          <a:pt x="630" y="203"/>
                        </a:cubicBezTo>
                        <a:cubicBezTo>
                          <a:pt x="650" y="226"/>
                          <a:pt x="690" y="245"/>
                          <a:pt x="720" y="255"/>
                        </a:cubicBezTo>
                        <a:cubicBezTo>
                          <a:pt x="763" y="298"/>
                          <a:pt x="798" y="340"/>
                          <a:pt x="818" y="398"/>
                        </a:cubicBezTo>
                        <a:cubicBezTo>
                          <a:pt x="820" y="460"/>
                          <a:pt x="825" y="523"/>
                          <a:pt x="825" y="585"/>
                        </a:cubicBezTo>
                        <a:cubicBezTo>
                          <a:pt x="825" y="593"/>
                          <a:pt x="826" y="605"/>
                          <a:pt x="818" y="608"/>
                        </a:cubicBezTo>
                        <a:cubicBezTo>
                          <a:pt x="806" y="612"/>
                          <a:pt x="793" y="603"/>
                          <a:pt x="780" y="600"/>
                        </a:cubicBezTo>
                        <a:cubicBezTo>
                          <a:pt x="769" y="584"/>
                          <a:pt x="753" y="533"/>
                          <a:pt x="735" y="525"/>
                        </a:cubicBezTo>
                        <a:cubicBezTo>
                          <a:pt x="681" y="500"/>
                          <a:pt x="578" y="499"/>
                          <a:pt x="525" y="495"/>
                        </a:cubicBezTo>
                        <a:cubicBezTo>
                          <a:pt x="503" y="473"/>
                          <a:pt x="478" y="459"/>
                          <a:pt x="458" y="435"/>
                        </a:cubicBezTo>
                        <a:cubicBezTo>
                          <a:pt x="437" y="410"/>
                          <a:pt x="425" y="387"/>
                          <a:pt x="398" y="368"/>
                        </a:cubicBezTo>
                        <a:cubicBezTo>
                          <a:pt x="345" y="286"/>
                          <a:pt x="238" y="305"/>
                          <a:pt x="150" y="300"/>
                        </a:cubicBezTo>
                        <a:cubicBezTo>
                          <a:pt x="133" y="295"/>
                          <a:pt x="114" y="293"/>
                          <a:pt x="98" y="285"/>
                        </a:cubicBezTo>
                        <a:cubicBezTo>
                          <a:pt x="82" y="277"/>
                          <a:pt x="53" y="255"/>
                          <a:pt x="53" y="255"/>
                        </a:cubicBezTo>
                        <a:cubicBezTo>
                          <a:pt x="44" y="194"/>
                          <a:pt x="49" y="203"/>
                          <a:pt x="0" y="188"/>
                        </a:cubicBezTo>
                        <a:cubicBezTo>
                          <a:pt x="38" y="163"/>
                          <a:pt x="14" y="176"/>
                          <a:pt x="75" y="158"/>
                        </a:cubicBezTo>
                        <a:close/>
                      </a:path>
                    </a:pathLst>
                  </a:custGeom>
                  <a:solidFill>
                    <a:srgbClr val="99CC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85" name="Freeform 239"/>
                  <p:cNvSpPr>
                    <a:spLocks/>
                  </p:cNvSpPr>
                  <p:nvPr/>
                </p:nvSpPr>
                <p:spPr bwMode="auto">
                  <a:xfrm>
                    <a:off x="7012" y="3337"/>
                    <a:ext cx="842" cy="605"/>
                  </a:xfrm>
                  <a:custGeom>
                    <a:avLst/>
                    <a:gdLst>
                      <a:gd name="T0" fmla="*/ 1 w 842"/>
                      <a:gd name="T1" fmla="*/ 76 h 605"/>
                      <a:gd name="T2" fmla="*/ 166 w 842"/>
                      <a:gd name="T3" fmla="*/ 46 h 605"/>
                      <a:gd name="T4" fmla="*/ 413 w 842"/>
                      <a:gd name="T5" fmla="*/ 31 h 605"/>
                      <a:gd name="T6" fmla="*/ 533 w 842"/>
                      <a:gd name="T7" fmla="*/ 151 h 605"/>
                      <a:gd name="T8" fmla="*/ 653 w 842"/>
                      <a:gd name="T9" fmla="*/ 241 h 605"/>
                      <a:gd name="T10" fmla="*/ 818 w 842"/>
                      <a:gd name="T11" fmla="*/ 473 h 605"/>
                      <a:gd name="T12" fmla="*/ 788 w 842"/>
                      <a:gd name="T13" fmla="*/ 526 h 605"/>
                      <a:gd name="T14" fmla="*/ 601 w 842"/>
                      <a:gd name="T15" fmla="*/ 436 h 605"/>
                      <a:gd name="T16" fmla="*/ 541 w 842"/>
                      <a:gd name="T17" fmla="*/ 421 h 605"/>
                      <a:gd name="T18" fmla="*/ 496 w 842"/>
                      <a:gd name="T19" fmla="*/ 391 h 605"/>
                      <a:gd name="T20" fmla="*/ 443 w 842"/>
                      <a:gd name="T21" fmla="*/ 331 h 605"/>
                      <a:gd name="T22" fmla="*/ 53 w 842"/>
                      <a:gd name="T23" fmla="*/ 233 h 605"/>
                      <a:gd name="T24" fmla="*/ 16 w 842"/>
                      <a:gd name="T25" fmla="*/ 106 h 605"/>
                      <a:gd name="T26" fmla="*/ 1 w 842"/>
                      <a:gd name="T27" fmla="*/ 76 h 605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842"/>
                      <a:gd name="T43" fmla="*/ 0 h 605"/>
                      <a:gd name="T44" fmla="*/ 842 w 842"/>
                      <a:gd name="T45" fmla="*/ 605 h 605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842" h="605">
                        <a:moveTo>
                          <a:pt x="1" y="76"/>
                        </a:moveTo>
                        <a:cubicBezTo>
                          <a:pt x="156" y="65"/>
                          <a:pt x="73" y="68"/>
                          <a:pt x="166" y="46"/>
                        </a:cubicBezTo>
                        <a:cubicBezTo>
                          <a:pt x="258" y="0"/>
                          <a:pt x="255" y="25"/>
                          <a:pt x="413" y="31"/>
                        </a:cubicBezTo>
                        <a:cubicBezTo>
                          <a:pt x="469" y="48"/>
                          <a:pt x="490" y="115"/>
                          <a:pt x="533" y="151"/>
                        </a:cubicBezTo>
                        <a:cubicBezTo>
                          <a:pt x="571" y="183"/>
                          <a:pt x="616" y="207"/>
                          <a:pt x="653" y="241"/>
                        </a:cubicBezTo>
                        <a:cubicBezTo>
                          <a:pt x="721" y="303"/>
                          <a:pt x="790" y="384"/>
                          <a:pt x="818" y="473"/>
                        </a:cubicBezTo>
                        <a:cubicBezTo>
                          <a:pt x="824" y="536"/>
                          <a:pt x="842" y="605"/>
                          <a:pt x="788" y="526"/>
                        </a:cubicBezTo>
                        <a:cubicBezTo>
                          <a:pt x="755" y="418"/>
                          <a:pt x="728" y="443"/>
                          <a:pt x="601" y="436"/>
                        </a:cubicBezTo>
                        <a:cubicBezTo>
                          <a:pt x="581" y="431"/>
                          <a:pt x="559" y="430"/>
                          <a:pt x="541" y="421"/>
                        </a:cubicBezTo>
                        <a:cubicBezTo>
                          <a:pt x="525" y="413"/>
                          <a:pt x="496" y="391"/>
                          <a:pt x="496" y="391"/>
                        </a:cubicBezTo>
                        <a:cubicBezTo>
                          <a:pt x="461" y="338"/>
                          <a:pt x="481" y="356"/>
                          <a:pt x="443" y="331"/>
                        </a:cubicBezTo>
                        <a:cubicBezTo>
                          <a:pt x="361" y="205"/>
                          <a:pt x="175" y="237"/>
                          <a:pt x="53" y="233"/>
                        </a:cubicBezTo>
                        <a:cubicBezTo>
                          <a:pt x="0" y="216"/>
                          <a:pt x="25" y="156"/>
                          <a:pt x="16" y="106"/>
                        </a:cubicBezTo>
                        <a:cubicBezTo>
                          <a:pt x="0" y="17"/>
                          <a:pt x="1" y="108"/>
                          <a:pt x="1" y="76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86" name="Freeform 240"/>
                  <p:cNvSpPr>
                    <a:spLocks/>
                  </p:cNvSpPr>
                  <p:nvPr/>
                </p:nvSpPr>
                <p:spPr bwMode="auto">
                  <a:xfrm>
                    <a:off x="7088" y="3308"/>
                    <a:ext cx="733" cy="476"/>
                  </a:xfrm>
                  <a:custGeom>
                    <a:avLst/>
                    <a:gdLst>
                      <a:gd name="T0" fmla="*/ 0 w 733"/>
                      <a:gd name="T1" fmla="*/ 97 h 476"/>
                      <a:gd name="T2" fmla="*/ 90 w 733"/>
                      <a:gd name="T3" fmla="*/ 75 h 476"/>
                      <a:gd name="T4" fmla="*/ 112 w 733"/>
                      <a:gd name="T5" fmla="*/ 52 h 476"/>
                      <a:gd name="T6" fmla="*/ 157 w 733"/>
                      <a:gd name="T7" fmla="*/ 22 h 476"/>
                      <a:gd name="T8" fmla="*/ 172 w 733"/>
                      <a:gd name="T9" fmla="*/ 0 h 476"/>
                      <a:gd name="T10" fmla="*/ 135 w 733"/>
                      <a:gd name="T11" fmla="*/ 67 h 476"/>
                      <a:gd name="T12" fmla="*/ 225 w 733"/>
                      <a:gd name="T13" fmla="*/ 195 h 476"/>
                      <a:gd name="T14" fmla="*/ 202 w 733"/>
                      <a:gd name="T15" fmla="*/ 202 h 476"/>
                      <a:gd name="T16" fmla="*/ 195 w 733"/>
                      <a:gd name="T17" fmla="*/ 165 h 476"/>
                      <a:gd name="T18" fmla="*/ 180 w 733"/>
                      <a:gd name="T19" fmla="*/ 142 h 476"/>
                      <a:gd name="T20" fmla="*/ 165 w 733"/>
                      <a:gd name="T21" fmla="*/ 97 h 476"/>
                      <a:gd name="T22" fmla="*/ 142 w 733"/>
                      <a:gd name="T23" fmla="*/ 82 h 476"/>
                      <a:gd name="T24" fmla="*/ 330 w 733"/>
                      <a:gd name="T25" fmla="*/ 15 h 476"/>
                      <a:gd name="T26" fmla="*/ 337 w 733"/>
                      <a:gd name="T27" fmla="*/ 7 h 476"/>
                      <a:gd name="T28" fmla="*/ 292 w 733"/>
                      <a:gd name="T29" fmla="*/ 37 h 476"/>
                      <a:gd name="T30" fmla="*/ 315 w 733"/>
                      <a:gd name="T31" fmla="*/ 52 h 476"/>
                      <a:gd name="T32" fmla="*/ 330 w 733"/>
                      <a:gd name="T33" fmla="*/ 195 h 476"/>
                      <a:gd name="T34" fmla="*/ 322 w 733"/>
                      <a:gd name="T35" fmla="*/ 120 h 476"/>
                      <a:gd name="T36" fmla="*/ 330 w 733"/>
                      <a:gd name="T37" fmla="*/ 67 h 476"/>
                      <a:gd name="T38" fmla="*/ 375 w 733"/>
                      <a:gd name="T39" fmla="*/ 135 h 476"/>
                      <a:gd name="T40" fmla="*/ 405 w 733"/>
                      <a:gd name="T41" fmla="*/ 142 h 476"/>
                      <a:gd name="T42" fmla="*/ 510 w 733"/>
                      <a:gd name="T43" fmla="*/ 150 h 476"/>
                      <a:gd name="T44" fmla="*/ 487 w 733"/>
                      <a:gd name="T45" fmla="*/ 172 h 476"/>
                      <a:gd name="T46" fmla="*/ 420 w 733"/>
                      <a:gd name="T47" fmla="*/ 142 h 476"/>
                      <a:gd name="T48" fmla="*/ 442 w 733"/>
                      <a:gd name="T49" fmla="*/ 225 h 476"/>
                      <a:gd name="T50" fmla="*/ 450 w 733"/>
                      <a:gd name="T51" fmla="*/ 277 h 476"/>
                      <a:gd name="T52" fmla="*/ 457 w 733"/>
                      <a:gd name="T53" fmla="*/ 300 h 476"/>
                      <a:gd name="T54" fmla="*/ 450 w 733"/>
                      <a:gd name="T55" fmla="*/ 262 h 476"/>
                      <a:gd name="T56" fmla="*/ 442 w 733"/>
                      <a:gd name="T57" fmla="*/ 210 h 476"/>
                      <a:gd name="T58" fmla="*/ 450 w 733"/>
                      <a:gd name="T59" fmla="*/ 172 h 476"/>
                      <a:gd name="T60" fmla="*/ 480 w 733"/>
                      <a:gd name="T61" fmla="*/ 210 h 476"/>
                      <a:gd name="T62" fmla="*/ 502 w 733"/>
                      <a:gd name="T63" fmla="*/ 217 h 476"/>
                      <a:gd name="T64" fmla="*/ 562 w 733"/>
                      <a:gd name="T65" fmla="*/ 270 h 476"/>
                      <a:gd name="T66" fmla="*/ 600 w 733"/>
                      <a:gd name="T67" fmla="*/ 375 h 476"/>
                      <a:gd name="T68" fmla="*/ 592 w 733"/>
                      <a:gd name="T69" fmla="*/ 352 h 476"/>
                      <a:gd name="T70" fmla="*/ 652 w 733"/>
                      <a:gd name="T71" fmla="*/ 292 h 476"/>
                      <a:gd name="T72" fmla="*/ 690 w 733"/>
                      <a:gd name="T73" fmla="*/ 330 h 476"/>
                      <a:gd name="T74" fmla="*/ 667 w 733"/>
                      <a:gd name="T75" fmla="*/ 322 h 476"/>
                      <a:gd name="T76" fmla="*/ 622 w 733"/>
                      <a:gd name="T77" fmla="*/ 315 h 476"/>
                      <a:gd name="T78" fmla="*/ 660 w 733"/>
                      <a:gd name="T79" fmla="*/ 382 h 476"/>
                      <a:gd name="T80" fmla="*/ 690 w 733"/>
                      <a:gd name="T81" fmla="*/ 465 h 476"/>
                      <a:gd name="T82" fmla="*/ 733 w 733"/>
                      <a:gd name="T83" fmla="*/ 476 h 47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733"/>
                      <a:gd name="T127" fmla="*/ 0 h 476"/>
                      <a:gd name="T128" fmla="*/ 733 w 733"/>
                      <a:gd name="T129" fmla="*/ 476 h 47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733" h="476">
                        <a:moveTo>
                          <a:pt x="0" y="97"/>
                        </a:moveTo>
                        <a:cubicBezTo>
                          <a:pt x="33" y="92"/>
                          <a:pt x="58" y="85"/>
                          <a:pt x="90" y="75"/>
                        </a:cubicBezTo>
                        <a:cubicBezTo>
                          <a:pt x="97" y="67"/>
                          <a:pt x="104" y="59"/>
                          <a:pt x="112" y="52"/>
                        </a:cubicBezTo>
                        <a:cubicBezTo>
                          <a:pt x="126" y="41"/>
                          <a:pt x="157" y="22"/>
                          <a:pt x="157" y="22"/>
                        </a:cubicBezTo>
                        <a:cubicBezTo>
                          <a:pt x="162" y="15"/>
                          <a:pt x="172" y="0"/>
                          <a:pt x="172" y="0"/>
                        </a:cubicBezTo>
                        <a:cubicBezTo>
                          <a:pt x="163" y="28"/>
                          <a:pt x="144" y="39"/>
                          <a:pt x="135" y="67"/>
                        </a:cubicBezTo>
                        <a:cubicBezTo>
                          <a:pt x="184" y="100"/>
                          <a:pt x="179" y="165"/>
                          <a:pt x="225" y="195"/>
                        </a:cubicBezTo>
                        <a:cubicBezTo>
                          <a:pt x="217" y="197"/>
                          <a:pt x="208" y="208"/>
                          <a:pt x="202" y="202"/>
                        </a:cubicBezTo>
                        <a:cubicBezTo>
                          <a:pt x="193" y="193"/>
                          <a:pt x="199" y="177"/>
                          <a:pt x="195" y="165"/>
                        </a:cubicBezTo>
                        <a:cubicBezTo>
                          <a:pt x="192" y="156"/>
                          <a:pt x="184" y="150"/>
                          <a:pt x="180" y="142"/>
                        </a:cubicBezTo>
                        <a:cubicBezTo>
                          <a:pt x="173" y="128"/>
                          <a:pt x="175" y="109"/>
                          <a:pt x="165" y="97"/>
                        </a:cubicBezTo>
                        <a:cubicBezTo>
                          <a:pt x="159" y="90"/>
                          <a:pt x="150" y="87"/>
                          <a:pt x="142" y="82"/>
                        </a:cubicBezTo>
                        <a:cubicBezTo>
                          <a:pt x="194" y="48"/>
                          <a:pt x="270" y="33"/>
                          <a:pt x="330" y="15"/>
                        </a:cubicBezTo>
                        <a:cubicBezTo>
                          <a:pt x="332" y="12"/>
                          <a:pt x="340" y="5"/>
                          <a:pt x="337" y="7"/>
                        </a:cubicBezTo>
                        <a:cubicBezTo>
                          <a:pt x="322" y="17"/>
                          <a:pt x="292" y="37"/>
                          <a:pt x="292" y="37"/>
                        </a:cubicBezTo>
                        <a:cubicBezTo>
                          <a:pt x="300" y="42"/>
                          <a:pt x="310" y="44"/>
                          <a:pt x="315" y="52"/>
                        </a:cubicBezTo>
                        <a:cubicBezTo>
                          <a:pt x="339" y="94"/>
                          <a:pt x="330" y="147"/>
                          <a:pt x="330" y="195"/>
                        </a:cubicBezTo>
                        <a:cubicBezTo>
                          <a:pt x="330" y="220"/>
                          <a:pt x="325" y="145"/>
                          <a:pt x="322" y="120"/>
                        </a:cubicBezTo>
                        <a:cubicBezTo>
                          <a:pt x="325" y="102"/>
                          <a:pt x="313" y="71"/>
                          <a:pt x="330" y="67"/>
                        </a:cubicBezTo>
                        <a:cubicBezTo>
                          <a:pt x="331" y="67"/>
                          <a:pt x="368" y="124"/>
                          <a:pt x="375" y="135"/>
                        </a:cubicBezTo>
                        <a:cubicBezTo>
                          <a:pt x="381" y="144"/>
                          <a:pt x="395" y="141"/>
                          <a:pt x="405" y="142"/>
                        </a:cubicBezTo>
                        <a:cubicBezTo>
                          <a:pt x="440" y="146"/>
                          <a:pt x="475" y="147"/>
                          <a:pt x="510" y="150"/>
                        </a:cubicBezTo>
                        <a:cubicBezTo>
                          <a:pt x="560" y="166"/>
                          <a:pt x="507" y="166"/>
                          <a:pt x="487" y="172"/>
                        </a:cubicBezTo>
                        <a:cubicBezTo>
                          <a:pt x="463" y="164"/>
                          <a:pt x="444" y="151"/>
                          <a:pt x="420" y="142"/>
                        </a:cubicBezTo>
                        <a:cubicBezTo>
                          <a:pt x="447" y="183"/>
                          <a:pt x="432" y="154"/>
                          <a:pt x="442" y="225"/>
                        </a:cubicBezTo>
                        <a:cubicBezTo>
                          <a:pt x="444" y="242"/>
                          <a:pt x="447" y="260"/>
                          <a:pt x="450" y="277"/>
                        </a:cubicBezTo>
                        <a:cubicBezTo>
                          <a:pt x="452" y="285"/>
                          <a:pt x="457" y="308"/>
                          <a:pt x="457" y="300"/>
                        </a:cubicBezTo>
                        <a:cubicBezTo>
                          <a:pt x="457" y="287"/>
                          <a:pt x="452" y="275"/>
                          <a:pt x="450" y="262"/>
                        </a:cubicBezTo>
                        <a:cubicBezTo>
                          <a:pt x="447" y="245"/>
                          <a:pt x="445" y="227"/>
                          <a:pt x="442" y="210"/>
                        </a:cubicBezTo>
                        <a:cubicBezTo>
                          <a:pt x="445" y="197"/>
                          <a:pt x="440" y="180"/>
                          <a:pt x="450" y="172"/>
                        </a:cubicBezTo>
                        <a:cubicBezTo>
                          <a:pt x="468" y="158"/>
                          <a:pt x="479" y="209"/>
                          <a:pt x="480" y="210"/>
                        </a:cubicBezTo>
                        <a:cubicBezTo>
                          <a:pt x="485" y="215"/>
                          <a:pt x="495" y="215"/>
                          <a:pt x="502" y="217"/>
                        </a:cubicBezTo>
                        <a:cubicBezTo>
                          <a:pt x="527" y="233"/>
                          <a:pt x="537" y="253"/>
                          <a:pt x="562" y="270"/>
                        </a:cubicBezTo>
                        <a:cubicBezTo>
                          <a:pt x="581" y="298"/>
                          <a:pt x="600" y="340"/>
                          <a:pt x="600" y="375"/>
                        </a:cubicBezTo>
                        <a:cubicBezTo>
                          <a:pt x="600" y="383"/>
                          <a:pt x="595" y="360"/>
                          <a:pt x="592" y="352"/>
                        </a:cubicBezTo>
                        <a:cubicBezTo>
                          <a:pt x="583" y="272"/>
                          <a:pt x="575" y="280"/>
                          <a:pt x="652" y="292"/>
                        </a:cubicBezTo>
                        <a:cubicBezTo>
                          <a:pt x="656" y="294"/>
                          <a:pt x="697" y="317"/>
                          <a:pt x="690" y="330"/>
                        </a:cubicBezTo>
                        <a:cubicBezTo>
                          <a:pt x="686" y="337"/>
                          <a:pt x="675" y="325"/>
                          <a:pt x="667" y="322"/>
                        </a:cubicBezTo>
                        <a:cubicBezTo>
                          <a:pt x="655" y="283"/>
                          <a:pt x="645" y="280"/>
                          <a:pt x="622" y="315"/>
                        </a:cubicBezTo>
                        <a:cubicBezTo>
                          <a:pt x="637" y="337"/>
                          <a:pt x="645" y="360"/>
                          <a:pt x="660" y="382"/>
                        </a:cubicBezTo>
                        <a:cubicBezTo>
                          <a:pt x="669" y="410"/>
                          <a:pt x="690" y="465"/>
                          <a:pt x="690" y="465"/>
                        </a:cubicBezTo>
                        <a:lnTo>
                          <a:pt x="733" y="476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82" name="Freeform 241"/>
                <p:cNvSpPr>
                  <a:spLocks/>
                </p:cNvSpPr>
                <p:nvPr/>
              </p:nvSpPr>
              <p:spPr bwMode="auto">
                <a:xfrm flipH="1">
                  <a:off x="7608" y="3583"/>
                  <a:ext cx="1446" cy="566"/>
                </a:xfrm>
                <a:custGeom>
                  <a:avLst/>
                  <a:gdLst>
                    <a:gd name="T0" fmla="*/ 1343 w 1446"/>
                    <a:gd name="T1" fmla="*/ 0 h 566"/>
                    <a:gd name="T2" fmla="*/ 0 w 1446"/>
                    <a:gd name="T3" fmla="*/ 465 h 566"/>
                    <a:gd name="T4" fmla="*/ 6 w 1446"/>
                    <a:gd name="T5" fmla="*/ 566 h 566"/>
                    <a:gd name="T6" fmla="*/ 1446 w 1446"/>
                    <a:gd name="T7" fmla="*/ 26 h 566"/>
                    <a:gd name="T8" fmla="*/ 1343 w 1446"/>
                    <a:gd name="T9" fmla="*/ 0 h 5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46"/>
                    <a:gd name="T16" fmla="*/ 0 h 566"/>
                    <a:gd name="T17" fmla="*/ 1446 w 1446"/>
                    <a:gd name="T18" fmla="*/ 566 h 56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46" h="566">
                      <a:moveTo>
                        <a:pt x="1343" y="0"/>
                      </a:moveTo>
                      <a:lnTo>
                        <a:pt x="0" y="465"/>
                      </a:lnTo>
                      <a:lnTo>
                        <a:pt x="6" y="566"/>
                      </a:lnTo>
                      <a:lnTo>
                        <a:pt x="1446" y="26"/>
                      </a:lnTo>
                      <a:lnTo>
                        <a:pt x="1343" y="0"/>
                      </a:lnTo>
                      <a:close/>
                    </a:path>
                  </a:pathLst>
                </a:custGeom>
                <a:solidFill>
                  <a:srgbClr val="996633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83" name="Freeform 242"/>
                <p:cNvSpPr>
                  <a:spLocks/>
                </p:cNvSpPr>
                <p:nvPr/>
              </p:nvSpPr>
              <p:spPr bwMode="auto">
                <a:xfrm flipH="1">
                  <a:off x="9018" y="4052"/>
                  <a:ext cx="63" cy="102"/>
                </a:xfrm>
                <a:custGeom>
                  <a:avLst/>
                  <a:gdLst>
                    <a:gd name="T0" fmla="*/ 27 w 63"/>
                    <a:gd name="T1" fmla="*/ 0 h 102"/>
                    <a:gd name="T2" fmla="*/ 3 w 63"/>
                    <a:gd name="T3" fmla="*/ 30 h 102"/>
                    <a:gd name="T4" fmla="*/ 0 w 63"/>
                    <a:gd name="T5" fmla="*/ 57 h 102"/>
                    <a:gd name="T6" fmla="*/ 9 w 63"/>
                    <a:gd name="T7" fmla="*/ 84 h 102"/>
                    <a:gd name="T8" fmla="*/ 36 w 63"/>
                    <a:gd name="T9" fmla="*/ 102 h 102"/>
                    <a:gd name="T10" fmla="*/ 54 w 63"/>
                    <a:gd name="T11" fmla="*/ 72 h 102"/>
                    <a:gd name="T12" fmla="*/ 63 w 63"/>
                    <a:gd name="T13" fmla="*/ 36 h 102"/>
                    <a:gd name="T14" fmla="*/ 48 w 63"/>
                    <a:gd name="T15" fmla="*/ 18 h 102"/>
                    <a:gd name="T16" fmla="*/ 27 w 63"/>
                    <a:gd name="T17" fmla="*/ 0 h 10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63"/>
                    <a:gd name="T28" fmla="*/ 0 h 102"/>
                    <a:gd name="T29" fmla="*/ 63 w 63"/>
                    <a:gd name="T30" fmla="*/ 102 h 10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63" h="102">
                      <a:moveTo>
                        <a:pt x="27" y="0"/>
                      </a:moveTo>
                      <a:lnTo>
                        <a:pt x="3" y="30"/>
                      </a:lnTo>
                      <a:lnTo>
                        <a:pt x="0" y="57"/>
                      </a:lnTo>
                      <a:lnTo>
                        <a:pt x="9" y="84"/>
                      </a:lnTo>
                      <a:lnTo>
                        <a:pt x="36" y="102"/>
                      </a:lnTo>
                      <a:lnTo>
                        <a:pt x="54" y="72"/>
                      </a:lnTo>
                      <a:lnTo>
                        <a:pt x="63" y="36"/>
                      </a:lnTo>
                      <a:lnTo>
                        <a:pt x="48" y="18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996633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</p:grpSp>
          <p:sp>
            <p:nvSpPr>
              <p:cNvPr id="57" name="Freeform 243"/>
              <p:cNvSpPr>
                <a:spLocks/>
              </p:cNvSpPr>
              <p:nvPr/>
            </p:nvSpPr>
            <p:spPr bwMode="auto">
              <a:xfrm>
                <a:off x="9826" y="3018"/>
                <a:ext cx="102" cy="114"/>
              </a:xfrm>
              <a:custGeom>
                <a:avLst/>
                <a:gdLst>
                  <a:gd name="T0" fmla="*/ 2 w 135"/>
                  <a:gd name="T1" fmla="*/ 2 h 151"/>
                  <a:gd name="T2" fmla="*/ 2 w 135"/>
                  <a:gd name="T3" fmla="*/ 2 h 151"/>
                  <a:gd name="T4" fmla="*/ 2 w 135"/>
                  <a:gd name="T5" fmla="*/ 2 h 151"/>
                  <a:gd name="T6" fmla="*/ 2 w 135"/>
                  <a:gd name="T7" fmla="*/ 2 h 151"/>
                  <a:gd name="T8" fmla="*/ 2 w 135"/>
                  <a:gd name="T9" fmla="*/ 2 h 151"/>
                  <a:gd name="T10" fmla="*/ 2 w 135"/>
                  <a:gd name="T11" fmla="*/ 2 h 151"/>
                  <a:gd name="T12" fmla="*/ 2 w 135"/>
                  <a:gd name="T13" fmla="*/ 2 h 151"/>
                  <a:gd name="T14" fmla="*/ 2 w 135"/>
                  <a:gd name="T15" fmla="*/ 2 h 151"/>
                  <a:gd name="T16" fmla="*/ 2 w 135"/>
                  <a:gd name="T17" fmla="*/ 2 h 151"/>
                  <a:gd name="T18" fmla="*/ 2 w 135"/>
                  <a:gd name="T19" fmla="*/ 2 h 151"/>
                  <a:gd name="T20" fmla="*/ 2 w 135"/>
                  <a:gd name="T21" fmla="*/ 2 h 151"/>
                  <a:gd name="T22" fmla="*/ 2 w 135"/>
                  <a:gd name="T23" fmla="*/ 2 h 151"/>
                  <a:gd name="T24" fmla="*/ 2 w 135"/>
                  <a:gd name="T25" fmla="*/ 2 h 151"/>
                  <a:gd name="T26" fmla="*/ 2 w 135"/>
                  <a:gd name="T27" fmla="*/ 2 h 151"/>
                  <a:gd name="T28" fmla="*/ 2 w 135"/>
                  <a:gd name="T29" fmla="*/ 2 h 151"/>
                  <a:gd name="T30" fmla="*/ 2 w 135"/>
                  <a:gd name="T31" fmla="*/ 2 h 151"/>
                  <a:gd name="T32" fmla="*/ 2 w 135"/>
                  <a:gd name="T33" fmla="*/ 2 h 151"/>
                  <a:gd name="T34" fmla="*/ 2 w 135"/>
                  <a:gd name="T35" fmla="*/ 2 h 151"/>
                  <a:gd name="T36" fmla="*/ 2 w 135"/>
                  <a:gd name="T37" fmla="*/ 2 h 151"/>
                  <a:gd name="T38" fmla="*/ 2 w 135"/>
                  <a:gd name="T39" fmla="*/ 2 h 151"/>
                  <a:gd name="T40" fmla="*/ 2 w 135"/>
                  <a:gd name="T41" fmla="*/ 2 h 151"/>
                  <a:gd name="T42" fmla="*/ 2 w 135"/>
                  <a:gd name="T43" fmla="*/ 2 h 151"/>
                  <a:gd name="T44" fmla="*/ 2 w 135"/>
                  <a:gd name="T45" fmla="*/ 2 h 151"/>
                  <a:gd name="T46" fmla="*/ 2 w 135"/>
                  <a:gd name="T47" fmla="*/ 2 h 151"/>
                  <a:gd name="T48" fmla="*/ 2 w 135"/>
                  <a:gd name="T49" fmla="*/ 2 h 151"/>
                  <a:gd name="T50" fmla="*/ 2 w 135"/>
                  <a:gd name="T51" fmla="*/ 2 h 151"/>
                  <a:gd name="T52" fmla="*/ 2 w 135"/>
                  <a:gd name="T53" fmla="*/ 2 h 151"/>
                  <a:gd name="T54" fmla="*/ 2 w 135"/>
                  <a:gd name="T55" fmla="*/ 2 h 151"/>
                  <a:gd name="T56" fmla="*/ 2 w 135"/>
                  <a:gd name="T57" fmla="*/ 2 h 151"/>
                  <a:gd name="T58" fmla="*/ 2 w 135"/>
                  <a:gd name="T59" fmla="*/ 2 h 151"/>
                  <a:gd name="T60" fmla="*/ 2 w 135"/>
                  <a:gd name="T61" fmla="*/ 2 h 151"/>
                  <a:gd name="T62" fmla="*/ 2 w 135"/>
                  <a:gd name="T63" fmla="*/ 2 h 151"/>
                  <a:gd name="T64" fmla="*/ 2 w 135"/>
                  <a:gd name="T65" fmla="*/ 2 h 151"/>
                  <a:gd name="T66" fmla="*/ 2 w 135"/>
                  <a:gd name="T67" fmla="*/ 2 h 151"/>
                  <a:gd name="T68" fmla="*/ 2 w 135"/>
                  <a:gd name="T69" fmla="*/ 2 h 151"/>
                  <a:gd name="T70" fmla="*/ 2 w 135"/>
                  <a:gd name="T71" fmla="*/ 2 h 15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35"/>
                  <a:gd name="T109" fmla="*/ 0 h 151"/>
                  <a:gd name="T110" fmla="*/ 135 w 135"/>
                  <a:gd name="T111" fmla="*/ 151 h 15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35" h="151">
                    <a:moveTo>
                      <a:pt x="111" y="84"/>
                    </a:moveTo>
                    <a:cubicBezTo>
                      <a:pt x="82" y="77"/>
                      <a:pt x="97" y="43"/>
                      <a:pt x="66" y="33"/>
                    </a:cubicBezTo>
                    <a:cubicBezTo>
                      <a:pt x="86" y="60"/>
                      <a:pt x="81" y="48"/>
                      <a:pt x="87" y="66"/>
                    </a:cubicBezTo>
                    <a:cubicBezTo>
                      <a:pt x="98" y="65"/>
                      <a:pt x="112" y="71"/>
                      <a:pt x="120" y="63"/>
                    </a:cubicBezTo>
                    <a:cubicBezTo>
                      <a:pt x="125" y="58"/>
                      <a:pt x="102" y="51"/>
                      <a:pt x="102" y="51"/>
                    </a:cubicBezTo>
                    <a:cubicBezTo>
                      <a:pt x="98" y="45"/>
                      <a:pt x="92" y="40"/>
                      <a:pt x="90" y="33"/>
                    </a:cubicBezTo>
                    <a:cubicBezTo>
                      <a:pt x="89" y="30"/>
                      <a:pt x="87" y="21"/>
                      <a:pt x="87" y="24"/>
                    </a:cubicBezTo>
                    <a:cubicBezTo>
                      <a:pt x="87" y="36"/>
                      <a:pt x="91" y="41"/>
                      <a:pt x="96" y="51"/>
                    </a:cubicBezTo>
                    <a:cubicBezTo>
                      <a:pt x="99" y="69"/>
                      <a:pt x="98" y="81"/>
                      <a:pt x="117" y="87"/>
                    </a:cubicBezTo>
                    <a:cubicBezTo>
                      <a:pt x="126" y="73"/>
                      <a:pt x="122" y="65"/>
                      <a:pt x="111" y="54"/>
                    </a:cubicBezTo>
                    <a:cubicBezTo>
                      <a:pt x="103" y="35"/>
                      <a:pt x="93" y="18"/>
                      <a:pt x="75" y="6"/>
                    </a:cubicBezTo>
                    <a:cubicBezTo>
                      <a:pt x="78" y="17"/>
                      <a:pt x="81" y="28"/>
                      <a:pt x="84" y="39"/>
                    </a:cubicBezTo>
                    <a:cubicBezTo>
                      <a:pt x="70" y="80"/>
                      <a:pt x="70" y="36"/>
                      <a:pt x="51" y="24"/>
                    </a:cubicBezTo>
                    <a:cubicBezTo>
                      <a:pt x="44" y="2"/>
                      <a:pt x="0" y="12"/>
                      <a:pt x="27" y="21"/>
                    </a:cubicBezTo>
                    <a:cubicBezTo>
                      <a:pt x="30" y="25"/>
                      <a:pt x="53" y="50"/>
                      <a:pt x="51" y="54"/>
                    </a:cubicBezTo>
                    <a:cubicBezTo>
                      <a:pt x="48" y="61"/>
                      <a:pt x="37" y="50"/>
                      <a:pt x="30" y="48"/>
                    </a:cubicBezTo>
                    <a:cubicBezTo>
                      <a:pt x="2" y="54"/>
                      <a:pt x="27" y="57"/>
                      <a:pt x="39" y="75"/>
                    </a:cubicBezTo>
                    <a:cubicBezTo>
                      <a:pt x="40" y="79"/>
                      <a:pt x="46" y="87"/>
                      <a:pt x="42" y="87"/>
                    </a:cubicBezTo>
                    <a:cubicBezTo>
                      <a:pt x="42" y="87"/>
                      <a:pt x="20" y="72"/>
                      <a:pt x="15" y="69"/>
                    </a:cubicBezTo>
                    <a:lnTo>
                      <a:pt x="6" y="63"/>
                    </a:lnTo>
                    <a:cubicBezTo>
                      <a:pt x="6" y="63"/>
                      <a:pt x="15" y="69"/>
                      <a:pt x="15" y="69"/>
                    </a:cubicBezTo>
                    <a:cubicBezTo>
                      <a:pt x="26" y="85"/>
                      <a:pt x="29" y="99"/>
                      <a:pt x="48" y="105"/>
                    </a:cubicBezTo>
                    <a:cubicBezTo>
                      <a:pt x="54" y="87"/>
                      <a:pt x="38" y="46"/>
                      <a:pt x="63" y="63"/>
                    </a:cubicBezTo>
                    <a:cubicBezTo>
                      <a:pt x="77" y="84"/>
                      <a:pt x="69" y="77"/>
                      <a:pt x="84" y="87"/>
                    </a:cubicBezTo>
                    <a:cubicBezTo>
                      <a:pt x="81" y="33"/>
                      <a:pt x="89" y="18"/>
                      <a:pt x="42" y="6"/>
                    </a:cubicBezTo>
                    <a:cubicBezTo>
                      <a:pt x="59" y="0"/>
                      <a:pt x="76" y="3"/>
                      <a:pt x="93" y="9"/>
                    </a:cubicBezTo>
                    <a:cubicBezTo>
                      <a:pt x="115" y="31"/>
                      <a:pt x="128" y="55"/>
                      <a:pt x="135" y="84"/>
                    </a:cubicBezTo>
                    <a:cubicBezTo>
                      <a:pt x="130" y="113"/>
                      <a:pt x="124" y="108"/>
                      <a:pt x="102" y="93"/>
                    </a:cubicBezTo>
                    <a:cubicBezTo>
                      <a:pt x="98" y="80"/>
                      <a:pt x="92" y="67"/>
                      <a:pt x="81" y="60"/>
                    </a:cubicBezTo>
                    <a:cubicBezTo>
                      <a:pt x="77" y="54"/>
                      <a:pt x="72" y="45"/>
                      <a:pt x="66" y="42"/>
                    </a:cubicBezTo>
                    <a:cubicBezTo>
                      <a:pt x="60" y="39"/>
                      <a:pt x="48" y="36"/>
                      <a:pt x="48" y="36"/>
                    </a:cubicBezTo>
                    <a:cubicBezTo>
                      <a:pt x="13" y="42"/>
                      <a:pt x="43" y="42"/>
                      <a:pt x="60" y="54"/>
                    </a:cubicBezTo>
                    <a:cubicBezTo>
                      <a:pt x="71" y="71"/>
                      <a:pt x="82" y="97"/>
                      <a:pt x="99" y="108"/>
                    </a:cubicBezTo>
                    <a:cubicBezTo>
                      <a:pt x="103" y="120"/>
                      <a:pt x="114" y="124"/>
                      <a:pt x="99" y="129"/>
                    </a:cubicBezTo>
                    <a:cubicBezTo>
                      <a:pt x="91" y="117"/>
                      <a:pt x="93" y="124"/>
                      <a:pt x="93" y="108"/>
                    </a:cubicBezTo>
                    <a:lnTo>
                      <a:pt x="27" y="151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  <p:grpSp>
            <p:nvGrpSpPr>
              <p:cNvPr id="58" name="Group 244"/>
              <p:cNvGrpSpPr>
                <a:grpSpLocks/>
              </p:cNvGrpSpPr>
              <p:nvPr/>
            </p:nvGrpSpPr>
            <p:grpSpPr bwMode="auto">
              <a:xfrm>
                <a:off x="7905" y="3589"/>
                <a:ext cx="1078" cy="572"/>
                <a:chOff x="5592" y="3398"/>
                <a:chExt cx="1437" cy="760"/>
              </a:xfrm>
            </p:grpSpPr>
            <p:grpSp>
              <p:nvGrpSpPr>
                <p:cNvPr id="59" name="Group 245"/>
                <p:cNvGrpSpPr>
                  <a:grpSpLocks/>
                </p:cNvGrpSpPr>
                <p:nvPr/>
              </p:nvGrpSpPr>
              <p:grpSpPr bwMode="auto">
                <a:xfrm>
                  <a:off x="5883" y="3398"/>
                  <a:ext cx="837" cy="415"/>
                  <a:chOff x="5883" y="3398"/>
                  <a:chExt cx="837" cy="415"/>
                </a:xfrm>
              </p:grpSpPr>
              <p:sp>
                <p:nvSpPr>
                  <p:cNvPr id="69" name="Freeform 246"/>
                  <p:cNvSpPr>
                    <a:spLocks/>
                  </p:cNvSpPr>
                  <p:nvPr/>
                </p:nvSpPr>
                <p:spPr bwMode="auto">
                  <a:xfrm>
                    <a:off x="5910" y="3398"/>
                    <a:ext cx="758" cy="415"/>
                  </a:xfrm>
                  <a:custGeom>
                    <a:avLst/>
                    <a:gdLst>
                      <a:gd name="T0" fmla="*/ 15 w 758"/>
                      <a:gd name="T1" fmla="*/ 30 h 415"/>
                      <a:gd name="T2" fmla="*/ 0 w 758"/>
                      <a:gd name="T3" fmla="*/ 105 h 415"/>
                      <a:gd name="T4" fmla="*/ 393 w 758"/>
                      <a:gd name="T5" fmla="*/ 412 h 415"/>
                      <a:gd name="T6" fmla="*/ 128 w 758"/>
                      <a:gd name="T7" fmla="*/ 105 h 415"/>
                      <a:gd name="T8" fmla="*/ 23 w 758"/>
                      <a:gd name="T9" fmla="*/ 105 h 415"/>
                      <a:gd name="T10" fmla="*/ 368 w 758"/>
                      <a:gd name="T11" fmla="*/ 75 h 415"/>
                      <a:gd name="T12" fmla="*/ 735 w 758"/>
                      <a:gd name="T13" fmla="*/ 105 h 415"/>
                      <a:gd name="T14" fmla="*/ 615 w 758"/>
                      <a:gd name="T15" fmla="*/ 112 h 415"/>
                      <a:gd name="T16" fmla="*/ 393 w 758"/>
                      <a:gd name="T17" fmla="*/ 415 h 415"/>
                      <a:gd name="T18" fmla="*/ 758 w 758"/>
                      <a:gd name="T19" fmla="*/ 97 h 415"/>
                      <a:gd name="T20" fmla="*/ 728 w 758"/>
                      <a:gd name="T21" fmla="*/ 22 h 415"/>
                      <a:gd name="T22" fmla="*/ 548 w 758"/>
                      <a:gd name="T23" fmla="*/ 0 h 415"/>
                      <a:gd name="T24" fmla="*/ 353 w 758"/>
                      <a:gd name="T25" fmla="*/ 0 h 415"/>
                      <a:gd name="T26" fmla="*/ 173 w 758"/>
                      <a:gd name="T27" fmla="*/ 7 h 415"/>
                      <a:gd name="T28" fmla="*/ 15 w 758"/>
                      <a:gd name="T29" fmla="*/ 30 h 41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758"/>
                      <a:gd name="T46" fmla="*/ 0 h 415"/>
                      <a:gd name="T47" fmla="*/ 758 w 758"/>
                      <a:gd name="T48" fmla="*/ 415 h 41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758" h="415">
                        <a:moveTo>
                          <a:pt x="15" y="30"/>
                        </a:moveTo>
                        <a:lnTo>
                          <a:pt x="0" y="105"/>
                        </a:lnTo>
                        <a:lnTo>
                          <a:pt x="393" y="412"/>
                        </a:lnTo>
                        <a:lnTo>
                          <a:pt x="128" y="105"/>
                        </a:lnTo>
                        <a:lnTo>
                          <a:pt x="23" y="105"/>
                        </a:lnTo>
                        <a:lnTo>
                          <a:pt x="368" y="75"/>
                        </a:lnTo>
                        <a:lnTo>
                          <a:pt x="735" y="105"/>
                        </a:lnTo>
                        <a:lnTo>
                          <a:pt x="615" y="112"/>
                        </a:lnTo>
                        <a:lnTo>
                          <a:pt x="393" y="415"/>
                        </a:lnTo>
                        <a:lnTo>
                          <a:pt x="758" y="97"/>
                        </a:lnTo>
                        <a:lnTo>
                          <a:pt x="728" y="22"/>
                        </a:lnTo>
                        <a:lnTo>
                          <a:pt x="548" y="0"/>
                        </a:lnTo>
                        <a:lnTo>
                          <a:pt x="353" y="0"/>
                        </a:lnTo>
                        <a:lnTo>
                          <a:pt x="173" y="7"/>
                        </a:lnTo>
                        <a:lnTo>
                          <a:pt x="15" y="3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70" name="Freeform 247"/>
                  <p:cNvSpPr>
                    <a:spLocks/>
                  </p:cNvSpPr>
                  <p:nvPr/>
                </p:nvSpPr>
                <p:spPr bwMode="auto">
                  <a:xfrm>
                    <a:off x="5886" y="3484"/>
                    <a:ext cx="810" cy="323"/>
                  </a:xfrm>
                  <a:custGeom>
                    <a:avLst/>
                    <a:gdLst>
                      <a:gd name="T0" fmla="*/ 21 w 810"/>
                      <a:gd name="T1" fmla="*/ 26 h 323"/>
                      <a:gd name="T2" fmla="*/ 12 w 810"/>
                      <a:gd name="T3" fmla="*/ 101 h 323"/>
                      <a:gd name="T4" fmla="*/ 414 w 810"/>
                      <a:gd name="T5" fmla="*/ 320 h 323"/>
                      <a:gd name="T6" fmla="*/ 138 w 810"/>
                      <a:gd name="T7" fmla="*/ 92 h 323"/>
                      <a:gd name="T8" fmla="*/ 0 w 810"/>
                      <a:gd name="T9" fmla="*/ 98 h 323"/>
                      <a:gd name="T10" fmla="*/ 323 w 810"/>
                      <a:gd name="T11" fmla="*/ 75 h 323"/>
                      <a:gd name="T12" fmla="*/ 801 w 810"/>
                      <a:gd name="T13" fmla="*/ 92 h 323"/>
                      <a:gd name="T14" fmla="*/ 657 w 810"/>
                      <a:gd name="T15" fmla="*/ 92 h 323"/>
                      <a:gd name="T16" fmla="*/ 414 w 810"/>
                      <a:gd name="T17" fmla="*/ 323 h 323"/>
                      <a:gd name="T18" fmla="*/ 810 w 810"/>
                      <a:gd name="T19" fmla="*/ 95 h 323"/>
                      <a:gd name="T20" fmla="*/ 786 w 810"/>
                      <a:gd name="T21" fmla="*/ 26 h 323"/>
                      <a:gd name="T22" fmla="*/ 503 w 810"/>
                      <a:gd name="T23" fmla="*/ 0 h 323"/>
                      <a:gd name="T24" fmla="*/ 308 w 810"/>
                      <a:gd name="T25" fmla="*/ 0 h 323"/>
                      <a:gd name="T26" fmla="*/ 128 w 810"/>
                      <a:gd name="T27" fmla="*/ 7 h 323"/>
                      <a:gd name="T28" fmla="*/ 21 w 810"/>
                      <a:gd name="T29" fmla="*/ 26 h 323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810"/>
                      <a:gd name="T46" fmla="*/ 0 h 323"/>
                      <a:gd name="T47" fmla="*/ 810 w 810"/>
                      <a:gd name="T48" fmla="*/ 323 h 323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810" h="323">
                        <a:moveTo>
                          <a:pt x="21" y="26"/>
                        </a:moveTo>
                        <a:lnTo>
                          <a:pt x="12" y="101"/>
                        </a:lnTo>
                        <a:lnTo>
                          <a:pt x="414" y="320"/>
                        </a:lnTo>
                        <a:lnTo>
                          <a:pt x="138" y="92"/>
                        </a:lnTo>
                        <a:lnTo>
                          <a:pt x="0" y="98"/>
                        </a:lnTo>
                        <a:lnTo>
                          <a:pt x="323" y="75"/>
                        </a:lnTo>
                        <a:lnTo>
                          <a:pt x="801" y="92"/>
                        </a:lnTo>
                        <a:lnTo>
                          <a:pt x="657" y="92"/>
                        </a:lnTo>
                        <a:lnTo>
                          <a:pt x="414" y="323"/>
                        </a:lnTo>
                        <a:lnTo>
                          <a:pt x="810" y="95"/>
                        </a:lnTo>
                        <a:lnTo>
                          <a:pt x="786" y="26"/>
                        </a:lnTo>
                        <a:lnTo>
                          <a:pt x="503" y="0"/>
                        </a:lnTo>
                        <a:lnTo>
                          <a:pt x="308" y="0"/>
                        </a:lnTo>
                        <a:lnTo>
                          <a:pt x="128" y="7"/>
                        </a:lnTo>
                        <a:lnTo>
                          <a:pt x="21" y="26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71" name="Freeform 248"/>
                  <p:cNvSpPr>
                    <a:spLocks/>
                  </p:cNvSpPr>
                  <p:nvPr/>
                </p:nvSpPr>
                <p:spPr bwMode="auto">
                  <a:xfrm>
                    <a:off x="5883" y="3557"/>
                    <a:ext cx="837" cy="247"/>
                  </a:xfrm>
                  <a:custGeom>
                    <a:avLst/>
                    <a:gdLst>
                      <a:gd name="T0" fmla="*/ 9 w 837"/>
                      <a:gd name="T1" fmla="*/ 28 h 247"/>
                      <a:gd name="T2" fmla="*/ 3 w 837"/>
                      <a:gd name="T3" fmla="*/ 109 h 247"/>
                      <a:gd name="T4" fmla="*/ 411 w 837"/>
                      <a:gd name="T5" fmla="*/ 247 h 247"/>
                      <a:gd name="T6" fmla="*/ 105 w 837"/>
                      <a:gd name="T7" fmla="*/ 94 h 247"/>
                      <a:gd name="T8" fmla="*/ 0 w 837"/>
                      <a:gd name="T9" fmla="*/ 109 h 247"/>
                      <a:gd name="T10" fmla="*/ 371 w 837"/>
                      <a:gd name="T11" fmla="*/ 75 h 247"/>
                      <a:gd name="T12" fmla="*/ 837 w 837"/>
                      <a:gd name="T13" fmla="*/ 91 h 247"/>
                      <a:gd name="T14" fmla="*/ 705 w 837"/>
                      <a:gd name="T15" fmla="*/ 92 h 247"/>
                      <a:gd name="T16" fmla="*/ 414 w 837"/>
                      <a:gd name="T17" fmla="*/ 247 h 247"/>
                      <a:gd name="T18" fmla="*/ 834 w 837"/>
                      <a:gd name="T19" fmla="*/ 97 h 247"/>
                      <a:gd name="T20" fmla="*/ 816 w 837"/>
                      <a:gd name="T21" fmla="*/ 28 h 247"/>
                      <a:gd name="T22" fmla="*/ 551 w 837"/>
                      <a:gd name="T23" fmla="*/ 0 h 247"/>
                      <a:gd name="T24" fmla="*/ 356 w 837"/>
                      <a:gd name="T25" fmla="*/ 0 h 247"/>
                      <a:gd name="T26" fmla="*/ 176 w 837"/>
                      <a:gd name="T27" fmla="*/ 7 h 247"/>
                      <a:gd name="T28" fmla="*/ 9 w 837"/>
                      <a:gd name="T29" fmla="*/ 28 h 247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837"/>
                      <a:gd name="T46" fmla="*/ 0 h 247"/>
                      <a:gd name="T47" fmla="*/ 837 w 837"/>
                      <a:gd name="T48" fmla="*/ 247 h 247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837" h="247">
                        <a:moveTo>
                          <a:pt x="9" y="28"/>
                        </a:moveTo>
                        <a:lnTo>
                          <a:pt x="3" y="109"/>
                        </a:lnTo>
                        <a:lnTo>
                          <a:pt x="411" y="247"/>
                        </a:lnTo>
                        <a:lnTo>
                          <a:pt x="105" y="94"/>
                        </a:lnTo>
                        <a:lnTo>
                          <a:pt x="0" y="109"/>
                        </a:lnTo>
                        <a:lnTo>
                          <a:pt x="371" y="75"/>
                        </a:lnTo>
                        <a:lnTo>
                          <a:pt x="837" y="91"/>
                        </a:lnTo>
                        <a:lnTo>
                          <a:pt x="705" y="92"/>
                        </a:lnTo>
                        <a:lnTo>
                          <a:pt x="414" y="247"/>
                        </a:lnTo>
                        <a:lnTo>
                          <a:pt x="834" y="97"/>
                        </a:lnTo>
                        <a:lnTo>
                          <a:pt x="816" y="28"/>
                        </a:lnTo>
                        <a:lnTo>
                          <a:pt x="551" y="0"/>
                        </a:lnTo>
                        <a:lnTo>
                          <a:pt x="356" y="0"/>
                        </a:lnTo>
                        <a:lnTo>
                          <a:pt x="176" y="7"/>
                        </a:lnTo>
                        <a:lnTo>
                          <a:pt x="9" y="28"/>
                        </a:lnTo>
                        <a:close/>
                      </a:path>
                    </a:pathLst>
                  </a:custGeom>
                  <a:solidFill>
                    <a:srgbClr val="008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60" name="Freeform 249"/>
                <p:cNvSpPr>
                  <a:spLocks/>
                </p:cNvSpPr>
                <p:nvPr/>
              </p:nvSpPr>
              <p:spPr bwMode="auto">
                <a:xfrm>
                  <a:off x="6189" y="3750"/>
                  <a:ext cx="63" cy="114"/>
                </a:xfrm>
                <a:custGeom>
                  <a:avLst/>
                  <a:gdLst>
                    <a:gd name="T0" fmla="*/ 57 w 63"/>
                    <a:gd name="T1" fmla="*/ 0 h 114"/>
                    <a:gd name="T2" fmla="*/ 63 w 63"/>
                    <a:gd name="T3" fmla="*/ 114 h 114"/>
                    <a:gd name="T4" fmla="*/ 36 w 63"/>
                    <a:gd name="T5" fmla="*/ 108 h 114"/>
                    <a:gd name="T6" fmla="*/ 9 w 63"/>
                    <a:gd name="T7" fmla="*/ 81 h 114"/>
                    <a:gd name="T8" fmla="*/ 0 w 63"/>
                    <a:gd name="T9" fmla="*/ 57 h 114"/>
                    <a:gd name="T10" fmla="*/ 9 w 63"/>
                    <a:gd name="T11" fmla="*/ 24 h 114"/>
                    <a:gd name="T12" fmla="*/ 45 w 63"/>
                    <a:gd name="T13" fmla="*/ 6 h 114"/>
                    <a:gd name="T14" fmla="*/ 57 w 63"/>
                    <a:gd name="T15" fmla="*/ 0 h 11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63"/>
                    <a:gd name="T25" fmla="*/ 0 h 114"/>
                    <a:gd name="T26" fmla="*/ 63 w 63"/>
                    <a:gd name="T27" fmla="*/ 114 h 11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63" h="114">
                      <a:moveTo>
                        <a:pt x="57" y="0"/>
                      </a:moveTo>
                      <a:lnTo>
                        <a:pt x="63" y="114"/>
                      </a:lnTo>
                      <a:lnTo>
                        <a:pt x="36" y="108"/>
                      </a:lnTo>
                      <a:lnTo>
                        <a:pt x="9" y="81"/>
                      </a:lnTo>
                      <a:lnTo>
                        <a:pt x="0" y="57"/>
                      </a:lnTo>
                      <a:lnTo>
                        <a:pt x="9" y="24"/>
                      </a:lnTo>
                      <a:lnTo>
                        <a:pt x="45" y="6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1" name="Freeform 250"/>
                <p:cNvSpPr>
                  <a:spLocks/>
                </p:cNvSpPr>
                <p:nvPr/>
              </p:nvSpPr>
              <p:spPr bwMode="auto">
                <a:xfrm>
                  <a:off x="5595" y="3852"/>
                  <a:ext cx="693" cy="153"/>
                </a:xfrm>
                <a:custGeom>
                  <a:avLst/>
                  <a:gdLst>
                    <a:gd name="T0" fmla="*/ 693 w 693"/>
                    <a:gd name="T1" fmla="*/ 24 h 153"/>
                    <a:gd name="T2" fmla="*/ 648 w 693"/>
                    <a:gd name="T3" fmla="*/ 66 h 153"/>
                    <a:gd name="T4" fmla="*/ 606 w 693"/>
                    <a:gd name="T5" fmla="*/ 105 h 153"/>
                    <a:gd name="T6" fmla="*/ 513 w 693"/>
                    <a:gd name="T7" fmla="*/ 78 h 153"/>
                    <a:gd name="T8" fmla="*/ 339 w 693"/>
                    <a:gd name="T9" fmla="*/ 57 h 153"/>
                    <a:gd name="T10" fmla="*/ 225 w 693"/>
                    <a:gd name="T11" fmla="*/ 75 h 153"/>
                    <a:gd name="T12" fmla="*/ 0 w 693"/>
                    <a:gd name="T13" fmla="*/ 153 h 153"/>
                    <a:gd name="T14" fmla="*/ 90 w 693"/>
                    <a:gd name="T15" fmla="*/ 75 h 153"/>
                    <a:gd name="T16" fmla="*/ 174 w 693"/>
                    <a:gd name="T17" fmla="*/ 30 h 153"/>
                    <a:gd name="T18" fmla="*/ 249 w 693"/>
                    <a:gd name="T19" fmla="*/ 12 h 153"/>
                    <a:gd name="T20" fmla="*/ 348 w 693"/>
                    <a:gd name="T21" fmla="*/ 0 h 153"/>
                    <a:gd name="T22" fmla="*/ 525 w 693"/>
                    <a:gd name="T23" fmla="*/ 33 h 153"/>
                    <a:gd name="T24" fmla="*/ 609 w 693"/>
                    <a:gd name="T25" fmla="*/ 48 h 153"/>
                    <a:gd name="T26" fmla="*/ 693 w 693"/>
                    <a:gd name="T27" fmla="*/ 24 h 15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93"/>
                    <a:gd name="T43" fmla="*/ 0 h 153"/>
                    <a:gd name="T44" fmla="*/ 693 w 693"/>
                    <a:gd name="T45" fmla="*/ 153 h 15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93" h="153">
                      <a:moveTo>
                        <a:pt x="693" y="24"/>
                      </a:moveTo>
                      <a:lnTo>
                        <a:pt x="648" y="66"/>
                      </a:lnTo>
                      <a:lnTo>
                        <a:pt x="606" y="105"/>
                      </a:lnTo>
                      <a:lnTo>
                        <a:pt x="513" y="78"/>
                      </a:lnTo>
                      <a:lnTo>
                        <a:pt x="339" y="57"/>
                      </a:lnTo>
                      <a:lnTo>
                        <a:pt x="225" y="75"/>
                      </a:lnTo>
                      <a:lnTo>
                        <a:pt x="0" y="153"/>
                      </a:lnTo>
                      <a:lnTo>
                        <a:pt x="90" y="75"/>
                      </a:lnTo>
                      <a:lnTo>
                        <a:pt x="174" y="30"/>
                      </a:lnTo>
                      <a:lnTo>
                        <a:pt x="249" y="12"/>
                      </a:lnTo>
                      <a:lnTo>
                        <a:pt x="348" y="0"/>
                      </a:lnTo>
                      <a:lnTo>
                        <a:pt x="525" y="33"/>
                      </a:lnTo>
                      <a:lnTo>
                        <a:pt x="609" y="48"/>
                      </a:lnTo>
                      <a:lnTo>
                        <a:pt x="693" y="24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2" name="Freeform 251"/>
                <p:cNvSpPr>
                  <a:spLocks/>
                </p:cNvSpPr>
                <p:nvPr/>
              </p:nvSpPr>
              <p:spPr bwMode="auto">
                <a:xfrm>
                  <a:off x="6255" y="3756"/>
                  <a:ext cx="63" cy="111"/>
                </a:xfrm>
                <a:custGeom>
                  <a:avLst/>
                  <a:gdLst>
                    <a:gd name="T0" fmla="*/ 63 w 63"/>
                    <a:gd name="T1" fmla="*/ 0 h 111"/>
                    <a:gd name="T2" fmla="*/ 63 w 63"/>
                    <a:gd name="T3" fmla="*/ 111 h 111"/>
                    <a:gd name="T4" fmla="*/ 0 w 63"/>
                    <a:gd name="T5" fmla="*/ 108 h 111"/>
                    <a:gd name="T6" fmla="*/ 0 w 63"/>
                    <a:gd name="T7" fmla="*/ 3 h 111"/>
                    <a:gd name="T8" fmla="*/ 30 w 63"/>
                    <a:gd name="T9" fmla="*/ 3 h 111"/>
                    <a:gd name="T10" fmla="*/ 63 w 63"/>
                    <a:gd name="T11" fmla="*/ 0 h 11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3"/>
                    <a:gd name="T19" fmla="*/ 0 h 111"/>
                    <a:gd name="T20" fmla="*/ 63 w 63"/>
                    <a:gd name="T21" fmla="*/ 111 h 11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3" h="111">
                      <a:moveTo>
                        <a:pt x="63" y="0"/>
                      </a:moveTo>
                      <a:lnTo>
                        <a:pt x="63" y="111"/>
                      </a:lnTo>
                      <a:lnTo>
                        <a:pt x="0" y="108"/>
                      </a:lnTo>
                      <a:lnTo>
                        <a:pt x="0" y="3"/>
                      </a:lnTo>
                      <a:lnTo>
                        <a:pt x="30" y="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3" name="Freeform 252"/>
                <p:cNvSpPr>
                  <a:spLocks/>
                </p:cNvSpPr>
                <p:nvPr/>
              </p:nvSpPr>
              <p:spPr bwMode="auto">
                <a:xfrm>
                  <a:off x="6318" y="3756"/>
                  <a:ext cx="66" cy="114"/>
                </a:xfrm>
                <a:custGeom>
                  <a:avLst/>
                  <a:gdLst>
                    <a:gd name="T0" fmla="*/ 63 w 66"/>
                    <a:gd name="T1" fmla="*/ 36 h 114"/>
                    <a:gd name="T2" fmla="*/ 66 w 66"/>
                    <a:gd name="T3" fmla="*/ 90 h 114"/>
                    <a:gd name="T4" fmla="*/ 36 w 66"/>
                    <a:gd name="T5" fmla="*/ 111 h 114"/>
                    <a:gd name="T6" fmla="*/ 6 w 66"/>
                    <a:gd name="T7" fmla="*/ 114 h 114"/>
                    <a:gd name="T8" fmla="*/ 0 w 66"/>
                    <a:gd name="T9" fmla="*/ 0 h 114"/>
                    <a:gd name="T10" fmla="*/ 39 w 66"/>
                    <a:gd name="T11" fmla="*/ 12 h 114"/>
                    <a:gd name="T12" fmla="*/ 63 w 66"/>
                    <a:gd name="T13" fmla="*/ 36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6"/>
                    <a:gd name="T22" fmla="*/ 0 h 114"/>
                    <a:gd name="T23" fmla="*/ 66 w 6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6" h="114">
                      <a:moveTo>
                        <a:pt x="63" y="36"/>
                      </a:moveTo>
                      <a:lnTo>
                        <a:pt x="66" y="90"/>
                      </a:lnTo>
                      <a:lnTo>
                        <a:pt x="36" y="111"/>
                      </a:lnTo>
                      <a:lnTo>
                        <a:pt x="6" y="114"/>
                      </a:lnTo>
                      <a:lnTo>
                        <a:pt x="0" y="0"/>
                      </a:lnTo>
                      <a:lnTo>
                        <a:pt x="39" y="12"/>
                      </a:lnTo>
                      <a:lnTo>
                        <a:pt x="63" y="36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4" name="Freeform 253"/>
                <p:cNvSpPr>
                  <a:spLocks/>
                </p:cNvSpPr>
                <p:nvPr/>
              </p:nvSpPr>
              <p:spPr bwMode="auto">
                <a:xfrm>
                  <a:off x="6297" y="3864"/>
                  <a:ext cx="729" cy="141"/>
                </a:xfrm>
                <a:custGeom>
                  <a:avLst/>
                  <a:gdLst>
                    <a:gd name="T0" fmla="*/ 0 w 729"/>
                    <a:gd name="T1" fmla="*/ 9 h 141"/>
                    <a:gd name="T2" fmla="*/ 42 w 729"/>
                    <a:gd name="T3" fmla="*/ 81 h 141"/>
                    <a:gd name="T4" fmla="*/ 84 w 729"/>
                    <a:gd name="T5" fmla="*/ 102 h 141"/>
                    <a:gd name="T6" fmla="*/ 240 w 729"/>
                    <a:gd name="T7" fmla="*/ 69 h 141"/>
                    <a:gd name="T8" fmla="*/ 384 w 729"/>
                    <a:gd name="T9" fmla="*/ 60 h 141"/>
                    <a:gd name="T10" fmla="*/ 594 w 729"/>
                    <a:gd name="T11" fmla="*/ 105 h 141"/>
                    <a:gd name="T12" fmla="*/ 729 w 729"/>
                    <a:gd name="T13" fmla="*/ 141 h 141"/>
                    <a:gd name="T14" fmla="*/ 585 w 729"/>
                    <a:gd name="T15" fmla="*/ 45 h 141"/>
                    <a:gd name="T16" fmla="*/ 501 w 729"/>
                    <a:gd name="T17" fmla="*/ 9 h 141"/>
                    <a:gd name="T18" fmla="*/ 411 w 729"/>
                    <a:gd name="T19" fmla="*/ 0 h 141"/>
                    <a:gd name="T20" fmla="*/ 327 w 729"/>
                    <a:gd name="T21" fmla="*/ 3 h 141"/>
                    <a:gd name="T22" fmla="*/ 222 w 729"/>
                    <a:gd name="T23" fmla="*/ 21 h 141"/>
                    <a:gd name="T24" fmla="*/ 108 w 729"/>
                    <a:gd name="T25" fmla="*/ 36 h 141"/>
                    <a:gd name="T26" fmla="*/ 0 w 729"/>
                    <a:gd name="T27" fmla="*/ 9 h 14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29"/>
                    <a:gd name="T43" fmla="*/ 0 h 141"/>
                    <a:gd name="T44" fmla="*/ 729 w 729"/>
                    <a:gd name="T45" fmla="*/ 141 h 14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29" h="141">
                      <a:moveTo>
                        <a:pt x="0" y="9"/>
                      </a:moveTo>
                      <a:lnTo>
                        <a:pt x="42" y="81"/>
                      </a:lnTo>
                      <a:lnTo>
                        <a:pt x="84" y="102"/>
                      </a:lnTo>
                      <a:lnTo>
                        <a:pt x="240" y="69"/>
                      </a:lnTo>
                      <a:lnTo>
                        <a:pt x="384" y="60"/>
                      </a:lnTo>
                      <a:lnTo>
                        <a:pt x="594" y="105"/>
                      </a:lnTo>
                      <a:lnTo>
                        <a:pt x="729" y="141"/>
                      </a:lnTo>
                      <a:lnTo>
                        <a:pt x="585" y="45"/>
                      </a:lnTo>
                      <a:lnTo>
                        <a:pt x="501" y="9"/>
                      </a:lnTo>
                      <a:lnTo>
                        <a:pt x="411" y="0"/>
                      </a:lnTo>
                      <a:lnTo>
                        <a:pt x="327" y="3"/>
                      </a:lnTo>
                      <a:lnTo>
                        <a:pt x="222" y="21"/>
                      </a:lnTo>
                      <a:lnTo>
                        <a:pt x="108" y="36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5" name="Freeform 254"/>
                <p:cNvSpPr>
                  <a:spLocks/>
                </p:cNvSpPr>
                <p:nvPr/>
              </p:nvSpPr>
              <p:spPr bwMode="auto">
                <a:xfrm>
                  <a:off x="5592" y="3888"/>
                  <a:ext cx="702" cy="141"/>
                </a:xfrm>
                <a:custGeom>
                  <a:avLst/>
                  <a:gdLst>
                    <a:gd name="T0" fmla="*/ 702 w 702"/>
                    <a:gd name="T1" fmla="*/ 0 h 141"/>
                    <a:gd name="T2" fmla="*/ 654 w 702"/>
                    <a:gd name="T3" fmla="*/ 102 h 141"/>
                    <a:gd name="T4" fmla="*/ 618 w 702"/>
                    <a:gd name="T5" fmla="*/ 138 h 141"/>
                    <a:gd name="T6" fmla="*/ 540 w 702"/>
                    <a:gd name="T7" fmla="*/ 141 h 141"/>
                    <a:gd name="T8" fmla="*/ 435 w 702"/>
                    <a:gd name="T9" fmla="*/ 105 h 141"/>
                    <a:gd name="T10" fmla="*/ 276 w 702"/>
                    <a:gd name="T11" fmla="*/ 93 h 141"/>
                    <a:gd name="T12" fmla="*/ 153 w 702"/>
                    <a:gd name="T13" fmla="*/ 102 h 141"/>
                    <a:gd name="T14" fmla="*/ 0 w 702"/>
                    <a:gd name="T15" fmla="*/ 114 h 141"/>
                    <a:gd name="T16" fmla="*/ 81 w 702"/>
                    <a:gd name="T17" fmla="*/ 93 h 141"/>
                    <a:gd name="T18" fmla="*/ 171 w 702"/>
                    <a:gd name="T19" fmla="*/ 60 h 141"/>
                    <a:gd name="T20" fmla="*/ 204 w 702"/>
                    <a:gd name="T21" fmla="*/ 45 h 141"/>
                    <a:gd name="T22" fmla="*/ 360 w 702"/>
                    <a:gd name="T23" fmla="*/ 24 h 141"/>
                    <a:gd name="T24" fmla="*/ 486 w 702"/>
                    <a:gd name="T25" fmla="*/ 45 h 141"/>
                    <a:gd name="T26" fmla="*/ 591 w 702"/>
                    <a:gd name="T27" fmla="*/ 75 h 141"/>
                    <a:gd name="T28" fmla="*/ 702 w 702"/>
                    <a:gd name="T29" fmla="*/ 0 h 14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02"/>
                    <a:gd name="T46" fmla="*/ 0 h 141"/>
                    <a:gd name="T47" fmla="*/ 702 w 702"/>
                    <a:gd name="T48" fmla="*/ 141 h 14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02" h="141">
                      <a:moveTo>
                        <a:pt x="702" y="0"/>
                      </a:moveTo>
                      <a:lnTo>
                        <a:pt x="654" y="102"/>
                      </a:lnTo>
                      <a:lnTo>
                        <a:pt x="618" y="138"/>
                      </a:lnTo>
                      <a:lnTo>
                        <a:pt x="540" y="141"/>
                      </a:lnTo>
                      <a:lnTo>
                        <a:pt x="435" y="105"/>
                      </a:lnTo>
                      <a:lnTo>
                        <a:pt x="276" y="93"/>
                      </a:lnTo>
                      <a:lnTo>
                        <a:pt x="153" y="102"/>
                      </a:lnTo>
                      <a:lnTo>
                        <a:pt x="0" y="114"/>
                      </a:lnTo>
                      <a:lnTo>
                        <a:pt x="81" y="93"/>
                      </a:lnTo>
                      <a:lnTo>
                        <a:pt x="171" y="60"/>
                      </a:lnTo>
                      <a:lnTo>
                        <a:pt x="204" y="45"/>
                      </a:lnTo>
                      <a:lnTo>
                        <a:pt x="360" y="24"/>
                      </a:lnTo>
                      <a:lnTo>
                        <a:pt x="486" y="45"/>
                      </a:lnTo>
                      <a:lnTo>
                        <a:pt x="591" y="75"/>
                      </a:ln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6" name="Freeform 255"/>
                <p:cNvSpPr>
                  <a:spLocks/>
                </p:cNvSpPr>
                <p:nvPr/>
              </p:nvSpPr>
              <p:spPr bwMode="auto">
                <a:xfrm>
                  <a:off x="6300" y="3903"/>
                  <a:ext cx="729" cy="163"/>
                </a:xfrm>
                <a:custGeom>
                  <a:avLst/>
                  <a:gdLst>
                    <a:gd name="T0" fmla="*/ 0 w 729"/>
                    <a:gd name="T1" fmla="*/ 0 h 163"/>
                    <a:gd name="T2" fmla="*/ 123 w 729"/>
                    <a:gd name="T3" fmla="*/ 142 h 163"/>
                    <a:gd name="T4" fmla="*/ 165 w 729"/>
                    <a:gd name="T5" fmla="*/ 163 h 163"/>
                    <a:gd name="T6" fmla="*/ 291 w 729"/>
                    <a:gd name="T7" fmla="*/ 126 h 163"/>
                    <a:gd name="T8" fmla="*/ 408 w 729"/>
                    <a:gd name="T9" fmla="*/ 90 h 163"/>
                    <a:gd name="T10" fmla="*/ 522 w 729"/>
                    <a:gd name="T11" fmla="*/ 99 h 163"/>
                    <a:gd name="T12" fmla="*/ 729 w 729"/>
                    <a:gd name="T13" fmla="*/ 105 h 163"/>
                    <a:gd name="T14" fmla="*/ 672 w 729"/>
                    <a:gd name="T15" fmla="*/ 90 h 163"/>
                    <a:gd name="T16" fmla="*/ 582 w 729"/>
                    <a:gd name="T17" fmla="*/ 70 h 163"/>
                    <a:gd name="T18" fmla="*/ 492 w 729"/>
                    <a:gd name="T19" fmla="*/ 51 h 163"/>
                    <a:gd name="T20" fmla="*/ 384 w 729"/>
                    <a:gd name="T21" fmla="*/ 24 h 163"/>
                    <a:gd name="T22" fmla="*/ 234 w 729"/>
                    <a:gd name="T23" fmla="*/ 36 h 163"/>
                    <a:gd name="T24" fmla="*/ 117 w 729"/>
                    <a:gd name="T25" fmla="*/ 72 h 163"/>
                    <a:gd name="T26" fmla="*/ 0 w 729"/>
                    <a:gd name="T27" fmla="*/ 0 h 16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29"/>
                    <a:gd name="T43" fmla="*/ 0 h 163"/>
                    <a:gd name="T44" fmla="*/ 729 w 729"/>
                    <a:gd name="T45" fmla="*/ 163 h 163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29" h="163">
                      <a:moveTo>
                        <a:pt x="0" y="0"/>
                      </a:moveTo>
                      <a:lnTo>
                        <a:pt x="123" y="142"/>
                      </a:lnTo>
                      <a:lnTo>
                        <a:pt x="165" y="163"/>
                      </a:lnTo>
                      <a:lnTo>
                        <a:pt x="291" y="126"/>
                      </a:lnTo>
                      <a:lnTo>
                        <a:pt x="408" y="90"/>
                      </a:lnTo>
                      <a:lnTo>
                        <a:pt x="522" y="99"/>
                      </a:lnTo>
                      <a:lnTo>
                        <a:pt x="729" y="105"/>
                      </a:lnTo>
                      <a:lnTo>
                        <a:pt x="672" y="90"/>
                      </a:lnTo>
                      <a:lnTo>
                        <a:pt x="582" y="70"/>
                      </a:lnTo>
                      <a:lnTo>
                        <a:pt x="492" y="51"/>
                      </a:lnTo>
                      <a:lnTo>
                        <a:pt x="384" y="24"/>
                      </a:lnTo>
                      <a:lnTo>
                        <a:pt x="234" y="36"/>
                      </a:lnTo>
                      <a:lnTo>
                        <a:pt x="117" y="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7" name="Freeform 256"/>
                <p:cNvSpPr>
                  <a:spLocks/>
                </p:cNvSpPr>
                <p:nvPr/>
              </p:nvSpPr>
              <p:spPr bwMode="auto">
                <a:xfrm>
                  <a:off x="6294" y="3906"/>
                  <a:ext cx="732" cy="246"/>
                </a:xfrm>
                <a:custGeom>
                  <a:avLst/>
                  <a:gdLst>
                    <a:gd name="T0" fmla="*/ 0 w 732"/>
                    <a:gd name="T1" fmla="*/ 0 h 246"/>
                    <a:gd name="T2" fmla="*/ 21 w 732"/>
                    <a:gd name="T3" fmla="*/ 141 h 246"/>
                    <a:gd name="T4" fmla="*/ 72 w 732"/>
                    <a:gd name="T5" fmla="*/ 238 h 246"/>
                    <a:gd name="T6" fmla="*/ 174 w 732"/>
                    <a:gd name="T7" fmla="*/ 246 h 246"/>
                    <a:gd name="T8" fmla="*/ 291 w 732"/>
                    <a:gd name="T9" fmla="*/ 207 h 246"/>
                    <a:gd name="T10" fmla="*/ 429 w 732"/>
                    <a:gd name="T11" fmla="*/ 174 h 246"/>
                    <a:gd name="T12" fmla="*/ 540 w 732"/>
                    <a:gd name="T13" fmla="*/ 138 h 246"/>
                    <a:gd name="T14" fmla="*/ 612 w 732"/>
                    <a:gd name="T15" fmla="*/ 126 h 246"/>
                    <a:gd name="T16" fmla="*/ 732 w 732"/>
                    <a:gd name="T17" fmla="*/ 108 h 246"/>
                    <a:gd name="T18" fmla="*/ 669 w 732"/>
                    <a:gd name="T19" fmla="*/ 102 h 246"/>
                    <a:gd name="T20" fmla="*/ 420 w 732"/>
                    <a:gd name="T21" fmla="*/ 93 h 246"/>
                    <a:gd name="T22" fmla="*/ 366 w 732"/>
                    <a:gd name="T23" fmla="*/ 108 h 246"/>
                    <a:gd name="T24" fmla="*/ 180 w 732"/>
                    <a:gd name="T25" fmla="*/ 162 h 246"/>
                    <a:gd name="T26" fmla="*/ 144 w 732"/>
                    <a:gd name="T27" fmla="*/ 147 h 246"/>
                    <a:gd name="T28" fmla="*/ 99 w 732"/>
                    <a:gd name="T29" fmla="*/ 114 h 246"/>
                    <a:gd name="T30" fmla="*/ 0 w 732"/>
                    <a:gd name="T31" fmla="*/ 0 h 24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732"/>
                    <a:gd name="T49" fmla="*/ 0 h 246"/>
                    <a:gd name="T50" fmla="*/ 732 w 732"/>
                    <a:gd name="T51" fmla="*/ 246 h 24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732" h="246">
                      <a:moveTo>
                        <a:pt x="0" y="0"/>
                      </a:moveTo>
                      <a:lnTo>
                        <a:pt x="21" y="141"/>
                      </a:lnTo>
                      <a:lnTo>
                        <a:pt x="72" y="238"/>
                      </a:lnTo>
                      <a:lnTo>
                        <a:pt x="174" y="246"/>
                      </a:lnTo>
                      <a:lnTo>
                        <a:pt x="291" y="207"/>
                      </a:lnTo>
                      <a:lnTo>
                        <a:pt x="429" y="174"/>
                      </a:lnTo>
                      <a:lnTo>
                        <a:pt x="540" y="138"/>
                      </a:lnTo>
                      <a:lnTo>
                        <a:pt x="612" y="126"/>
                      </a:lnTo>
                      <a:lnTo>
                        <a:pt x="732" y="108"/>
                      </a:lnTo>
                      <a:lnTo>
                        <a:pt x="669" y="102"/>
                      </a:lnTo>
                      <a:lnTo>
                        <a:pt x="420" y="93"/>
                      </a:lnTo>
                      <a:lnTo>
                        <a:pt x="366" y="108"/>
                      </a:lnTo>
                      <a:lnTo>
                        <a:pt x="180" y="162"/>
                      </a:lnTo>
                      <a:lnTo>
                        <a:pt x="144" y="147"/>
                      </a:lnTo>
                      <a:lnTo>
                        <a:pt x="99" y="1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  <p:sp>
              <p:nvSpPr>
                <p:cNvPr id="68" name="Freeform 257"/>
                <p:cNvSpPr>
                  <a:spLocks/>
                </p:cNvSpPr>
                <p:nvPr/>
              </p:nvSpPr>
              <p:spPr bwMode="auto">
                <a:xfrm>
                  <a:off x="5604" y="3915"/>
                  <a:ext cx="687" cy="243"/>
                </a:xfrm>
                <a:custGeom>
                  <a:avLst/>
                  <a:gdLst>
                    <a:gd name="T0" fmla="*/ 681 w 687"/>
                    <a:gd name="T1" fmla="*/ 0 h 243"/>
                    <a:gd name="T2" fmla="*/ 687 w 687"/>
                    <a:gd name="T3" fmla="*/ 168 h 243"/>
                    <a:gd name="T4" fmla="*/ 633 w 687"/>
                    <a:gd name="T5" fmla="*/ 243 h 243"/>
                    <a:gd name="T6" fmla="*/ 516 w 687"/>
                    <a:gd name="T7" fmla="*/ 231 h 243"/>
                    <a:gd name="T8" fmla="*/ 414 w 687"/>
                    <a:gd name="T9" fmla="*/ 228 h 243"/>
                    <a:gd name="T10" fmla="*/ 324 w 687"/>
                    <a:gd name="T11" fmla="*/ 204 h 243"/>
                    <a:gd name="T12" fmla="*/ 249 w 687"/>
                    <a:gd name="T13" fmla="*/ 187 h 243"/>
                    <a:gd name="T14" fmla="*/ 141 w 687"/>
                    <a:gd name="T15" fmla="*/ 138 h 243"/>
                    <a:gd name="T16" fmla="*/ 96 w 687"/>
                    <a:gd name="T17" fmla="*/ 105 h 243"/>
                    <a:gd name="T18" fmla="*/ 0 w 687"/>
                    <a:gd name="T19" fmla="*/ 90 h 243"/>
                    <a:gd name="T20" fmla="*/ 201 w 687"/>
                    <a:gd name="T21" fmla="*/ 75 h 243"/>
                    <a:gd name="T22" fmla="*/ 393 w 687"/>
                    <a:gd name="T23" fmla="*/ 78 h 243"/>
                    <a:gd name="T24" fmla="*/ 525 w 687"/>
                    <a:gd name="T25" fmla="*/ 123 h 243"/>
                    <a:gd name="T26" fmla="*/ 582 w 687"/>
                    <a:gd name="T27" fmla="*/ 123 h 243"/>
                    <a:gd name="T28" fmla="*/ 609 w 687"/>
                    <a:gd name="T29" fmla="*/ 123 h 243"/>
                    <a:gd name="T30" fmla="*/ 639 w 687"/>
                    <a:gd name="T31" fmla="*/ 102 h 243"/>
                    <a:gd name="T32" fmla="*/ 681 w 687"/>
                    <a:gd name="T33" fmla="*/ 0 h 24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87"/>
                    <a:gd name="T52" fmla="*/ 0 h 243"/>
                    <a:gd name="T53" fmla="*/ 687 w 687"/>
                    <a:gd name="T54" fmla="*/ 243 h 24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87" h="243">
                      <a:moveTo>
                        <a:pt x="681" y="0"/>
                      </a:moveTo>
                      <a:lnTo>
                        <a:pt x="687" y="168"/>
                      </a:lnTo>
                      <a:lnTo>
                        <a:pt x="633" y="243"/>
                      </a:lnTo>
                      <a:lnTo>
                        <a:pt x="516" y="231"/>
                      </a:lnTo>
                      <a:lnTo>
                        <a:pt x="414" y="228"/>
                      </a:lnTo>
                      <a:lnTo>
                        <a:pt x="324" y="204"/>
                      </a:lnTo>
                      <a:lnTo>
                        <a:pt x="249" y="187"/>
                      </a:lnTo>
                      <a:lnTo>
                        <a:pt x="141" y="138"/>
                      </a:lnTo>
                      <a:lnTo>
                        <a:pt x="96" y="105"/>
                      </a:lnTo>
                      <a:lnTo>
                        <a:pt x="0" y="90"/>
                      </a:lnTo>
                      <a:lnTo>
                        <a:pt x="201" y="75"/>
                      </a:lnTo>
                      <a:lnTo>
                        <a:pt x="393" y="78"/>
                      </a:lnTo>
                      <a:lnTo>
                        <a:pt x="525" y="123"/>
                      </a:lnTo>
                      <a:lnTo>
                        <a:pt x="582" y="123"/>
                      </a:lnTo>
                      <a:lnTo>
                        <a:pt x="609" y="123"/>
                      </a:lnTo>
                      <a:lnTo>
                        <a:pt x="639" y="102"/>
                      </a:lnTo>
                      <a:lnTo>
                        <a:pt x="681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BO"/>
                </a:p>
              </p:txBody>
            </p:sp>
          </p:grpSp>
        </p:grpSp>
        <p:grpSp>
          <p:nvGrpSpPr>
            <p:cNvPr id="10" name="Group 258"/>
            <p:cNvGrpSpPr>
              <a:grpSpLocks/>
            </p:cNvGrpSpPr>
            <p:nvPr/>
          </p:nvGrpSpPr>
          <p:grpSpPr bwMode="auto">
            <a:xfrm>
              <a:off x="4896" y="4919"/>
              <a:ext cx="3595" cy="1938"/>
              <a:chOff x="4401" y="1450"/>
              <a:chExt cx="3993" cy="2154"/>
            </a:xfrm>
          </p:grpSpPr>
          <p:grpSp>
            <p:nvGrpSpPr>
              <p:cNvPr id="11" name="Group 259"/>
              <p:cNvGrpSpPr>
                <a:grpSpLocks/>
              </p:cNvGrpSpPr>
              <p:nvPr/>
            </p:nvGrpSpPr>
            <p:grpSpPr bwMode="auto">
              <a:xfrm>
                <a:off x="4401" y="1450"/>
                <a:ext cx="3993" cy="2154"/>
                <a:chOff x="4401" y="1450"/>
                <a:chExt cx="3993" cy="2154"/>
              </a:xfrm>
            </p:grpSpPr>
            <p:grpSp>
              <p:nvGrpSpPr>
                <p:cNvPr id="13" name="Group 260"/>
                <p:cNvGrpSpPr>
                  <a:grpSpLocks/>
                </p:cNvGrpSpPr>
                <p:nvPr/>
              </p:nvGrpSpPr>
              <p:grpSpPr bwMode="auto">
                <a:xfrm>
                  <a:off x="4401" y="1450"/>
                  <a:ext cx="3993" cy="2154"/>
                  <a:chOff x="4401" y="1450"/>
                  <a:chExt cx="3993" cy="2154"/>
                </a:xfrm>
              </p:grpSpPr>
              <p:sp>
                <p:nvSpPr>
                  <p:cNvPr id="15" name="Freeform 261"/>
                  <p:cNvSpPr>
                    <a:spLocks/>
                  </p:cNvSpPr>
                  <p:nvPr/>
                </p:nvSpPr>
                <p:spPr bwMode="auto">
                  <a:xfrm>
                    <a:off x="4884" y="1714"/>
                    <a:ext cx="3510" cy="1890"/>
                  </a:xfrm>
                  <a:custGeom>
                    <a:avLst/>
                    <a:gdLst>
                      <a:gd name="T0" fmla="*/ 0 w 7020"/>
                      <a:gd name="T1" fmla="*/ 0 h 3780"/>
                      <a:gd name="T2" fmla="*/ 1 w 7020"/>
                      <a:gd name="T3" fmla="*/ 1 h 3780"/>
                      <a:gd name="T4" fmla="*/ 1 w 7020"/>
                      <a:gd name="T5" fmla="*/ 1 h 3780"/>
                      <a:gd name="T6" fmla="*/ 1 w 7020"/>
                      <a:gd name="T7" fmla="*/ 1 h 3780"/>
                      <a:gd name="T8" fmla="*/ 1 w 7020"/>
                      <a:gd name="T9" fmla="*/ 1 h 3780"/>
                      <a:gd name="T10" fmla="*/ 0 w 7020"/>
                      <a:gd name="T11" fmla="*/ 0 h 378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7020"/>
                      <a:gd name="T19" fmla="*/ 0 h 3780"/>
                      <a:gd name="T20" fmla="*/ 7020 w 7020"/>
                      <a:gd name="T21" fmla="*/ 3780 h 378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7020" h="3780">
                        <a:moveTo>
                          <a:pt x="0" y="0"/>
                        </a:moveTo>
                        <a:lnTo>
                          <a:pt x="7020" y="3780"/>
                        </a:lnTo>
                        <a:lnTo>
                          <a:pt x="6429" y="3596"/>
                        </a:lnTo>
                        <a:lnTo>
                          <a:pt x="5940" y="3420"/>
                        </a:lnTo>
                        <a:lnTo>
                          <a:pt x="17" y="1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6" name="Freeform 262"/>
                  <p:cNvSpPr>
                    <a:spLocks/>
                  </p:cNvSpPr>
                  <p:nvPr/>
                </p:nvSpPr>
                <p:spPr bwMode="auto">
                  <a:xfrm>
                    <a:off x="4923" y="1682"/>
                    <a:ext cx="3405" cy="1890"/>
                  </a:xfrm>
                  <a:custGeom>
                    <a:avLst/>
                    <a:gdLst>
                      <a:gd name="T0" fmla="*/ 1 w 6810"/>
                      <a:gd name="T1" fmla="*/ 0 h 3780"/>
                      <a:gd name="T2" fmla="*/ 1 w 6810"/>
                      <a:gd name="T3" fmla="*/ 1 h 3780"/>
                      <a:gd name="T4" fmla="*/ 1 w 6810"/>
                      <a:gd name="T5" fmla="*/ 1 h 3780"/>
                      <a:gd name="T6" fmla="*/ 0 w 6810"/>
                      <a:gd name="T7" fmla="*/ 1 h 3780"/>
                      <a:gd name="T8" fmla="*/ 1 w 6810"/>
                      <a:gd name="T9" fmla="*/ 0 h 378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810"/>
                      <a:gd name="T16" fmla="*/ 0 h 3780"/>
                      <a:gd name="T17" fmla="*/ 6810 w 6810"/>
                      <a:gd name="T18" fmla="*/ 3780 h 378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810" h="3780">
                        <a:moveTo>
                          <a:pt x="30" y="0"/>
                        </a:moveTo>
                        <a:lnTo>
                          <a:pt x="6810" y="3780"/>
                        </a:lnTo>
                        <a:lnTo>
                          <a:pt x="6217" y="3525"/>
                        </a:lnTo>
                        <a:lnTo>
                          <a:pt x="0" y="135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7" name="Freeform 263"/>
                  <p:cNvSpPr>
                    <a:spLocks/>
                  </p:cNvSpPr>
                  <p:nvPr/>
                </p:nvSpPr>
                <p:spPr bwMode="auto">
                  <a:xfrm>
                    <a:off x="4602" y="1534"/>
                    <a:ext cx="372" cy="313"/>
                  </a:xfrm>
                  <a:custGeom>
                    <a:avLst/>
                    <a:gdLst>
                      <a:gd name="T0" fmla="*/ 1 w 744"/>
                      <a:gd name="T1" fmla="*/ 1 h 626"/>
                      <a:gd name="T2" fmla="*/ 1 w 744"/>
                      <a:gd name="T3" fmla="*/ 1 h 626"/>
                      <a:gd name="T4" fmla="*/ 1 w 744"/>
                      <a:gd name="T5" fmla="*/ 1 h 626"/>
                      <a:gd name="T6" fmla="*/ 1 w 744"/>
                      <a:gd name="T7" fmla="*/ 1 h 626"/>
                      <a:gd name="T8" fmla="*/ 0 w 744"/>
                      <a:gd name="T9" fmla="*/ 1 h 626"/>
                      <a:gd name="T10" fmla="*/ 1 w 744"/>
                      <a:gd name="T11" fmla="*/ 1 h 626"/>
                      <a:gd name="T12" fmla="*/ 1 w 744"/>
                      <a:gd name="T13" fmla="*/ 0 h 626"/>
                      <a:gd name="T14" fmla="*/ 1 w 744"/>
                      <a:gd name="T15" fmla="*/ 1 h 626"/>
                      <a:gd name="T16" fmla="*/ 1 w 744"/>
                      <a:gd name="T17" fmla="*/ 1 h 62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4"/>
                      <a:gd name="T28" fmla="*/ 0 h 626"/>
                      <a:gd name="T29" fmla="*/ 744 w 744"/>
                      <a:gd name="T30" fmla="*/ 626 h 62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4" h="626">
                        <a:moveTo>
                          <a:pt x="573" y="626"/>
                        </a:moveTo>
                        <a:lnTo>
                          <a:pt x="461" y="484"/>
                        </a:lnTo>
                        <a:lnTo>
                          <a:pt x="236" y="431"/>
                        </a:lnTo>
                        <a:lnTo>
                          <a:pt x="135" y="299"/>
                        </a:lnTo>
                        <a:lnTo>
                          <a:pt x="0" y="305"/>
                        </a:lnTo>
                        <a:lnTo>
                          <a:pt x="39" y="143"/>
                        </a:lnTo>
                        <a:lnTo>
                          <a:pt x="204" y="0"/>
                        </a:lnTo>
                        <a:lnTo>
                          <a:pt x="744" y="360"/>
                        </a:lnTo>
                        <a:lnTo>
                          <a:pt x="573" y="62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8" name="Freeform 264"/>
                  <p:cNvSpPr>
                    <a:spLocks/>
                  </p:cNvSpPr>
                  <p:nvPr/>
                </p:nvSpPr>
                <p:spPr bwMode="auto">
                  <a:xfrm>
                    <a:off x="4934" y="1712"/>
                    <a:ext cx="244" cy="218"/>
                  </a:xfrm>
                  <a:custGeom>
                    <a:avLst/>
                    <a:gdLst>
                      <a:gd name="T0" fmla="*/ 0 w 488"/>
                      <a:gd name="T1" fmla="*/ 1 h 435"/>
                      <a:gd name="T2" fmla="*/ 1 w 488"/>
                      <a:gd name="T3" fmla="*/ 0 h 435"/>
                      <a:gd name="T4" fmla="*/ 1 w 488"/>
                      <a:gd name="T5" fmla="*/ 1 h 435"/>
                      <a:gd name="T6" fmla="*/ 1 w 488"/>
                      <a:gd name="T7" fmla="*/ 1 h 435"/>
                      <a:gd name="T8" fmla="*/ 1 w 488"/>
                      <a:gd name="T9" fmla="*/ 1 h 435"/>
                      <a:gd name="T10" fmla="*/ 1 w 488"/>
                      <a:gd name="T11" fmla="*/ 1 h 435"/>
                      <a:gd name="T12" fmla="*/ 1 w 488"/>
                      <a:gd name="T13" fmla="*/ 1 h 435"/>
                      <a:gd name="T14" fmla="*/ 1 w 488"/>
                      <a:gd name="T15" fmla="*/ 1 h 435"/>
                      <a:gd name="T16" fmla="*/ 1 w 488"/>
                      <a:gd name="T17" fmla="*/ 1 h 435"/>
                      <a:gd name="T18" fmla="*/ 0 w 488"/>
                      <a:gd name="T19" fmla="*/ 1 h 435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8"/>
                      <a:gd name="T31" fmla="*/ 0 h 435"/>
                      <a:gd name="T32" fmla="*/ 488 w 488"/>
                      <a:gd name="T33" fmla="*/ 435 h 435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8" h="435">
                        <a:moveTo>
                          <a:pt x="0" y="240"/>
                        </a:moveTo>
                        <a:lnTo>
                          <a:pt x="143" y="0"/>
                        </a:lnTo>
                        <a:lnTo>
                          <a:pt x="435" y="195"/>
                        </a:lnTo>
                        <a:lnTo>
                          <a:pt x="488" y="330"/>
                        </a:lnTo>
                        <a:lnTo>
                          <a:pt x="480" y="360"/>
                        </a:lnTo>
                        <a:lnTo>
                          <a:pt x="435" y="390"/>
                        </a:lnTo>
                        <a:lnTo>
                          <a:pt x="375" y="435"/>
                        </a:lnTo>
                        <a:lnTo>
                          <a:pt x="300" y="435"/>
                        </a:lnTo>
                        <a:lnTo>
                          <a:pt x="300" y="413"/>
                        </a:lnTo>
                        <a:lnTo>
                          <a:pt x="0" y="24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19" name="Freeform 265"/>
                  <p:cNvSpPr>
                    <a:spLocks/>
                  </p:cNvSpPr>
                  <p:nvPr/>
                </p:nvSpPr>
                <p:spPr bwMode="auto">
                  <a:xfrm>
                    <a:off x="4974" y="1795"/>
                    <a:ext cx="138" cy="101"/>
                  </a:xfrm>
                  <a:custGeom>
                    <a:avLst/>
                    <a:gdLst>
                      <a:gd name="T0" fmla="*/ 1 w 275"/>
                      <a:gd name="T1" fmla="*/ 1 h 201"/>
                      <a:gd name="T2" fmla="*/ 1 w 275"/>
                      <a:gd name="T3" fmla="*/ 1 h 201"/>
                      <a:gd name="T4" fmla="*/ 1 w 275"/>
                      <a:gd name="T5" fmla="*/ 1 h 201"/>
                      <a:gd name="T6" fmla="*/ 1 w 275"/>
                      <a:gd name="T7" fmla="*/ 1 h 201"/>
                      <a:gd name="T8" fmla="*/ 1 w 275"/>
                      <a:gd name="T9" fmla="*/ 1 h 201"/>
                      <a:gd name="T10" fmla="*/ 1 w 275"/>
                      <a:gd name="T11" fmla="*/ 1 h 201"/>
                      <a:gd name="T12" fmla="*/ 1 w 275"/>
                      <a:gd name="T13" fmla="*/ 1 h 201"/>
                      <a:gd name="T14" fmla="*/ 1 w 275"/>
                      <a:gd name="T15" fmla="*/ 1 h 201"/>
                      <a:gd name="T16" fmla="*/ 1 w 275"/>
                      <a:gd name="T17" fmla="*/ 1 h 201"/>
                      <a:gd name="T18" fmla="*/ 1 w 275"/>
                      <a:gd name="T19" fmla="*/ 1 h 201"/>
                      <a:gd name="T20" fmla="*/ 1 w 275"/>
                      <a:gd name="T21" fmla="*/ 1 h 201"/>
                      <a:gd name="T22" fmla="*/ 1 w 275"/>
                      <a:gd name="T23" fmla="*/ 1 h 201"/>
                      <a:gd name="T24" fmla="*/ 1 w 275"/>
                      <a:gd name="T25" fmla="*/ 1 h 201"/>
                      <a:gd name="T26" fmla="*/ 1 w 275"/>
                      <a:gd name="T27" fmla="*/ 1 h 201"/>
                      <a:gd name="T28" fmla="*/ 1 w 275"/>
                      <a:gd name="T29" fmla="*/ 1 h 201"/>
                      <a:gd name="T30" fmla="*/ 1 w 275"/>
                      <a:gd name="T31" fmla="*/ 1 h 201"/>
                      <a:gd name="T32" fmla="*/ 1 w 275"/>
                      <a:gd name="T33" fmla="*/ 1 h 201"/>
                      <a:gd name="T34" fmla="*/ 1 w 275"/>
                      <a:gd name="T35" fmla="*/ 1 h 201"/>
                      <a:gd name="T36" fmla="*/ 1 w 275"/>
                      <a:gd name="T37" fmla="*/ 1 h 201"/>
                      <a:gd name="T38" fmla="*/ 1 w 275"/>
                      <a:gd name="T39" fmla="*/ 1 h 201"/>
                      <a:gd name="T40" fmla="*/ 1 w 275"/>
                      <a:gd name="T41" fmla="*/ 1 h 201"/>
                      <a:gd name="T42" fmla="*/ 1 w 275"/>
                      <a:gd name="T43" fmla="*/ 1 h 201"/>
                      <a:gd name="T44" fmla="*/ 1 w 275"/>
                      <a:gd name="T45" fmla="*/ 1 h 201"/>
                      <a:gd name="T46" fmla="*/ 1 w 275"/>
                      <a:gd name="T47" fmla="*/ 1 h 201"/>
                      <a:gd name="T48" fmla="*/ 1 w 275"/>
                      <a:gd name="T49" fmla="*/ 1 h 20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5"/>
                      <a:gd name="T76" fmla="*/ 0 h 201"/>
                      <a:gd name="T77" fmla="*/ 275 w 275"/>
                      <a:gd name="T78" fmla="*/ 201 h 20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5" h="201">
                        <a:moveTo>
                          <a:pt x="39" y="18"/>
                        </a:moveTo>
                        <a:cubicBezTo>
                          <a:pt x="56" y="21"/>
                          <a:pt x="106" y="0"/>
                          <a:pt x="122" y="7"/>
                        </a:cubicBezTo>
                        <a:cubicBezTo>
                          <a:pt x="179" y="30"/>
                          <a:pt x="78" y="56"/>
                          <a:pt x="144" y="41"/>
                        </a:cubicBezTo>
                        <a:cubicBezTo>
                          <a:pt x="151" y="36"/>
                          <a:pt x="158" y="22"/>
                          <a:pt x="166" y="26"/>
                        </a:cubicBezTo>
                        <a:cubicBezTo>
                          <a:pt x="182" y="35"/>
                          <a:pt x="186" y="56"/>
                          <a:pt x="196" y="71"/>
                        </a:cubicBezTo>
                        <a:cubicBezTo>
                          <a:pt x="202" y="80"/>
                          <a:pt x="257" y="36"/>
                          <a:pt x="264" y="44"/>
                        </a:cubicBezTo>
                        <a:cubicBezTo>
                          <a:pt x="275" y="58"/>
                          <a:pt x="249" y="138"/>
                          <a:pt x="249" y="138"/>
                        </a:cubicBezTo>
                        <a:cubicBezTo>
                          <a:pt x="246" y="156"/>
                          <a:pt x="255" y="179"/>
                          <a:pt x="241" y="191"/>
                        </a:cubicBezTo>
                        <a:cubicBezTo>
                          <a:pt x="229" y="201"/>
                          <a:pt x="209" y="191"/>
                          <a:pt x="196" y="183"/>
                        </a:cubicBezTo>
                        <a:cubicBezTo>
                          <a:pt x="189" y="179"/>
                          <a:pt x="194" y="167"/>
                          <a:pt x="189" y="161"/>
                        </a:cubicBezTo>
                        <a:cubicBezTo>
                          <a:pt x="175" y="143"/>
                          <a:pt x="149" y="142"/>
                          <a:pt x="129" y="138"/>
                        </a:cubicBezTo>
                        <a:cubicBezTo>
                          <a:pt x="139" y="133"/>
                          <a:pt x="186" y="78"/>
                          <a:pt x="189" y="67"/>
                        </a:cubicBezTo>
                        <a:cubicBezTo>
                          <a:pt x="191" y="58"/>
                          <a:pt x="141" y="116"/>
                          <a:pt x="136" y="108"/>
                        </a:cubicBezTo>
                        <a:cubicBezTo>
                          <a:pt x="128" y="95"/>
                          <a:pt x="152" y="37"/>
                          <a:pt x="152" y="37"/>
                        </a:cubicBezTo>
                        <a:cubicBezTo>
                          <a:pt x="150" y="37"/>
                          <a:pt x="38" y="93"/>
                          <a:pt x="24" y="71"/>
                        </a:cubicBezTo>
                        <a:cubicBezTo>
                          <a:pt x="0" y="35"/>
                          <a:pt x="39" y="31"/>
                          <a:pt x="54" y="26"/>
                        </a:cubicBezTo>
                        <a:cubicBezTo>
                          <a:pt x="122" y="42"/>
                          <a:pt x="53" y="18"/>
                          <a:pt x="99" y="56"/>
                        </a:cubicBezTo>
                        <a:cubicBezTo>
                          <a:pt x="119" y="72"/>
                          <a:pt x="174" y="75"/>
                          <a:pt x="196" y="78"/>
                        </a:cubicBezTo>
                        <a:cubicBezTo>
                          <a:pt x="199" y="98"/>
                          <a:pt x="200" y="118"/>
                          <a:pt x="204" y="138"/>
                        </a:cubicBezTo>
                        <a:cubicBezTo>
                          <a:pt x="205" y="146"/>
                          <a:pt x="214" y="154"/>
                          <a:pt x="211" y="161"/>
                        </a:cubicBezTo>
                        <a:cubicBezTo>
                          <a:pt x="208" y="169"/>
                          <a:pt x="196" y="171"/>
                          <a:pt x="189" y="176"/>
                        </a:cubicBezTo>
                        <a:cubicBezTo>
                          <a:pt x="181" y="171"/>
                          <a:pt x="172" y="168"/>
                          <a:pt x="166" y="161"/>
                        </a:cubicBezTo>
                        <a:cubicBezTo>
                          <a:pt x="157" y="149"/>
                          <a:pt x="163" y="123"/>
                          <a:pt x="144" y="116"/>
                        </a:cubicBezTo>
                        <a:cubicBezTo>
                          <a:pt x="115" y="106"/>
                          <a:pt x="84" y="106"/>
                          <a:pt x="54" y="101"/>
                        </a:cubicBezTo>
                        <a:cubicBezTo>
                          <a:pt x="31" y="55"/>
                          <a:pt x="39" y="82"/>
                          <a:pt x="39" y="18"/>
                        </a:cubicBez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0" name="Freeform 266"/>
                  <p:cNvSpPr>
                    <a:spLocks/>
                  </p:cNvSpPr>
                  <p:nvPr/>
                </p:nvSpPr>
                <p:spPr bwMode="auto">
                  <a:xfrm>
                    <a:off x="4401" y="1574"/>
                    <a:ext cx="758" cy="502"/>
                  </a:xfrm>
                  <a:custGeom>
                    <a:avLst/>
                    <a:gdLst>
                      <a:gd name="T0" fmla="*/ 1 w 1515"/>
                      <a:gd name="T1" fmla="*/ 0 h 1005"/>
                      <a:gd name="T2" fmla="*/ 1 w 1515"/>
                      <a:gd name="T3" fmla="*/ 0 h 1005"/>
                      <a:gd name="T4" fmla="*/ 1 w 1515"/>
                      <a:gd name="T5" fmla="*/ 0 h 1005"/>
                      <a:gd name="T6" fmla="*/ 1 w 1515"/>
                      <a:gd name="T7" fmla="*/ 0 h 1005"/>
                      <a:gd name="T8" fmla="*/ 1 w 1515"/>
                      <a:gd name="T9" fmla="*/ 0 h 1005"/>
                      <a:gd name="T10" fmla="*/ 1 w 1515"/>
                      <a:gd name="T11" fmla="*/ 0 h 1005"/>
                      <a:gd name="T12" fmla="*/ 1 w 1515"/>
                      <a:gd name="T13" fmla="*/ 0 h 1005"/>
                      <a:gd name="T14" fmla="*/ 1 w 1515"/>
                      <a:gd name="T15" fmla="*/ 0 h 1005"/>
                      <a:gd name="T16" fmla="*/ 1 w 1515"/>
                      <a:gd name="T17" fmla="*/ 0 h 1005"/>
                      <a:gd name="T18" fmla="*/ 1 w 1515"/>
                      <a:gd name="T19" fmla="*/ 0 h 1005"/>
                      <a:gd name="T20" fmla="*/ 1 w 1515"/>
                      <a:gd name="T21" fmla="*/ 0 h 1005"/>
                      <a:gd name="T22" fmla="*/ 1 w 1515"/>
                      <a:gd name="T23" fmla="*/ 0 h 1005"/>
                      <a:gd name="T24" fmla="*/ 1 w 1515"/>
                      <a:gd name="T25" fmla="*/ 0 h 1005"/>
                      <a:gd name="T26" fmla="*/ 1 w 1515"/>
                      <a:gd name="T27" fmla="*/ 0 h 1005"/>
                      <a:gd name="T28" fmla="*/ 1 w 1515"/>
                      <a:gd name="T29" fmla="*/ 0 h 1005"/>
                      <a:gd name="T30" fmla="*/ 1 w 1515"/>
                      <a:gd name="T31" fmla="*/ 0 h 1005"/>
                      <a:gd name="T32" fmla="*/ 1 w 1515"/>
                      <a:gd name="T33" fmla="*/ 0 h 1005"/>
                      <a:gd name="T34" fmla="*/ 1 w 1515"/>
                      <a:gd name="T35" fmla="*/ 0 h 1005"/>
                      <a:gd name="T36" fmla="*/ 1 w 1515"/>
                      <a:gd name="T37" fmla="*/ 0 h 1005"/>
                      <a:gd name="T38" fmla="*/ 1 w 1515"/>
                      <a:gd name="T39" fmla="*/ 0 h 1005"/>
                      <a:gd name="T40" fmla="*/ 1 w 1515"/>
                      <a:gd name="T41" fmla="*/ 0 h 1005"/>
                      <a:gd name="T42" fmla="*/ 1 w 1515"/>
                      <a:gd name="T43" fmla="*/ 0 h 1005"/>
                      <a:gd name="T44" fmla="*/ 1 w 1515"/>
                      <a:gd name="T45" fmla="*/ 0 h 1005"/>
                      <a:gd name="T46" fmla="*/ 1 w 1515"/>
                      <a:gd name="T47" fmla="*/ 0 h 1005"/>
                      <a:gd name="T48" fmla="*/ 1 w 1515"/>
                      <a:gd name="T49" fmla="*/ 0 h 1005"/>
                      <a:gd name="T50" fmla="*/ 1 w 1515"/>
                      <a:gd name="T51" fmla="*/ 0 h 1005"/>
                      <a:gd name="T52" fmla="*/ 1 w 1515"/>
                      <a:gd name="T53" fmla="*/ 0 h 1005"/>
                      <a:gd name="T54" fmla="*/ 0 w 1515"/>
                      <a:gd name="T55" fmla="*/ 0 h 1005"/>
                      <a:gd name="T56" fmla="*/ 1 w 1515"/>
                      <a:gd name="T57" fmla="*/ 0 h 1005"/>
                      <a:gd name="T58" fmla="*/ 1 w 1515"/>
                      <a:gd name="T59" fmla="*/ 0 h 1005"/>
                      <a:gd name="T60" fmla="*/ 1 w 1515"/>
                      <a:gd name="T61" fmla="*/ 0 h 1005"/>
                      <a:gd name="T62" fmla="*/ 1 w 1515"/>
                      <a:gd name="T63" fmla="*/ 0 h 1005"/>
                      <a:gd name="T64" fmla="*/ 1 w 1515"/>
                      <a:gd name="T65" fmla="*/ 0 h 1005"/>
                      <a:gd name="T66" fmla="*/ 1 w 1515"/>
                      <a:gd name="T67" fmla="*/ 0 h 1005"/>
                      <a:gd name="T68" fmla="*/ 1 w 1515"/>
                      <a:gd name="T69" fmla="*/ 0 h 1005"/>
                      <a:gd name="T70" fmla="*/ 1 w 1515"/>
                      <a:gd name="T71" fmla="*/ 0 h 1005"/>
                      <a:gd name="T72" fmla="*/ 1 w 1515"/>
                      <a:gd name="T73" fmla="*/ 0 h 1005"/>
                      <a:gd name="T74" fmla="*/ 1 w 1515"/>
                      <a:gd name="T75" fmla="*/ 0 h 1005"/>
                      <a:gd name="T76" fmla="*/ 1 w 1515"/>
                      <a:gd name="T77" fmla="*/ 0 h 1005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1515"/>
                      <a:gd name="T118" fmla="*/ 0 h 1005"/>
                      <a:gd name="T119" fmla="*/ 1515 w 1515"/>
                      <a:gd name="T120" fmla="*/ 1005 h 1005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1515" h="1005">
                        <a:moveTo>
                          <a:pt x="840" y="915"/>
                        </a:moveTo>
                        <a:lnTo>
                          <a:pt x="1275" y="172"/>
                        </a:lnTo>
                        <a:lnTo>
                          <a:pt x="1335" y="127"/>
                        </a:lnTo>
                        <a:lnTo>
                          <a:pt x="1388" y="112"/>
                        </a:lnTo>
                        <a:lnTo>
                          <a:pt x="1463" y="120"/>
                        </a:lnTo>
                        <a:lnTo>
                          <a:pt x="1508" y="105"/>
                        </a:lnTo>
                        <a:lnTo>
                          <a:pt x="1515" y="105"/>
                        </a:lnTo>
                        <a:lnTo>
                          <a:pt x="1493" y="52"/>
                        </a:lnTo>
                        <a:lnTo>
                          <a:pt x="1478" y="0"/>
                        </a:lnTo>
                        <a:lnTo>
                          <a:pt x="1433" y="0"/>
                        </a:lnTo>
                        <a:lnTo>
                          <a:pt x="1365" y="15"/>
                        </a:lnTo>
                        <a:lnTo>
                          <a:pt x="1283" y="60"/>
                        </a:lnTo>
                        <a:lnTo>
                          <a:pt x="1208" y="150"/>
                        </a:lnTo>
                        <a:lnTo>
                          <a:pt x="803" y="855"/>
                        </a:lnTo>
                        <a:lnTo>
                          <a:pt x="750" y="855"/>
                        </a:lnTo>
                        <a:lnTo>
                          <a:pt x="578" y="727"/>
                        </a:lnTo>
                        <a:lnTo>
                          <a:pt x="458" y="735"/>
                        </a:lnTo>
                        <a:lnTo>
                          <a:pt x="323" y="742"/>
                        </a:lnTo>
                        <a:lnTo>
                          <a:pt x="225" y="667"/>
                        </a:lnTo>
                        <a:lnTo>
                          <a:pt x="135" y="592"/>
                        </a:lnTo>
                        <a:lnTo>
                          <a:pt x="98" y="517"/>
                        </a:lnTo>
                        <a:lnTo>
                          <a:pt x="60" y="420"/>
                        </a:lnTo>
                        <a:lnTo>
                          <a:pt x="83" y="322"/>
                        </a:lnTo>
                        <a:lnTo>
                          <a:pt x="195" y="247"/>
                        </a:lnTo>
                        <a:lnTo>
                          <a:pt x="323" y="142"/>
                        </a:lnTo>
                        <a:lnTo>
                          <a:pt x="246" y="101"/>
                        </a:lnTo>
                        <a:lnTo>
                          <a:pt x="45" y="277"/>
                        </a:lnTo>
                        <a:lnTo>
                          <a:pt x="0" y="390"/>
                        </a:lnTo>
                        <a:lnTo>
                          <a:pt x="38" y="532"/>
                        </a:lnTo>
                        <a:lnTo>
                          <a:pt x="83" y="637"/>
                        </a:lnTo>
                        <a:lnTo>
                          <a:pt x="158" y="712"/>
                        </a:lnTo>
                        <a:lnTo>
                          <a:pt x="330" y="810"/>
                        </a:lnTo>
                        <a:lnTo>
                          <a:pt x="533" y="787"/>
                        </a:lnTo>
                        <a:lnTo>
                          <a:pt x="563" y="802"/>
                        </a:lnTo>
                        <a:lnTo>
                          <a:pt x="713" y="900"/>
                        </a:lnTo>
                        <a:lnTo>
                          <a:pt x="743" y="960"/>
                        </a:lnTo>
                        <a:lnTo>
                          <a:pt x="795" y="1005"/>
                        </a:lnTo>
                        <a:lnTo>
                          <a:pt x="855" y="990"/>
                        </a:lnTo>
                        <a:lnTo>
                          <a:pt x="840" y="915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1" name="Freeform 267"/>
                  <p:cNvSpPr>
                    <a:spLocks/>
                  </p:cNvSpPr>
                  <p:nvPr/>
                </p:nvSpPr>
                <p:spPr bwMode="auto">
                  <a:xfrm>
                    <a:off x="4497" y="1469"/>
                    <a:ext cx="240" cy="201"/>
                  </a:xfrm>
                  <a:custGeom>
                    <a:avLst/>
                    <a:gdLst>
                      <a:gd name="T0" fmla="*/ 0 w 481"/>
                      <a:gd name="T1" fmla="*/ 1 h 401"/>
                      <a:gd name="T2" fmla="*/ 0 w 481"/>
                      <a:gd name="T3" fmla="*/ 1 h 401"/>
                      <a:gd name="T4" fmla="*/ 0 w 481"/>
                      <a:gd name="T5" fmla="*/ 0 h 401"/>
                      <a:gd name="T6" fmla="*/ 0 w 481"/>
                      <a:gd name="T7" fmla="*/ 1 h 401"/>
                      <a:gd name="T8" fmla="*/ 0 w 481"/>
                      <a:gd name="T9" fmla="*/ 1 h 401"/>
                      <a:gd name="T10" fmla="*/ 0 w 481"/>
                      <a:gd name="T11" fmla="*/ 1 h 401"/>
                      <a:gd name="T12" fmla="*/ 0 w 481"/>
                      <a:gd name="T13" fmla="*/ 1 h 401"/>
                      <a:gd name="T14" fmla="*/ 0 w 481"/>
                      <a:gd name="T15" fmla="*/ 1 h 401"/>
                      <a:gd name="T16" fmla="*/ 0 w 481"/>
                      <a:gd name="T17" fmla="*/ 1 h 401"/>
                      <a:gd name="T18" fmla="*/ 0 w 481"/>
                      <a:gd name="T19" fmla="*/ 1 h 401"/>
                      <a:gd name="T20" fmla="*/ 0 w 481"/>
                      <a:gd name="T21" fmla="*/ 1 h 401"/>
                      <a:gd name="T22" fmla="*/ 0 w 481"/>
                      <a:gd name="T23" fmla="*/ 1 h 401"/>
                      <a:gd name="T24" fmla="*/ 0 w 481"/>
                      <a:gd name="T25" fmla="*/ 1 h 401"/>
                      <a:gd name="T26" fmla="*/ 0 w 481"/>
                      <a:gd name="T27" fmla="*/ 1 h 401"/>
                      <a:gd name="T28" fmla="*/ 0 w 481"/>
                      <a:gd name="T29" fmla="*/ 1 h 401"/>
                      <a:gd name="T30" fmla="*/ 0 w 481"/>
                      <a:gd name="T31" fmla="*/ 1 h 401"/>
                      <a:gd name="T32" fmla="*/ 0 w 481"/>
                      <a:gd name="T33" fmla="*/ 1 h 401"/>
                      <a:gd name="T34" fmla="*/ 0 w 481"/>
                      <a:gd name="T35" fmla="*/ 1 h 401"/>
                      <a:gd name="T36" fmla="*/ 0 w 481"/>
                      <a:gd name="T37" fmla="*/ 1 h 401"/>
                      <a:gd name="T38" fmla="*/ 0 w 481"/>
                      <a:gd name="T39" fmla="*/ 1 h 401"/>
                      <a:gd name="T40" fmla="*/ 0 w 481"/>
                      <a:gd name="T41" fmla="*/ 1 h 401"/>
                      <a:gd name="T42" fmla="*/ 0 w 481"/>
                      <a:gd name="T43" fmla="*/ 1 h 401"/>
                      <a:gd name="T44" fmla="*/ 0 w 481"/>
                      <a:gd name="T45" fmla="*/ 1 h 401"/>
                      <a:gd name="T46" fmla="*/ 0 w 481"/>
                      <a:gd name="T47" fmla="*/ 1 h 401"/>
                      <a:gd name="T48" fmla="*/ 0 w 481"/>
                      <a:gd name="T49" fmla="*/ 1 h 401"/>
                      <a:gd name="T50" fmla="*/ 0 w 481"/>
                      <a:gd name="T51" fmla="*/ 1 h 401"/>
                      <a:gd name="T52" fmla="*/ 0 w 481"/>
                      <a:gd name="T53" fmla="*/ 1 h 401"/>
                      <a:gd name="T54" fmla="*/ 0 w 481"/>
                      <a:gd name="T55" fmla="*/ 1 h 401"/>
                      <a:gd name="T56" fmla="*/ 0 w 481"/>
                      <a:gd name="T57" fmla="*/ 1 h 401"/>
                      <a:gd name="T58" fmla="*/ 0 w 481"/>
                      <a:gd name="T59" fmla="*/ 1 h 401"/>
                      <a:gd name="T60" fmla="*/ 0 w 481"/>
                      <a:gd name="T61" fmla="*/ 1 h 401"/>
                      <a:gd name="T62" fmla="*/ 0 w 481"/>
                      <a:gd name="T63" fmla="*/ 1 h 401"/>
                      <a:gd name="T64" fmla="*/ 0 w 481"/>
                      <a:gd name="T65" fmla="*/ 1 h 401"/>
                      <a:gd name="T66" fmla="*/ 0 w 481"/>
                      <a:gd name="T67" fmla="*/ 1 h 401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481"/>
                      <a:gd name="T103" fmla="*/ 0 h 401"/>
                      <a:gd name="T104" fmla="*/ 481 w 481"/>
                      <a:gd name="T105" fmla="*/ 401 h 401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481" h="401">
                        <a:moveTo>
                          <a:pt x="61" y="171"/>
                        </a:moveTo>
                        <a:cubicBezTo>
                          <a:pt x="62" y="154"/>
                          <a:pt x="59" y="135"/>
                          <a:pt x="67" y="120"/>
                        </a:cubicBezTo>
                        <a:cubicBezTo>
                          <a:pt x="71" y="114"/>
                          <a:pt x="79" y="102"/>
                          <a:pt x="79" y="102"/>
                        </a:cubicBezTo>
                        <a:cubicBezTo>
                          <a:pt x="86" y="69"/>
                          <a:pt x="87" y="64"/>
                          <a:pt x="121" y="60"/>
                        </a:cubicBezTo>
                        <a:cubicBezTo>
                          <a:pt x="148" y="42"/>
                          <a:pt x="148" y="32"/>
                          <a:pt x="184" y="27"/>
                        </a:cubicBezTo>
                        <a:cubicBezTo>
                          <a:pt x="203" y="21"/>
                          <a:pt x="215" y="7"/>
                          <a:pt x="235" y="0"/>
                        </a:cubicBezTo>
                        <a:cubicBezTo>
                          <a:pt x="236" y="2"/>
                          <a:pt x="244" y="21"/>
                          <a:pt x="244" y="21"/>
                        </a:cubicBezTo>
                        <a:cubicBezTo>
                          <a:pt x="250" y="30"/>
                          <a:pt x="274" y="36"/>
                          <a:pt x="283" y="39"/>
                        </a:cubicBezTo>
                        <a:cubicBezTo>
                          <a:pt x="289" y="41"/>
                          <a:pt x="296" y="41"/>
                          <a:pt x="301" y="45"/>
                        </a:cubicBezTo>
                        <a:cubicBezTo>
                          <a:pt x="307" y="49"/>
                          <a:pt x="319" y="57"/>
                          <a:pt x="319" y="57"/>
                        </a:cubicBezTo>
                        <a:cubicBezTo>
                          <a:pt x="311" y="80"/>
                          <a:pt x="280" y="68"/>
                          <a:pt x="259" y="72"/>
                        </a:cubicBezTo>
                        <a:cubicBezTo>
                          <a:pt x="256" y="74"/>
                          <a:pt x="243" y="81"/>
                          <a:pt x="244" y="87"/>
                        </a:cubicBezTo>
                        <a:cubicBezTo>
                          <a:pt x="245" y="90"/>
                          <a:pt x="250" y="90"/>
                          <a:pt x="253" y="90"/>
                        </a:cubicBezTo>
                        <a:cubicBezTo>
                          <a:pt x="281" y="92"/>
                          <a:pt x="309" y="92"/>
                          <a:pt x="337" y="93"/>
                        </a:cubicBezTo>
                        <a:cubicBezTo>
                          <a:pt x="313" y="99"/>
                          <a:pt x="289" y="102"/>
                          <a:pt x="265" y="108"/>
                        </a:cubicBezTo>
                        <a:cubicBezTo>
                          <a:pt x="250" y="118"/>
                          <a:pt x="239" y="121"/>
                          <a:pt x="220" y="126"/>
                        </a:cubicBezTo>
                        <a:cubicBezTo>
                          <a:pt x="199" y="157"/>
                          <a:pt x="247" y="143"/>
                          <a:pt x="262" y="141"/>
                        </a:cubicBezTo>
                        <a:cubicBezTo>
                          <a:pt x="270" y="140"/>
                          <a:pt x="278" y="139"/>
                          <a:pt x="286" y="138"/>
                        </a:cubicBezTo>
                        <a:cubicBezTo>
                          <a:pt x="290" y="137"/>
                          <a:pt x="302" y="135"/>
                          <a:pt x="298" y="135"/>
                        </a:cubicBezTo>
                        <a:cubicBezTo>
                          <a:pt x="284" y="135"/>
                          <a:pt x="270" y="139"/>
                          <a:pt x="256" y="141"/>
                        </a:cubicBezTo>
                        <a:cubicBezTo>
                          <a:pt x="244" y="143"/>
                          <a:pt x="220" y="147"/>
                          <a:pt x="220" y="147"/>
                        </a:cubicBezTo>
                        <a:cubicBezTo>
                          <a:pt x="206" y="168"/>
                          <a:pt x="210" y="158"/>
                          <a:pt x="205" y="174"/>
                        </a:cubicBezTo>
                        <a:cubicBezTo>
                          <a:pt x="206" y="183"/>
                          <a:pt x="199" y="200"/>
                          <a:pt x="208" y="201"/>
                        </a:cubicBezTo>
                        <a:cubicBezTo>
                          <a:pt x="217" y="203"/>
                          <a:pt x="217" y="184"/>
                          <a:pt x="223" y="177"/>
                        </a:cubicBezTo>
                        <a:cubicBezTo>
                          <a:pt x="243" y="156"/>
                          <a:pt x="250" y="161"/>
                          <a:pt x="274" y="153"/>
                        </a:cubicBezTo>
                        <a:cubicBezTo>
                          <a:pt x="271" y="162"/>
                          <a:pt x="272" y="173"/>
                          <a:pt x="265" y="180"/>
                        </a:cubicBezTo>
                        <a:cubicBezTo>
                          <a:pt x="257" y="188"/>
                          <a:pt x="246" y="196"/>
                          <a:pt x="241" y="207"/>
                        </a:cubicBezTo>
                        <a:cubicBezTo>
                          <a:pt x="237" y="215"/>
                          <a:pt x="239" y="219"/>
                          <a:pt x="232" y="225"/>
                        </a:cubicBezTo>
                        <a:cubicBezTo>
                          <a:pt x="225" y="231"/>
                          <a:pt x="211" y="237"/>
                          <a:pt x="202" y="240"/>
                        </a:cubicBezTo>
                        <a:cubicBezTo>
                          <a:pt x="187" y="222"/>
                          <a:pt x="186" y="214"/>
                          <a:pt x="181" y="192"/>
                        </a:cubicBezTo>
                        <a:cubicBezTo>
                          <a:pt x="182" y="177"/>
                          <a:pt x="182" y="162"/>
                          <a:pt x="184" y="147"/>
                        </a:cubicBezTo>
                        <a:cubicBezTo>
                          <a:pt x="185" y="141"/>
                          <a:pt x="187" y="135"/>
                          <a:pt x="190" y="129"/>
                        </a:cubicBezTo>
                        <a:cubicBezTo>
                          <a:pt x="191" y="126"/>
                          <a:pt x="200" y="120"/>
                          <a:pt x="196" y="120"/>
                        </a:cubicBezTo>
                        <a:cubicBezTo>
                          <a:pt x="178" y="118"/>
                          <a:pt x="148" y="129"/>
                          <a:pt x="130" y="135"/>
                        </a:cubicBezTo>
                        <a:cubicBezTo>
                          <a:pt x="131" y="144"/>
                          <a:pt x="129" y="154"/>
                          <a:pt x="133" y="162"/>
                        </a:cubicBezTo>
                        <a:cubicBezTo>
                          <a:pt x="134" y="165"/>
                          <a:pt x="139" y="160"/>
                          <a:pt x="142" y="159"/>
                        </a:cubicBezTo>
                        <a:cubicBezTo>
                          <a:pt x="150" y="156"/>
                          <a:pt x="158" y="152"/>
                          <a:pt x="166" y="150"/>
                        </a:cubicBezTo>
                        <a:cubicBezTo>
                          <a:pt x="174" y="148"/>
                          <a:pt x="182" y="148"/>
                          <a:pt x="190" y="147"/>
                        </a:cubicBezTo>
                        <a:cubicBezTo>
                          <a:pt x="174" y="212"/>
                          <a:pt x="146" y="218"/>
                          <a:pt x="94" y="225"/>
                        </a:cubicBezTo>
                        <a:cubicBezTo>
                          <a:pt x="49" y="210"/>
                          <a:pt x="115" y="79"/>
                          <a:pt x="73" y="141"/>
                        </a:cubicBezTo>
                        <a:cubicBezTo>
                          <a:pt x="85" y="91"/>
                          <a:pt x="158" y="88"/>
                          <a:pt x="199" y="78"/>
                        </a:cubicBezTo>
                        <a:cubicBezTo>
                          <a:pt x="217" y="74"/>
                          <a:pt x="253" y="66"/>
                          <a:pt x="253" y="66"/>
                        </a:cubicBezTo>
                        <a:cubicBezTo>
                          <a:pt x="267" y="59"/>
                          <a:pt x="271" y="49"/>
                          <a:pt x="280" y="63"/>
                        </a:cubicBezTo>
                        <a:cubicBezTo>
                          <a:pt x="278" y="70"/>
                          <a:pt x="268" y="79"/>
                          <a:pt x="274" y="84"/>
                        </a:cubicBezTo>
                        <a:cubicBezTo>
                          <a:pt x="283" y="91"/>
                          <a:pt x="327" y="93"/>
                          <a:pt x="331" y="93"/>
                        </a:cubicBezTo>
                        <a:cubicBezTo>
                          <a:pt x="354" y="101"/>
                          <a:pt x="376" y="107"/>
                          <a:pt x="400" y="111"/>
                        </a:cubicBezTo>
                        <a:cubicBezTo>
                          <a:pt x="415" y="134"/>
                          <a:pt x="407" y="124"/>
                          <a:pt x="424" y="141"/>
                        </a:cubicBezTo>
                        <a:cubicBezTo>
                          <a:pt x="362" y="156"/>
                          <a:pt x="481" y="128"/>
                          <a:pt x="277" y="147"/>
                        </a:cubicBezTo>
                        <a:cubicBezTo>
                          <a:pt x="268" y="148"/>
                          <a:pt x="261" y="155"/>
                          <a:pt x="253" y="159"/>
                        </a:cubicBezTo>
                        <a:cubicBezTo>
                          <a:pt x="227" y="172"/>
                          <a:pt x="188" y="168"/>
                          <a:pt x="160" y="171"/>
                        </a:cubicBezTo>
                        <a:cubicBezTo>
                          <a:pt x="135" y="179"/>
                          <a:pt x="148" y="216"/>
                          <a:pt x="136" y="228"/>
                        </a:cubicBezTo>
                        <a:cubicBezTo>
                          <a:pt x="132" y="232"/>
                          <a:pt x="126" y="230"/>
                          <a:pt x="121" y="231"/>
                        </a:cubicBezTo>
                        <a:cubicBezTo>
                          <a:pt x="119" y="232"/>
                          <a:pt x="102" y="240"/>
                          <a:pt x="100" y="243"/>
                        </a:cubicBezTo>
                        <a:cubicBezTo>
                          <a:pt x="85" y="266"/>
                          <a:pt x="111" y="246"/>
                          <a:pt x="88" y="261"/>
                        </a:cubicBezTo>
                        <a:cubicBezTo>
                          <a:pt x="85" y="271"/>
                          <a:pt x="70" y="300"/>
                          <a:pt x="82" y="258"/>
                        </a:cubicBezTo>
                        <a:cubicBezTo>
                          <a:pt x="84" y="252"/>
                          <a:pt x="90" y="243"/>
                          <a:pt x="94" y="237"/>
                        </a:cubicBezTo>
                        <a:cubicBezTo>
                          <a:pt x="108" y="242"/>
                          <a:pt x="107" y="248"/>
                          <a:pt x="103" y="261"/>
                        </a:cubicBezTo>
                        <a:cubicBezTo>
                          <a:pt x="71" y="255"/>
                          <a:pt x="101" y="268"/>
                          <a:pt x="94" y="246"/>
                        </a:cubicBezTo>
                        <a:cubicBezTo>
                          <a:pt x="119" y="229"/>
                          <a:pt x="102" y="274"/>
                          <a:pt x="94" y="282"/>
                        </a:cubicBezTo>
                        <a:cubicBezTo>
                          <a:pt x="82" y="294"/>
                          <a:pt x="70" y="296"/>
                          <a:pt x="55" y="300"/>
                        </a:cubicBezTo>
                        <a:cubicBezTo>
                          <a:pt x="49" y="304"/>
                          <a:pt x="43" y="308"/>
                          <a:pt x="37" y="312"/>
                        </a:cubicBezTo>
                        <a:cubicBezTo>
                          <a:pt x="34" y="314"/>
                          <a:pt x="28" y="318"/>
                          <a:pt x="28" y="318"/>
                        </a:cubicBezTo>
                        <a:cubicBezTo>
                          <a:pt x="18" y="347"/>
                          <a:pt x="0" y="294"/>
                          <a:pt x="28" y="303"/>
                        </a:cubicBezTo>
                        <a:cubicBezTo>
                          <a:pt x="55" y="299"/>
                          <a:pt x="57" y="287"/>
                          <a:pt x="82" y="279"/>
                        </a:cubicBezTo>
                        <a:cubicBezTo>
                          <a:pt x="107" y="284"/>
                          <a:pt x="99" y="293"/>
                          <a:pt x="106" y="315"/>
                        </a:cubicBezTo>
                        <a:cubicBezTo>
                          <a:pt x="122" y="304"/>
                          <a:pt x="130" y="303"/>
                          <a:pt x="151" y="300"/>
                        </a:cubicBezTo>
                        <a:cubicBezTo>
                          <a:pt x="149" y="316"/>
                          <a:pt x="166" y="401"/>
                          <a:pt x="145" y="369"/>
                        </a:cubicBezTo>
                        <a:cubicBezTo>
                          <a:pt x="146" y="356"/>
                          <a:pt x="146" y="343"/>
                          <a:pt x="148" y="330"/>
                        </a:cubicBezTo>
                        <a:cubicBezTo>
                          <a:pt x="149" y="324"/>
                          <a:pt x="154" y="312"/>
                          <a:pt x="154" y="312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2" name="Freeform 268"/>
                  <p:cNvSpPr>
                    <a:spLocks/>
                  </p:cNvSpPr>
                  <p:nvPr/>
                </p:nvSpPr>
                <p:spPr bwMode="auto">
                  <a:xfrm>
                    <a:off x="4662" y="1604"/>
                    <a:ext cx="51" cy="81"/>
                  </a:xfrm>
                  <a:custGeom>
                    <a:avLst/>
                    <a:gdLst>
                      <a:gd name="T0" fmla="*/ 0 w 102"/>
                      <a:gd name="T1" fmla="*/ 1 h 162"/>
                      <a:gd name="T2" fmla="*/ 1 w 102"/>
                      <a:gd name="T3" fmla="*/ 0 h 162"/>
                      <a:gd name="T4" fmla="*/ 0 60000 65536"/>
                      <a:gd name="T5" fmla="*/ 0 60000 65536"/>
                      <a:gd name="T6" fmla="*/ 0 w 102"/>
                      <a:gd name="T7" fmla="*/ 0 h 162"/>
                      <a:gd name="T8" fmla="*/ 102 w 102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62">
                        <a:moveTo>
                          <a:pt x="0" y="162"/>
                        </a:moveTo>
                        <a:lnTo>
                          <a:pt x="102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3" name="Freeform 269"/>
                  <p:cNvSpPr>
                    <a:spLocks/>
                  </p:cNvSpPr>
                  <p:nvPr/>
                </p:nvSpPr>
                <p:spPr bwMode="auto">
                  <a:xfrm>
                    <a:off x="4694" y="1631"/>
                    <a:ext cx="57" cy="86"/>
                  </a:xfrm>
                  <a:custGeom>
                    <a:avLst/>
                    <a:gdLst>
                      <a:gd name="T0" fmla="*/ 0 w 114"/>
                      <a:gd name="T1" fmla="*/ 1 h 171"/>
                      <a:gd name="T2" fmla="*/ 1 w 114"/>
                      <a:gd name="T3" fmla="*/ 0 h 171"/>
                      <a:gd name="T4" fmla="*/ 0 60000 65536"/>
                      <a:gd name="T5" fmla="*/ 0 60000 65536"/>
                      <a:gd name="T6" fmla="*/ 0 w 114"/>
                      <a:gd name="T7" fmla="*/ 0 h 171"/>
                      <a:gd name="T8" fmla="*/ 114 w 114"/>
                      <a:gd name="T9" fmla="*/ 171 h 17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4" h="171">
                        <a:moveTo>
                          <a:pt x="0" y="171"/>
                        </a:moveTo>
                        <a:lnTo>
                          <a:pt x="114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4" name="Freeform 270"/>
                  <p:cNvSpPr>
                    <a:spLocks/>
                  </p:cNvSpPr>
                  <p:nvPr/>
                </p:nvSpPr>
                <p:spPr bwMode="auto">
                  <a:xfrm>
                    <a:off x="4730" y="1657"/>
                    <a:ext cx="69" cy="99"/>
                  </a:xfrm>
                  <a:custGeom>
                    <a:avLst/>
                    <a:gdLst>
                      <a:gd name="T0" fmla="*/ 0 w 138"/>
                      <a:gd name="T1" fmla="*/ 1 h 198"/>
                      <a:gd name="T2" fmla="*/ 1 w 138"/>
                      <a:gd name="T3" fmla="*/ 0 h 198"/>
                      <a:gd name="T4" fmla="*/ 0 60000 65536"/>
                      <a:gd name="T5" fmla="*/ 0 60000 65536"/>
                      <a:gd name="T6" fmla="*/ 0 w 138"/>
                      <a:gd name="T7" fmla="*/ 0 h 198"/>
                      <a:gd name="T8" fmla="*/ 138 w 138"/>
                      <a:gd name="T9" fmla="*/ 198 h 19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38" h="198">
                        <a:moveTo>
                          <a:pt x="0" y="198"/>
                        </a:moveTo>
                        <a:lnTo>
                          <a:pt x="138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5" name="Freeform 271"/>
                  <p:cNvSpPr>
                    <a:spLocks/>
                  </p:cNvSpPr>
                  <p:nvPr/>
                </p:nvSpPr>
                <p:spPr bwMode="auto">
                  <a:xfrm>
                    <a:off x="4776" y="1670"/>
                    <a:ext cx="59" cy="98"/>
                  </a:xfrm>
                  <a:custGeom>
                    <a:avLst/>
                    <a:gdLst>
                      <a:gd name="T0" fmla="*/ 0 w 117"/>
                      <a:gd name="T1" fmla="*/ 1 h 195"/>
                      <a:gd name="T2" fmla="*/ 1 w 117"/>
                      <a:gd name="T3" fmla="*/ 0 h 195"/>
                      <a:gd name="T4" fmla="*/ 0 60000 65536"/>
                      <a:gd name="T5" fmla="*/ 0 60000 65536"/>
                      <a:gd name="T6" fmla="*/ 0 w 117"/>
                      <a:gd name="T7" fmla="*/ 0 h 195"/>
                      <a:gd name="T8" fmla="*/ 117 w 117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7" h="195">
                        <a:moveTo>
                          <a:pt x="0" y="195"/>
                        </a:moveTo>
                        <a:lnTo>
                          <a:pt x="117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6" name="Freeform 272"/>
                  <p:cNvSpPr>
                    <a:spLocks/>
                  </p:cNvSpPr>
                  <p:nvPr/>
                </p:nvSpPr>
                <p:spPr bwMode="auto">
                  <a:xfrm>
                    <a:off x="4818" y="1697"/>
                    <a:ext cx="47" cy="81"/>
                  </a:xfrm>
                  <a:custGeom>
                    <a:avLst/>
                    <a:gdLst>
                      <a:gd name="T0" fmla="*/ 0 w 93"/>
                      <a:gd name="T1" fmla="*/ 1 h 162"/>
                      <a:gd name="T2" fmla="*/ 1 w 93"/>
                      <a:gd name="T3" fmla="*/ 0 h 162"/>
                      <a:gd name="T4" fmla="*/ 0 60000 65536"/>
                      <a:gd name="T5" fmla="*/ 0 60000 65536"/>
                      <a:gd name="T6" fmla="*/ 0 w 93"/>
                      <a:gd name="T7" fmla="*/ 0 h 162"/>
                      <a:gd name="T8" fmla="*/ 93 w 93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3" h="162">
                        <a:moveTo>
                          <a:pt x="0" y="162"/>
                        </a:moveTo>
                        <a:lnTo>
                          <a:pt x="93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7" name="Freeform 273"/>
                  <p:cNvSpPr>
                    <a:spLocks/>
                  </p:cNvSpPr>
                  <p:nvPr/>
                </p:nvSpPr>
                <p:spPr bwMode="auto">
                  <a:xfrm>
                    <a:off x="4850" y="1717"/>
                    <a:ext cx="51" cy="87"/>
                  </a:xfrm>
                  <a:custGeom>
                    <a:avLst/>
                    <a:gdLst>
                      <a:gd name="T0" fmla="*/ 0 w 102"/>
                      <a:gd name="T1" fmla="*/ 1 h 174"/>
                      <a:gd name="T2" fmla="*/ 1 w 102"/>
                      <a:gd name="T3" fmla="*/ 0 h 174"/>
                      <a:gd name="T4" fmla="*/ 0 60000 65536"/>
                      <a:gd name="T5" fmla="*/ 0 60000 65536"/>
                      <a:gd name="T6" fmla="*/ 0 w 102"/>
                      <a:gd name="T7" fmla="*/ 0 h 174"/>
                      <a:gd name="T8" fmla="*/ 102 w 102"/>
                      <a:gd name="T9" fmla="*/ 174 h 17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74">
                        <a:moveTo>
                          <a:pt x="0" y="174"/>
                        </a:moveTo>
                        <a:lnTo>
                          <a:pt x="102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8" name="Freeform 274"/>
                  <p:cNvSpPr>
                    <a:spLocks/>
                  </p:cNvSpPr>
                  <p:nvPr/>
                </p:nvSpPr>
                <p:spPr bwMode="auto">
                  <a:xfrm>
                    <a:off x="4871" y="1739"/>
                    <a:ext cx="64" cy="95"/>
                  </a:xfrm>
                  <a:custGeom>
                    <a:avLst/>
                    <a:gdLst>
                      <a:gd name="T0" fmla="*/ 0 w 129"/>
                      <a:gd name="T1" fmla="*/ 1 h 189"/>
                      <a:gd name="T2" fmla="*/ 0 w 129"/>
                      <a:gd name="T3" fmla="*/ 0 h 189"/>
                      <a:gd name="T4" fmla="*/ 0 60000 65536"/>
                      <a:gd name="T5" fmla="*/ 0 60000 65536"/>
                      <a:gd name="T6" fmla="*/ 0 w 129"/>
                      <a:gd name="T7" fmla="*/ 0 h 189"/>
                      <a:gd name="T8" fmla="*/ 129 w 129"/>
                      <a:gd name="T9" fmla="*/ 189 h 18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29" h="189">
                        <a:moveTo>
                          <a:pt x="0" y="189"/>
                        </a:moveTo>
                        <a:lnTo>
                          <a:pt x="129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29" name="Freeform 275"/>
                  <p:cNvSpPr>
                    <a:spLocks/>
                  </p:cNvSpPr>
                  <p:nvPr/>
                </p:nvSpPr>
                <p:spPr bwMode="auto">
                  <a:xfrm>
                    <a:off x="4625" y="1589"/>
                    <a:ext cx="51" cy="98"/>
                  </a:xfrm>
                  <a:custGeom>
                    <a:avLst/>
                    <a:gdLst>
                      <a:gd name="T0" fmla="*/ 0 w 102"/>
                      <a:gd name="T1" fmla="*/ 1 h 195"/>
                      <a:gd name="T2" fmla="*/ 1 w 102"/>
                      <a:gd name="T3" fmla="*/ 0 h 195"/>
                      <a:gd name="T4" fmla="*/ 0 60000 65536"/>
                      <a:gd name="T5" fmla="*/ 0 60000 65536"/>
                      <a:gd name="T6" fmla="*/ 0 w 102"/>
                      <a:gd name="T7" fmla="*/ 0 h 195"/>
                      <a:gd name="T8" fmla="*/ 102 w 102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95">
                        <a:moveTo>
                          <a:pt x="0" y="195"/>
                        </a:moveTo>
                        <a:lnTo>
                          <a:pt x="102" y="0"/>
                        </a:lnTo>
                      </a:path>
                    </a:pathLst>
                  </a:custGeom>
                  <a:noFill/>
                  <a:ln w="9525">
                    <a:pattFill prst="wdDn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0" name="Freeform 276"/>
                  <p:cNvSpPr>
                    <a:spLocks/>
                  </p:cNvSpPr>
                  <p:nvPr/>
                </p:nvSpPr>
                <p:spPr bwMode="auto">
                  <a:xfrm>
                    <a:off x="5099" y="1588"/>
                    <a:ext cx="36" cy="35"/>
                  </a:xfrm>
                  <a:custGeom>
                    <a:avLst/>
                    <a:gdLst>
                      <a:gd name="T0" fmla="*/ 1 w 72"/>
                      <a:gd name="T1" fmla="*/ 1 h 70"/>
                      <a:gd name="T2" fmla="*/ 1 w 72"/>
                      <a:gd name="T3" fmla="*/ 1 h 70"/>
                      <a:gd name="T4" fmla="*/ 1 w 72"/>
                      <a:gd name="T5" fmla="*/ 1 h 70"/>
                      <a:gd name="T6" fmla="*/ 1 w 72"/>
                      <a:gd name="T7" fmla="*/ 1 h 70"/>
                      <a:gd name="T8" fmla="*/ 1 w 72"/>
                      <a:gd name="T9" fmla="*/ 1 h 70"/>
                      <a:gd name="T10" fmla="*/ 1 w 72"/>
                      <a:gd name="T11" fmla="*/ 1 h 70"/>
                      <a:gd name="T12" fmla="*/ 1 w 72"/>
                      <a:gd name="T13" fmla="*/ 1 h 70"/>
                      <a:gd name="T14" fmla="*/ 1 w 72"/>
                      <a:gd name="T15" fmla="*/ 1 h 70"/>
                      <a:gd name="T16" fmla="*/ 0 w 72"/>
                      <a:gd name="T17" fmla="*/ 1 h 70"/>
                      <a:gd name="T18" fmla="*/ 1 w 72"/>
                      <a:gd name="T19" fmla="*/ 1 h 70"/>
                      <a:gd name="T20" fmla="*/ 1 w 72"/>
                      <a:gd name="T21" fmla="*/ 1 h 70"/>
                      <a:gd name="T22" fmla="*/ 1 w 72"/>
                      <a:gd name="T23" fmla="*/ 0 h 70"/>
                      <a:gd name="T24" fmla="*/ 1 w 72"/>
                      <a:gd name="T25" fmla="*/ 1 h 70"/>
                      <a:gd name="T26" fmla="*/ 1 w 72"/>
                      <a:gd name="T27" fmla="*/ 1 h 70"/>
                      <a:gd name="T28" fmla="*/ 1 w 72"/>
                      <a:gd name="T29" fmla="*/ 1 h 7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72"/>
                      <a:gd name="T46" fmla="*/ 0 h 70"/>
                      <a:gd name="T47" fmla="*/ 72 w 72"/>
                      <a:gd name="T48" fmla="*/ 70 h 70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72" h="70">
                        <a:moveTo>
                          <a:pt x="27" y="30"/>
                        </a:moveTo>
                        <a:cubicBezTo>
                          <a:pt x="29" y="45"/>
                          <a:pt x="30" y="70"/>
                          <a:pt x="45" y="48"/>
                        </a:cubicBezTo>
                        <a:cubicBezTo>
                          <a:pt x="70" y="64"/>
                          <a:pt x="64" y="67"/>
                          <a:pt x="60" y="36"/>
                        </a:cubicBezTo>
                        <a:cubicBezTo>
                          <a:pt x="46" y="39"/>
                          <a:pt x="38" y="47"/>
                          <a:pt x="33" y="33"/>
                        </a:cubicBezTo>
                        <a:cubicBezTo>
                          <a:pt x="37" y="21"/>
                          <a:pt x="42" y="19"/>
                          <a:pt x="54" y="15"/>
                        </a:cubicBezTo>
                        <a:cubicBezTo>
                          <a:pt x="55" y="28"/>
                          <a:pt x="53" y="41"/>
                          <a:pt x="57" y="54"/>
                        </a:cubicBezTo>
                        <a:cubicBezTo>
                          <a:pt x="58" y="57"/>
                          <a:pt x="63" y="58"/>
                          <a:pt x="66" y="57"/>
                        </a:cubicBezTo>
                        <a:cubicBezTo>
                          <a:pt x="69" y="56"/>
                          <a:pt x="68" y="51"/>
                          <a:pt x="69" y="48"/>
                        </a:cubicBezTo>
                        <a:cubicBezTo>
                          <a:pt x="63" y="3"/>
                          <a:pt x="34" y="19"/>
                          <a:pt x="0" y="36"/>
                        </a:cubicBezTo>
                        <a:cubicBezTo>
                          <a:pt x="1" y="32"/>
                          <a:pt x="0" y="27"/>
                          <a:pt x="3" y="24"/>
                        </a:cubicBezTo>
                        <a:cubicBezTo>
                          <a:pt x="5" y="22"/>
                          <a:pt x="9" y="22"/>
                          <a:pt x="12" y="21"/>
                        </a:cubicBezTo>
                        <a:cubicBezTo>
                          <a:pt x="24" y="15"/>
                          <a:pt x="26" y="4"/>
                          <a:pt x="39" y="0"/>
                        </a:cubicBezTo>
                        <a:cubicBezTo>
                          <a:pt x="42" y="32"/>
                          <a:pt x="39" y="37"/>
                          <a:pt x="63" y="21"/>
                        </a:cubicBezTo>
                        <a:cubicBezTo>
                          <a:pt x="72" y="47"/>
                          <a:pt x="70" y="51"/>
                          <a:pt x="42" y="57"/>
                        </a:cubicBezTo>
                        <a:cubicBezTo>
                          <a:pt x="24" y="53"/>
                          <a:pt x="27" y="48"/>
                          <a:pt x="27" y="30"/>
                        </a:cubicBez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1" name="Freeform 277"/>
                  <p:cNvSpPr>
                    <a:spLocks/>
                  </p:cNvSpPr>
                  <p:nvPr/>
                </p:nvSpPr>
                <p:spPr bwMode="auto">
                  <a:xfrm>
                    <a:off x="4484" y="1450"/>
                    <a:ext cx="499" cy="285"/>
                  </a:xfrm>
                  <a:custGeom>
                    <a:avLst/>
                    <a:gdLst>
                      <a:gd name="T0" fmla="*/ 1 w 998"/>
                      <a:gd name="T1" fmla="*/ 1 h 570"/>
                      <a:gd name="T2" fmla="*/ 1 w 998"/>
                      <a:gd name="T3" fmla="*/ 1 h 570"/>
                      <a:gd name="T4" fmla="*/ 1 w 998"/>
                      <a:gd name="T5" fmla="*/ 1 h 570"/>
                      <a:gd name="T6" fmla="*/ 1 w 998"/>
                      <a:gd name="T7" fmla="*/ 0 h 570"/>
                      <a:gd name="T8" fmla="*/ 1 w 998"/>
                      <a:gd name="T9" fmla="*/ 1 h 570"/>
                      <a:gd name="T10" fmla="*/ 1 w 998"/>
                      <a:gd name="T11" fmla="*/ 1 h 570"/>
                      <a:gd name="T12" fmla="*/ 1 w 998"/>
                      <a:gd name="T13" fmla="*/ 1 h 570"/>
                      <a:gd name="T14" fmla="*/ 1 w 998"/>
                      <a:gd name="T15" fmla="*/ 1 h 570"/>
                      <a:gd name="T16" fmla="*/ 0 w 998"/>
                      <a:gd name="T17" fmla="*/ 1 h 570"/>
                      <a:gd name="T18" fmla="*/ 1 w 998"/>
                      <a:gd name="T19" fmla="*/ 1 h 570"/>
                      <a:gd name="T20" fmla="*/ 1 w 998"/>
                      <a:gd name="T21" fmla="*/ 1 h 570"/>
                      <a:gd name="T22" fmla="*/ 1 w 998"/>
                      <a:gd name="T23" fmla="*/ 1 h 570"/>
                      <a:gd name="T24" fmla="*/ 1 w 998"/>
                      <a:gd name="T25" fmla="*/ 1 h 570"/>
                      <a:gd name="T26" fmla="*/ 1 w 998"/>
                      <a:gd name="T27" fmla="*/ 1 h 570"/>
                      <a:gd name="T28" fmla="*/ 1 w 998"/>
                      <a:gd name="T29" fmla="*/ 1 h 570"/>
                      <a:gd name="T30" fmla="*/ 1 w 998"/>
                      <a:gd name="T31" fmla="*/ 1 h 570"/>
                      <a:gd name="T32" fmla="*/ 1 w 998"/>
                      <a:gd name="T33" fmla="*/ 1 h 570"/>
                      <a:gd name="T34" fmla="*/ 1 w 998"/>
                      <a:gd name="T35" fmla="*/ 1 h 570"/>
                      <a:gd name="T36" fmla="*/ 1 w 998"/>
                      <a:gd name="T37" fmla="*/ 1 h 570"/>
                      <a:gd name="T38" fmla="*/ 1 w 998"/>
                      <a:gd name="T39" fmla="*/ 1 h 570"/>
                      <a:gd name="T40" fmla="*/ 1 w 998"/>
                      <a:gd name="T41" fmla="*/ 1 h 570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8"/>
                      <a:gd name="T64" fmla="*/ 0 h 570"/>
                      <a:gd name="T65" fmla="*/ 998 w 998"/>
                      <a:gd name="T66" fmla="*/ 570 h 570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8" h="570">
                        <a:moveTo>
                          <a:pt x="998" y="510"/>
                        </a:moveTo>
                        <a:lnTo>
                          <a:pt x="660" y="225"/>
                        </a:lnTo>
                        <a:lnTo>
                          <a:pt x="375" y="53"/>
                        </a:lnTo>
                        <a:lnTo>
                          <a:pt x="285" y="0"/>
                        </a:lnTo>
                        <a:lnTo>
                          <a:pt x="135" y="15"/>
                        </a:lnTo>
                        <a:lnTo>
                          <a:pt x="53" y="90"/>
                        </a:lnTo>
                        <a:lnTo>
                          <a:pt x="8" y="195"/>
                        </a:lnTo>
                        <a:lnTo>
                          <a:pt x="23" y="255"/>
                        </a:lnTo>
                        <a:lnTo>
                          <a:pt x="0" y="308"/>
                        </a:lnTo>
                        <a:lnTo>
                          <a:pt x="15" y="405"/>
                        </a:lnTo>
                        <a:lnTo>
                          <a:pt x="128" y="458"/>
                        </a:lnTo>
                        <a:lnTo>
                          <a:pt x="248" y="443"/>
                        </a:lnTo>
                        <a:lnTo>
                          <a:pt x="261" y="349"/>
                        </a:lnTo>
                        <a:lnTo>
                          <a:pt x="345" y="225"/>
                        </a:lnTo>
                        <a:lnTo>
                          <a:pt x="510" y="293"/>
                        </a:lnTo>
                        <a:lnTo>
                          <a:pt x="503" y="353"/>
                        </a:lnTo>
                        <a:lnTo>
                          <a:pt x="525" y="398"/>
                        </a:lnTo>
                        <a:lnTo>
                          <a:pt x="593" y="390"/>
                        </a:lnTo>
                        <a:lnTo>
                          <a:pt x="660" y="375"/>
                        </a:lnTo>
                        <a:lnTo>
                          <a:pt x="938" y="570"/>
                        </a:lnTo>
                        <a:lnTo>
                          <a:pt x="998" y="51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2" name="Freeform 278"/>
                  <p:cNvSpPr>
                    <a:spLocks/>
                  </p:cNvSpPr>
                  <p:nvPr/>
                </p:nvSpPr>
                <p:spPr bwMode="auto">
                  <a:xfrm flipH="1">
                    <a:off x="4401" y="1714"/>
                    <a:ext cx="3510" cy="1890"/>
                  </a:xfrm>
                  <a:custGeom>
                    <a:avLst/>
                    <a:gdLst>
                      <a:gd name="T0" fmla="*/ 0 w 7020"/>
                      <a:gd name="T1" fmla="*/ 0 h 3780"/>
                      <a:gd name="T2" fmla="*/ 1 w 7020"/>
                      <a:gd name="T3" fmla="*/ 1 h 3780"/>
                      <a:gd name="T4" fmla="*/ 1 w 7020"/>
                      <a:gd name="T5" fmla="*/ 1 h 3780"/>
                      <a:gd name="T6" fmla="*/ 1 w 7020"/>
                      <a:gd name="T7" fmla="*/ 1 h 3780"/>
                      <a:gd name="T8" fmla="*/ 1 w 7020"/>
                      <a:gd name="T9" fmla="*/ 1 h 3780"/>
                      <a:gd name="T10" fmla="*/ 0 w 7020"/>
                      <a:gd name="T11" fmla="*/ 0 h 378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7020"/>
                      <a:gd name="T19" fmla="*/ 0 h 3780"/>
                      <a:gd name="T20" fmla="*/ 7020 w 7020"/>
                      <a:gd name="T21" fmla="*/ 3780 h 378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7020" h="3780">
                        <a:moveTo>
                          <a:pt x="0" y="0"/>
                        </a:moveTo>
                        <a:lnTo>
                          <a:pt x="7020" y="3780"/>
                        </a:lnTo>
                        <a:lnTo>
                          <a:pt x="6429" y="3596"/>
                        </a:lnTo>
                        <a:lnTo>
                          <a:pt x="5940" y="3420"/>
                        </a:lnTo>
                        <a:lnTo>
                          <a:pt x="17" y="1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3" name="Freeform 279"/>
                  <p:cNvSpPr>
                    <a:spLocks/>
                  </p:cNvSpPr>
                  <p:nvPr/>
                </p:nvSpPr>
                <p:spPr bwMode="auto">
                  <a:xfrm flipH="1">
                    <a:off x="4467" y="1682"/>
                    <a:ext cx="3405" cy="1890"/>
                  </a:xfrm>
                  <a:custGeom>
                    <a:avLst/>
                    <a:gdLst>
                      <a:gd name="T0" fmla="*/ 1 w 6810"/>
                      <a:gd name="T1" fmla="*/ 0 h 3780"/>
                      <a:gd name="T2" fmla="*/ 1 w 6810"/>
                      <a:gd name="T3" fmla="*/ 1 h 3780"/>
                      <a:gd name="T4" fmla="*/ 1 w 6810"/>
                      <a:gd name="T5" fmla="*/ 1 h 3780"/>
                      <a:gd name="T6" fmla="*/ 0 w 6810"/>
                      <a:gd name="T7" fmla="*/ 1 h 3780"/>
                      <a:gd name="T8" fmla="*/ 1 w 6810"/>
                      <a:gd name="T9" fmla="*/ 0 h 378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810"/>
                      <a:gd name="T16" fmla="*/ 0 h 3780"/>
                      <a:gd name="T17" fmla="*/ 6810 w 6810"/>
                      <a:gd name="T18" fmla="*/ 3780 h 378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810" h="3780">
                        <a:moveTo>
                          <a:pt x="30" y="0"/>
                        </a:moveTo>
                        <a:lnTo>
                          <a:pt x="6810" y="3780"/>
                        </a:lnTo>
                        <a:lnTo>
                          <a:pt x="6217" y="3525"/>
                        </a:lnTo>
                        <a:lnTo>
                          <a:pt x="0" y="135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4" name="Freeform 280"/>
                  <p:cNvSpPr>
                    <a:spLocks/>
                  </p:cNvSpPr>
                  <p:nvPr/>
                </p:nvSpPr>
                <p:spPr bwMode="auto">
                  <a:xfrm flipH="1">
                    <a:off x="7821" y="1534"/>
                    <a:ext cx="372" cy="313"/>
                  </a:xfrm>
                  <a:custGeom>
                    <a:avLst/>
                    <a:gdLst>
                      <a:gd name="T0" fmla="*/ 1 w 744"/>
                      <a:gd name="T1" fmla="*/ 1 h 626"/>
                      <a:gd name="T2" fmla="*/ 1 w 744"/>
                      <a:gd name="T3" fmla="*/ 1 h 626"/>
                      <a:gd name="T4" fmla="*/ 1 w 744"/>
                      <a:gd name="T5" fmla="*/ 1 h 626"/>
                      <a:gd name="T6" fmla="*/ 1 w 744"/>
                      <a:gd name="T7" fmla="*/ 1 h 626"/>
                      <a:gd name="T8" fmla="*/ 0 w 744"/>
                      <a:gd name="T9" fmla="*/ 1 h 626"/>
                      <a:gd name="T10" fmla="*/ 1 w 744"/>
                      <a:gd name="T11" fmla="*/ 1 h 626"/>
                      <a:gd name="T12" fmla="*/ 1 w 744"/>
                      <a:gd name="T13" fmla="*/ 0 h 626"/>
                      <a:gd name="T14" fmla="*/ 1 w 744"/>
                      <a:gd name="T15" fmla="*/ 1 h 626"/>
                      <a:gd name="T16" fmla="*/ 1 w 744"/>
                      <a:gd name="T17" fmla="*/ 1 h 62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4"/>
                      <a:gd name="T28" fmla="*/ 0 h 626"/>
                      <a:gd name="T29" fmla="*/ 744 w 744"/>
                      <a:gd name="T30" fmla="*/ 626 h 62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4" h="626">
                        <a:moveTo>
                          <a:pt x="573" y="626"/>
                        </a:moveTo>
                        <a:lnTo>
                          <a:pt x="461" y="484"/>
                        </a:lnTo>
                        <a:lnTo>
                          <a:pt x="236" y="431"/>
                        </a:lnTo>
                        <a:lnTo>
                          <a:pt x="135" y="299"/>
                        </a:lnTo>
                        <a:lnTo>
                          <a:pt x="0" y="305"/>
                        </a:lnTo>
                        <a:lnTo>
                          <a:pt x="39" y="143"/>
                        </a:lnTo>
                        <a:lnTo>
                          <a:pt x="204" y="0"/>
                        </a:lnTo>
                        <a:lnTo>
                          <a:pt x="744" y="360"/>
                        </a:lnTo>
                        <a:lnTo>
                          <a:pt x="573" y="62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5" name="Freeform 281"/>
                  <p:cNvSpPr>
                    <a:spLocks/>
                  </p:cNvSpPr>
                  <p:nvPr/>
                </p:nvSpPr>
                <p:spPr bwMode="auto">
                  <a:xfrm flipH="1">
                    <a:off x="7617" y="1712"/>
                    <a:ext cx="244" cy="218"/>
                  </a:xfrm>
                  <a:custGeom>
                    <a:avLst/>
                    <a:gdLst>
                      <a:gd name="T0" fmla="*/ 0 w 488"/>
                      <a:gd name="T1" fmla="*/ 1 h 435"/>
                      <a:gd name="T2" fmla="*/ 1 w 488"/>
                      <a:gd name="T3" fmla="*/ 0 h 435"/>
                      <a:gd name="T4" fmla="*/ 1 w 488"/>
                      <a:gd name="T5" fmla="*/ 1 h 435"/>
                      <a:gd name="T6" fmla="*/ 1 w 488"/>
                      <a:gd name="T7" fmla="*/ 1 h 435"/>
                      <a:gd name="T8" fmla="*/ 1 w 488"/>
                      <a:gd name="T9" fmla="*/ 1 h 435"/>
                      <a:gd name="T10" fmla="*/ 1 w 488"/>
                      <a:gd name="T11" fmla="*/ 1 h 435"/>
                      <a:gd name="T12" fmla="*/ 1 w 488"/>
                      <a:gd name="T13" fmla="*/ 1 h 435"/>
                      <a:gd name="T14" fmla="*/ 1 w 488"/>
                      <a:gd name="T15" fmla="*/ 1 h 435"/>
                      <a:gd name="T16" fmla="*/ 1 w 488"/>
                      <a:gd name="T17" fmla="*/ 1 h 435"/>
                      <a:gd name="T18" fmla="*/ 0 w 488"/>
                      <a:gd name="T19" fmla="*/ 1 h 435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8"/>
                      <a:gd name="T31" fmla="*/ 0 h 435"/>
                      <a:gd name="T32" fmla="*/ 488 w 488"/>
                      <a:gd name="T33" fmla="*/ 435 h 435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8" h="435">
                        <a:moveTo>
                          <a:pt x="0" y="240"/>
                        </a:moveTo>
                        <a:lnTo>
                          <a:pt x="143" y="0"/>
                        </a:lnTo>
                        <a:lnTo>
                          <a:pt x="435" y="195"/>
                        </a:lnTo>
                        <a:lnTo>
                          <a:pt x="488" y="330"/>
                        </a:lnTo>
                        <a:lnTo>
                          <a:pt x="480" y="360"/>
                        </a:lnTo>
                        <a:lnTo>
                          <a:pt x="435" y="390"/>
                        </a:lnTo>
                        <a:lnTo>
                          <a:pt x="375" y="435"/>
                        </a:lnTo>
                        <a:lnTo>
                          <a:pt x="300" y="435"/>
                        </a:lnTo>
                        <a:lnTo>
                          <a:pt x="300" y="413"/>
                        </a:lnTo>
                        <a:lnTo>
                          <a:pt x="0" y="24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6" name="Freeform 282"/>
                  <p:cNvSpPr>
                    <a:spLocks/>
                  </p:cNvSpPr>
                  <p:nvPr/>
                </p:nvSpPr>
                <p:spPr bwMode="auto">
                  <a:xfrm flipH="1">
                    <a:off x="7683" y="1795"/>
                    <a:ext cx="138" cy="101"/>
                  </a:xfrm>
                  <a:custGeom>
                    <a:avLst/>
                    <a:gdLst>
                      <a:gd name="T0" fmla="*/ 1 w 275"/>
                      <a:gd name="T1" fmla="*/ 1 h 201"/>
                      <a:gd name="T2" fmla="*/ 1 w 275"/>
                      <a:gd name="T3" fmla="*/ 1 h 201"/>
                      <a:gd name="T4" fmla="*/ 1 w 275"/>
                      <a:gd name="T5" fmla="*/ 1 h 201"/>
                      <a:gd name="T6" fmla="*/ 1 w 275"/>
                      <a:gd name="T7" fmla="*/ 1 h 201"/>
                      <a:gd name="T8" fmla="*/ 1 w 275"/>
                      <a:gd name="T9" fmla="*/ 1 h 201"/>
                      <a:gd name="T10" fmla="*/ 1 w 275"/>
                      <a:gd name="T11" fmla="*/ 1 h 201"/>
                      <a:gd name="T12" fmla="*/ 1 w 275"/>
                      <a:gd name="T13" fmla="*/ 1 h 201"/>
                      <a:gd name="T14" fmla="*/ 1 w 275"/>
                      <a:gd name="T15" fmla="*/ 1 h 201"/>
                      <a:gd name="T16" fmla="*/ 1 w 275"/>
                      <a:gd name="T17" fmla="*/ 1 h 201"/>
                      <a:gd name="T18" fmla="*/ 1 w 275"/>
                      <a:gd name="T19" fmla="*/ 1 h 201"/>
                      <a:gd name="T20" fmla="*/ 1 w 275"/>
                      <a:gd name="T21" fmla="*/ 1 h 201"/>
                      <a:gd name="T22" fmla="*/ 1 w 275"/>
                      <a:gd name="T23" fmla="*/ 1 h 201"/>
                      <a:gd name="T24" fmla="*/ 1 w 275"/>
                      <a:gd name="T25" fmla="*/ 1 h 201"/>
                      <a:gd name="T26" fmla="*/ 1 w 275"/>
                      <a:gd name="T27" fmla="*/ 1 h 201"/>
                      <a:gd name="T28" fmla="*/ 1 w 275"/>
                      <a:gd name="T29" fmla="*/ 1 h 201"/>
                      <a:gd name="T30" fmla="*/ 1 w 275"/>
                      <a:gd name="T31" fmla="*/ 1 h 201"/>
                      <a:gd name="T32" fmla="*/ 1 w 275"/>
                      <a:gd name="T33" fmla="*/ 1 h 201"/>
                      <a:gd name="T34" fmla="*/ 1 w 275"/>
                      <a:gd name="T35" fmla="*/ 1 h 201"/>
                      <a:gd name="T36" fmla="*/ 1 w 275"/>
                      <a:gd name="T37" fmla="*/ 1 h 201"/>
                      <a:gd name="T38" fmla="*/ 1 w 275"/>
                      <a:gd name="T39" fmla="*/ 1 h 201"/>
                      <a:gd name="T40" fmla="*/ 1 w 275"/>
                      <a:gd name="T41" fmla="*/ 1 h 201"/>
                      <a:gd name="T42" fmla="*/ 1 w 275"/>
                      <a:gd name="T43" fmla="*/ 1 h 201"/>
                      <a:gd name="T44" fmla="*/ 1 w 275"/>
                      <a:gd name="T45" fmla="*/ 1 h 201"/>
                      <a:gd name="T46" fmla="*/ 1 w 275"/>
                      <a:gd name="T47" fmla="*/ 1 h 201"/>
                      <a:gd name="T48" fmla="*/ 1 w 275"/>
                      <a:gd name="T49" fmla="*/ 1 h 201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5"/>
                      <a:gd name="T76" fmla="*/ 0 h 201"/>
                      <a:gd name="T77" fmla="*/ 275 w 275"/>
                      <a:gd name="T78" fmla="*/ 201 h 201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5" h="201">
                        <a:moveTo>
                          <a:pt x="39" y="18"/>
                        </a:moveTo>
                        <a:cubicBezTo>
                          <a:pt x="56" y="21"/>
                          <a:pt x="106" y="0"/>
                          <a:pt x="122" y="7"/>
                        </a:cubicBezTo>
                        <a:cubicBezTo>
                          <a:pt x="179" y="30"/>
                          <a:pt x="78" y="56"/>
                          <a:pt x="144" y="41"/>
                        </a:cubicBezTo>
                        <a:cubicBezTo>
                          <a:pt x="151" y="36"/>
                          <a:pt x="158" y="22"/>
                          <a:pt x="166" y="26"/>
                        </a:cubicBezTo>
                        <a:cubicBezTo>
                          <a:pt x="182" y="35"/>
                          <a:pt x="186" y="56"/>
                          <a:pt x="196" y="71"/>
                        </a:cubicBezTo>
                        <a:cubicBezTo>
                          <a:pt x="202" y="80"/>
                          <a:pt x="257" y="36"/>
                          <a:pt x="264" y="44"/>
                        </a:cubicBezTo>
                        <a:cubicBezTo>
                          <a:pt x="275" y="58"/>
                          <a:pt x="249" y="138"/>
                          <a:pt x="249" y="138"/>
                        </a:cubicBezTo>
                        <a:cubicBezTo>
                          <a:pt x="246" y="156"/>
                          <a:pt x="255" y="179"/>
                          <a:pt x="241" y="191"/>
                        </a:cubicBezTo>
                        <a:cubicBezTo>
                          <a:pt x="229" y="201"/>
                          <a:pt x="209" y="191"/>
                          <a:pt x="196" y="183"/>
                        </a:cubicBezTo>
                        <a:cubicBezTo>
                          <a:pt x="189" y="179"/>
                          <a:pt x="194" y="167"/>
                          <a:pt x="189" y="161"/>
                        </a:cubicBezTo>
                        <a:cubicBezTo>
                          <a:pt x="175" y="143"/>
                          <a:pt x="149" y="142"/>
                          <a:pt x="129" y="138"/>
                        </a:cubicBezTo>
                        <a:cubicBezTo>
                          <a:pt x="139" y="133"/>
                          <a:pt x="186" y="78"/>
                          <a:pt x="189" y="67"/>
                        </a:cubicBezTo>
                        <a:cubicBezTo>
                          <a:pt x="191" y="58"/>
                          <a:pt x="141" y="116"/>
                          <a:pt x="136" y="108"/>
                        </a:cubicBezTo>
                        <a:cubicBezTo>
                          <a:pt x="128" y="95"/>
                          <a:pt x="152" y="37"/>
                          <a:pt x="152" y="37"/>
                        </a:cubicBezTo>
                        <a:cubicBezTo>
                          <a:pt x="150" y="37"/>
                          <a:pt x="38" y="93"/>
                          <a:pt x="24" y="71"/>
                        </a:cubicBezTo>
                        <a:cubicBezTo>
                          <a:pt x="0" y="35"/>
                          <a:pt x="39" y="31"/>
                          <a:pt x="54" y="26"/>
                        </a:cubicBezTo>
                        <a:cubicBezTo>
                          <a:pt x="122" y="42"/>
                          <a:pt x="53" y="18"/>
                          <a:pt x="99" y="56"/>
                        </a:cubicBezTo>
                        <a:cubicBezTo>
                          <a:pt x="119" y="72"/>
                          <a:pt x="174" y="75"/>
                          <a:pt x="196" y="78"/>
                        </a:cubicBezTo>
                        <a:cubicBezTo>
                          <a:pt x="199" y="98"/>
                          <a:pt x="200" y="118"/>
                          <a:pt x="204" y="138"/>
                        </a:cubicBezTo>
                        <a:cubicBezTo>
                          <a:pt x="205" y="146"/>
                          <a:pt x="214" y="154"/>
                          <a:pt x="211" y="161"/>
                        </a:cubicBezTo>
                        <a:cubicBezTo>
                          <a:pt x="208" y="169"/>
                          <a:pt x="196" y="171"/>
                          <a:pt x="189" y="176"/>
                        </a:cubicBezTo>
                        <a:cubicBezTo>
                          <a:pt x="181" y="171"/>
                          <a:pt x="172" y="168"/>
                          <a:pt x="166" y="161"/>
                        </a:cubicBezTo>
                        <a:cubicBezTo>
                          <a:pt x="157" y="149"/>
                          <a:pt x="163" y="123"/>
                          <a:pt x="144" y="116"/>
                        </a:cubicBezTo>
                        <a:cubicBezTo>
                          <a:pt x="115" y="106"/>
                          <a:pt x="84" y="106"/>
                          <a:pt x="54" y="101"/>
                        </a:cubicBezTo>
                        <a:cubicBezTo>
                          <a:pt x="31" y="55"/>
                          <a:pt x="39" y="82"/>
                          <a:pt x="39" y="18"/>
                        </a:cubicBez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7" name="Freeform 283"/>
                  <p:cNvSpPr>
                    <a:spLocks/>
                  </p:cNvSpPr>
                  <p:nvPr/>
                </p:nvSpPr>
                <p:spPr bwMode="auto">
                  <a:xfrm flipH="1">
                    <a:off x="7636" y="1574"/>
                    <a:ext cx="758" cy="502"/>
                  </a:xfrm>
                  <a:custGeom>
                    <a:avLst/>
                    <a:gdLst>
                      <a:gd name="T0" fmla="*/ 1 w 1515"/>
                      <a:gd name="T1" fmla="*/ 0 h 1005"/>
                      <a:gd name="T2" fmla="*/ 1 w 1515"/>
                      <a:gd name="T3" fmla="*/ 0 h 1005"/>
                      <a:gd name="T4" fmla="*/ 1 w 1515"/>
                      <a:gd name="T5" fmla="*/ 0 h 1005"/>
                      <a:gd name="T6" fmla="*/ 1 w 1515"/>
                      <a:gd name="T7" fmla="*/ 0 h 1005"/>
                      <a:gd name="T8" fmla="*/ 1 w 1515"/>
                      <a:gd name="T9" fmla="*/ 0 h 1005"/>
                      <a:gd name="T10" fmla="*/ 1 w 1515"/>
                      <a:gd name="T11" fmla="*/ 0 h 1005"/>
                      <a:gd name="T12" fmla="*/ 1 w 1515"/>
                      <a:gd name="T13" fmla="*/ 0 h 1005"/>
                      <a:gd name="T14" fmla="*/ 1 w 1515"/>
                      <a:gd name="T15" fmla="*/ 0 h 1005"/>
                      <a:gd name="T16" fmla="*/ 1 w 1515"/>
                      <a:gd name="T17" fmla="*/ 0 h 1005"/>
                      <a:gd name="T18" fmla="*/ 1 w 1515"/>
                      <a:gd name="T19" fmla="*/ 0 h 1005"/>
                      <a:gd name="T20" fmla="*/ 1 w 1515"/>
                      <a:gd name="T21" fmla="*/ 0 h 1005"/>
                      <a:gd name="T22" fmla="*/ 1 w 1515"/>
                      <a:gd name="T23" fmla="*/ 0 h 1005"/>
                      <a:gd name="T24" fmla="*/ 1 w 1515"/>
                      <a:gd name="T25" fmla="*/ 0 h 1005"/>
                      <a:gd name="T26" fmla="*/ 1 w 1515"/>
                      <a:gd name="T27" fmla="*/ 0 h 1005"/>
                      <a:gd name="T28" fmla="*/ 1 w 1515"/>
                      <a:gd name="T29" fmla="*/ 0 h 1005"/>
                      <a:gd name="T30" fmla="*/ 1 w 1515"/>
                      <a:gd name="T31" fmla="*/ 0 h 1005"/>
                      <a:gd name="T32" fmla="*/ 1 w 1515"/>
                      <a:gd name="T33" fmla="*/ 0 h 1005"/>
                      <a:gd name="T34" fmla="*/ 1 w 1515"/>
                      <a:gd name="T35" fmla="*/ 0 h 1005"/>
                      <a:gd name="T36" fmla="*/ 1 w 1515"/>
                      <a:gd name="T37" fmla="*/ 0 h 1005"/>
                      <a:gd name="T38" fmla="*/ 1 w 1515"/>
                      <a:gd name="T39" fmla="*/ 0 h 1005"/>
                      <a:gd name="T40" fmla="*/ 1 w 1515"/>
                      <a:gd name="T41" fmla="*/ 0 h 1005"/>
                      <a:gd name="T42" fmla="*/ 1 w 1515"/>
                      <a:gd name="T43" fmla="*/ 0 h 1005"/>
                      <a:gd name="T44" fmla="*/ 1 w 1515"/>
                      <a:gd name="T45" fmla="*/ 0 h 1005"/>
                      <a:gd name="T46" fmla="*/ 1 w 1515"/>
                      <a:gd name="T47" fmla="*/ 0 h 1005"/>
                      <a:gd name="T48" fmla="*/ 1 w 1515"/>
                      <a:gd name="T49" fmla="*/ 0 h 1005"/>
                      <a:gd name="T50" fmla="*/ 1 w 1515"/>
                      <a:gd name="T51" fmla="*/ 0 h 1005"/>
                      <a:gd name="T52" fmla="*/ 1 w 1515"/>
                      <a:gd name="T53" fmla="*/ 0 h 1005"/>
                      <a:gd name="T54" fmla="*/ 0 w 1515"/>
                      <a:gd name="T55" fmla="*/ 0 h 1005"/>
                      <a:gd name="T56" fmla="*/ 1 w 1515"/>
                      <a:gd name="T57" fmla="*/ 0 h 1005"/>
                      <a:gd name="T58" fmla="*/ 1 w 1515"/>
                      <a:gd name="T59" fmla="*/ 0 h 1005"/>
                      <a:gd name="T60" fmla="*/ 1 w 1515"/>
                      <a:gd name="T61" fmla="*/ 0 h 1005"/>
                      <a:gd name="T62" fmla="*/ 1 w 1515"/>
                      <a:gd name="T63" fmla="*/ 0 h 1005"/>
                      <a:gd name="T64" fmla="*/ 1 w 1515"/>
                      <a:gd name="T65" fmla="*/ 0 h 1005"/>
                      <a:gd name="T66" fmla="*/ 1 w 1515"/>
                      <a:gd name="T67" fmla="*/ 0 h 1005"/>
                      <a:gd name="T68" fmla="*/ 1 w 1515"/>
                      <a:gd name="T69" fmla="*/ 0 h 1005"/>
                      <a:gd name="T70" fmla="*/ 1 w 1515"/>
                      <a:gd name="T71" fmla="*/ 0 h 1005"/>
                      <a:gd name="T72" fmla="*/ 1 w 1515"/>
                      <a:gd name="T73" fmla="*/ 0 h 1005"/>
                      <a:gd name="T74" fmla="*/ 1 w 1515"/>
                      <a:gd name="T75" fmla="*/ 0 h 1005"/>
                      <a:gd name="T76" fmla="*/ 1 w 1515"/>
                      <a:gd name="T77" fmla="*/ 0 h 1005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1515"/>
                      <a:gd name="T118" fmla="*/ 0 h 1005"/>
                      <a:gd name="T119" fmla="*/ 1515 w 1515"/>
                      <a:gd name="T120" fmla="*/ 1005 h 1005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1515" h="1005">
                        <a:moveTo>
                          <a:pt x="840" y="915"/>
                        </a:moveTo>
                        <a:lnTo>
                          <a:pt x="1275" y="172"/>
                        </a:lnTo>
                        <a:lnTo>
                          <a:pt x="1335" y="127"/>
                        </a:lnTo>
                        <a:lnTo>
                          <a:pt x="1388" y="112"/>
                        </a:lnTo>
                        <a:lnTo>
                          <a:pt x="1463" y="120"/>
                        </a:lnTo>
                        <a:lnTo>
                          <a:pt x="1508" y="105"/>
                        </a:lnTo>
                        <a:lnTo>
                          <a:pt x="1515" y="105"/>
                        </a:lnTo>
                        <a:lnTo>
                          <a:pt x="1493" y="52"/>
                        </a:lnTo>
                        <a:lnTo>
                          <a:pt x="1478" y="0"/>
                        </a:lnTo>
                        <a:lnTo>
                          <a:pt x="1433" y="0"/>
                        </a:lnTo>
                        <a:lnTo>
                          <a:pt x="1365" y="15"/>
                        </a:lnTo>
                        <a:lnTo>
                          <a:pt x="1283" y="60"/>
                        </a:lnTo>
                        <a:lnTo>
                          <a:pt x="1208" y="150"/>
                        </a:lnTo>
                        <a:lnTo>
                          <a:pt x="803" y="855"/>
                        </a:lnTo>
                        <a:lnTo>
                          <a:pt x="750" y="855"/>
                        </a:lnTo>
                        <a:lnTo>
                          <a:pt x="578" y="727"/>
                        </a:lnTo>
                        <a:lnTo>
                          <a:pt x="458" y="735"/>
                        </a:lnTo>
                        <a:lnTo>
                          <a:pt x="323" y="742"/>
                        </a:lnTo>
                        <a:lnTo>
                          <a:pt x="225" y="667"/>
                        </a:lnTo>
                        <a:lnTo>
                          <a:pt x="135" y="592"/>
                        </a:lnTo>
                        <a:lnTo>
                          <a:pt x="98" y="517"/>
                        </a:lnTo>
                        <a:lnTo>
                          <a:pt x="60" y="420"/>
                        </a:lnTo>
                        <a:lnTo>
                          <a:pt x="83" y="322"/>
                        </a:lnTo>
                        <a:lnTo>
                          <a:pt x="195" y="247"/>
                        </a:lnTo>
                        <a:lnTo>
                          <a:pt x="323" y="142"/>
                        </a:lnTo>
                        <a:lnTo>
                          <a:pt x="246" y="101"/>
                        </a:lnTo>
                        <a:lnTo>
                          <a:pt x="45" y="277"/>
                        </a:lnTo>
                        <a:lnTo>
                          <a:pt x="0" y="390"/>
                        </a:lnTo>
                        <a:lnTo>
                          <a:pt x="38" y="532"/>
                        </a:lnTo>
                        <a:lnTo>
                          <a:pt x="83" y="637"/>
                        </a:lnTo>
                        <a:lnTo>
                          <a:pt x="158" y="712"/>
                        </a:lnTo>
                        <a:lnTo>
                          <a:pt x="330" y="810"/>
                        </a:lnTo>
                        <a:lnTo>
                          <a:pt x="533" y="787"/>
                        </a:lnTo>
                        <a:lnTo>
                          <a:pt x="563" y="802"/>
                        </a:lnTo>
                        <a:lnTo>
                          <a:pt x="713" y="900"/>
                        </a:lnTo>
                        <a:lnTo>
                          <a:pt x="743" y="960"/>
                        </a:lnTo>
                        <a:lnTo>
                          <a:pt x="795" y="1005"/>
                        </a:lnTo>
                        <a:lnTo>
                          <a:pt x="855" y="990"/>
                        </a:lnTo>
                        <a:lnTo>
                          <a:pt x="840" y="915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8" name="Freeform 284"/>
                  <p:cNvSpPr>
                    <a:spLocks/>
                  </p:cNvSpPr>
                  <p:nvPr/>
                </p:nvSpPr>
                <p:spPr bwMode="auto">
                  <a:xfrm flipH="1">
                    <a:off x="8058" y="1469"/>
                    <a:ext cx="240" cy="201"/>
                  </a:xfrm>
                  <a:custGeom>
                    <a:avLst/>
                    <a:gdLst>
                      <a:gd name="T0" fmla="*/ 0 w 481"/>
                      <a:gd name="T1" fmla="*/ 1 h 401"/>
                      <a:gd name="T2" fmla="*/ 0 w 481"/>
                      <a:gd name="T3" fmla="*/ 1 h 401"/>
                      <a:gd name="T4" fmla="*/ 0 w 481"/>
                      <a:gd name="T5" fmla="*/ 0 h 401"/>
                      <a:gd name="T6" fmla="*/ 0 w 481"/>
                      <a:gd name="T7" fmla="*/ 1 h 401"/>
                      <a:gd name="T8" fmla="*/ 0 w 481"/>
                      <a:gd name="T9" fmla="*/ 1 h 401"/>
                      <a:gd name="T10" fmla="*/ 0 w 481"/>
                      <a:gd name="T11" fmla="*/ 1 h 401"/>
                      <a:gd name="T12" fmla="*/ 0 w 481"/>
                      <a:gd name="T13" fmla="*/ 1 h 401"/>
                      <a:gd name="T14" fmla="*/ 0 w 481"/>
                      <a:gd name="T15" fmla="*/ 1 h 401"/>
                      <a:gd name="T16" fmla="*/ 0 w 481"/>
                      <a:gd name="T17" fmla="*/ 1 h 401"/>
                      <a:gd name="T18" fmla="*/ 0 w 481"/>
                      <a:gd name="T19" fmla="*/ 1 h 401"/>
                      <a:gd name="T20" fmla="*/ 0 w 481"/>
                      <a:gd name="T21" fmla="*/ 1 h 401"/>
                      <a:gd name="T22" fmla="*/ 0 w 481"/>
                      <a:gd name="T23" fmla="*/ 1 h 401"/>
                      <a:gd name="T24" fmla="*/ 0 w 481"/>
                      <a:gd name="T25" fmla="*/ 1 h 401"/>
                      <a:gd name="T26" fmla="*/ 0 w 481"/>
                      <a:gd name="T27" fmla="*/ 1 h 401"/>
                      <a:gd name="T28" fmla="*/ 0 w 481"/>
                      <a:gd name="T29" fmla="*/ 1 h 401"/>
                      <a:gd name="T30" fmla="*/ 0 w 481"/>
                      <a:gd name="T31" fmla="*/ 1 h 401"/>
                      <a:gd name="T32" fmla="*/ 0 w 481"/>
                      <a:gd name="T33" fmla="*/ 1 h 401"/>
                      <a:gd name="T34" fmla="*/ 0 w 481"/>
                      <a:gd name="T35" fmla="*/ 1 h 401"/>
                      <a:gd name="T36" fmla="*/ 0 w 481"/>
                      <a:gd name="T37" fmla="*/ 1 h 401"/>
                      <a:gd name="T38" fmla="*/ 0 w 481"/>
                      <a:gd name="T39" fmla="*/ 1 h 401"/>
                      <a:gd name="T40" fmla="*/ 0 w 481"/>
                      <a:gd name="T41" fmla="*/ 1 h 401"/>
                      <a:gd name="T42" fmla="*/ 0 w 481"/>
                      <a:gd name="T43" fmla="*/ 1 h 401"/>
                      <a:gd name="T44" fmla="*/ 0 w 481"/>
                      <a:gd name="T45" fmla="*/ 1 h 401"/>
                      <a:gd name="T46" fmla="*/ 0 w 481"/>
                      <a:gd name="T47" fmla="*/ 1 h 401"/>
                      <a:gd name="T48" fmla="*/ 0 w 481"/>
                      <a:gd name="T49" fmla="*/ 1 h 401"/>
                      <a:gd name="T50" fmla="*/ 0 w 481"/>
                      <a:gd name="T51" fmla="*/ 1 h 401"/>
                      <a:gd name="T52" fmla="*/ 0 w 481"/>
                      <a:gd name="T53" fmla="*/ 1 h 401"/>
                      <a:gd name="T54" fmla="*/ 0 w 481"/>
                      <a:gd name="T55" fmla="*/ 1 h 401"/>
                      <a:gd name="T56" fmla="*/ 0 w 481"/>
                      <a:gd name="T57" fmla="*/ 1 h 401"/>
                      <a:gd name="T58" fmla="*/ 0 w 481"/>
                      <a:gd name="T59" fmla="*/ 1 h 401"/>
                      <a:gd name="T60" fmla="*/ 0 w 481"/>
                      <a:gd name="T61" fmla="*/ 1 h 401"/>
                      <a:gd name="T62" fmla="*/ 0 w 481"/>
                      <a:gd name="T63" fmla="*/ 1 h 401"/>
                      <a:gd name="T64" fmla="*/ 0 w 481"/>
                      <a:gd name="T65" fmla="*/ 1 h 401"/>
                      <a:gd name="T66" fmla="*/ 0 w 481"/>
                      <a:gd name="T67" fmla="*/ 1 h 401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481"/>
                      <a:gd name="T103" fmla="*/ 0 h 401"/>
                      <a:gd name="T104" fmla="*/ 481 w 481"/>
                      <a:gd name="T105" fmla="*/ 401 h 401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481" h="401">
                        <a:moveTo>
                          <a:pt x="61" y="171"/>
                        </a:moveTo>
                        <a:cubicBezTo>
                          <a:pt x="62" y="154"/>
                          <a:pt x="59" y="135"/>
                          <a:pt x="67" y="120"/>
                        </a:cubicBezTo>
                        <a:cubicBezTo>
                          <a:pt x="71" y="114"/>
                          <a:pt x="79" y="102"/>
                          <a:pt x="79" y="102"/>
                        </a:cubicBezTo>
                        <a:cubicBezTo>
                          <a:pt x="86" y="69"/>
                          <a:pt x="87" y="64"/>
                          <a:pt x="121" y="60"/>
                        </a:cubicBezTo>
                        <a:cubicBezTo>
                          <a:pt x="148" y="42"/>
                          <a:pt x="148" y="32"/>
                          <a:pt x="184" y="27"/>
                        </a:cubicBezTo>
                        <a:cubicBezTo>
                          <a:pt x="203" y="21"/>
                          <a:pt x="215" y="7"/>
                          <a:pt x="235" y="0"/>
                        </a:cubicBezTo>
                        <a:cubicBezTo>
                          <a:pt x="236" y="2"/>
                          <a:pt x="244" y="21"/>
                          <a:pt x="244" y="21"/>
                        </a:cubicBezTo>
                        <a:cubicBezTo>
                          <a:pt x="250" y="30"/>
                          <a:pt x="274" y="36"/>
                          <a:pt x="283" y="39"/>
                        </a:cubicBezTo>
                        <a:cubicBezTo>
                          <a:pt x="289" y="41"/>
                          <a:pt x="296" y="41"/>
                          <a:pt x="301" y="45"/>
                        </a:cubicBezTo>
                        <a:cubicBezTo>
                          <a:pt x="307" y="49"/>
                          <a:pt x="319" y="57"/>
                          <a:pt x="319" y="57"/>
                        </a:cubicBezTo>
                        <a:cubicBezTo>
                          <a:pt x="311" y="80"/>
                          <a:pt x="280" y="68"/>
                          <a:pt x="259" y="72"/>
                        </a:cubicBezTo>
                        <a:cubicBezTo>
                          <a:pt x="256" y="74"/>
                          <a:pt x="243" y="81"/>
                          <a:pt x="244" y="87"/>
                        </a:cubicBezTo>
                        <a:cubicBezTo>
                          <a:pt x="245" y="90"/>
                          <a:pt x="250" y="90"/>
                          <a:pt x="253" y="90"/>
                        </a:cubicBezTo>
                        <a:cubicBezTo>
                          <a:pt x="281" y="92"/>
                          <a:pt x="309" y="92"/>
                          <a:pt x="337" y="93"/>
                        </a:cubicBezTo>
                        <a:cubicBezTo>
                          <a:pt x="313" y="99"/>
                          <a:pt x="289" y="102"/>
                          <a:pt x="265" y="108"/>
                        </a:cubicBezTo>
                        <a:cubicBezTo>
                          <a:pt x="250" y="118"/>
                          <a:pt x="239" y="121"/>
                          <a:pt x="220" y="126"/>
                        </a:cubicBezTo>
                        <a:cubicBezTo>
                          <a:pt x="199" y="157"/>
                          <a:pt x="247" y="143"/>
                          <a:pt x="262" y="141"/>
                        </a:cubicBezTo>
                        <a:cubicBezTo>
                          <a:pt x="270" y="140"/>
                          <a:pt x="278" y="139"/>
                          <a:pt x="286" y="138"/>
                        </a:cubicBezTo>
                        <a:cubicBezTo>
                          <a:pt x="290" y="137"/>
                          <a:pt x="302" y="135"/>
                          <a:pt x="298" y="135"/>
                        </a:cubicBezTo>
                        <a:cubicBezTo>
                          <a:pt x="284" y="135"/>
                          <a:pt x="270" y="139"/>
                          <a:pt x="256" y="141"/>
                        </a:cubicBezTo>
                        <a:cubicBezTo>
                          <a:pt x="244" y="143"/>
                          <a:pt x="220" y="147"/>
                          <a:pt x="220" y="147"/>
                        </a:cubicBezTo>
                        <a:cubicBezTo>
                          <a:pt x="206" y="168"/>
                          <a:pt x="210" y="158"/>
                          <a:pt x="205" y="174"/>
                        </a:cubicBezTo>
                        <a:cubicBezTo>
                          <a:pt x="206" y="183"/>
                          <a:pt x="199" y="200"/>
                          <a:pt x="208" y="201"/>
                        </a:cubicBezTo>
                        <a:cubicBezTo>
                          <a:pt x="217" y="203"/>
                          <a:pt x="217" y="184"/>
                          <a:pt x="223" y="177"/>
                        </a:cubicBezTo>
                        <a:cubicBezTo>
                          <a:pt x="243" y="156"/>
                          <a:pt x="250" y="161"/>
                          <a:pt x="274" y="153"/>
                        </a:cubicBezTo>
                        <a:cubicBezTo>
                          <a:pt x="271" y="162"/>
                          <a:pt x="272" y="173"/>
                          <a:pt x="265" y="180"/>
                        </a:cubicBezTo>
                        <a:cubicBezTo>
                          <a:pt x="257" y="188"/>
                          <a:pt x="246" y="196"/>
                          <a:pt x="241" y="207"/>
                        </a:cubicBezTo>
                        <a:cubicBezTo>
                          <a:pt x="237" y="215"/>
                          <a:pt x="239" y="219"/>
                          <a:pt x="232" y="225"/>
                        </a:cubicBezTo>
                        <a:cubicBezTo>
                          <a:pt x="225" y="231"/>
                          <a:pt x="211" y="237"/>
                          <a:pt x="202" y="240"/>
                        </a:cubicBezTo>
                        <a:cubicBezTo>
                          <a:pt x="187" y="222"/>
                          <a:pt x="186" y="214"/>
                          <a:pt x="181" y="192"/>
                        </a:cubicBezTo>
                        <a:cubicBezTo>
                          <a:pt x="182" y="177"/>
                          <a:pt x="182" y="162"/>
                          <a:pt x="184" y="147"/>
                        </a:cubicBezTo>
                        <a:cubicBezTo>
                          <a:pt x="185" y="141"/>
                          <a:pt x="187" y="135"/>
                          <a:pt x="190" y="129"/>
                        </a:cubicBezTo>
                        <a:cubicBezTo>
                          <a:pt x="191" y="126"/>
                          <a:pt x="200" y="120"/>
                          <a:pt x="196" y="120"/>
                        </a:cubicBezTo>
                        <a:cubicBezTo>
                          <a:pt x="178" y="118"/>
                          <a:pt x="148" y="129"/>
                          <a:pt x="130" y="135"/>
                        </a:cubicBezTo>
                        <a:cubicBezTo>
                          <a:pt x="131" y="144"/>
                          <a:pt x="129" y="154"/>
                          <a:pt x="133" y="162"/>
                        </a:cubicBezTo>
                        <a:cubicBezTo>
                          <a:pt x="134" y="165"/>
                          <a:pt x="139" y="160"/>
                          <a:pt x="142" y="159"/>
                        </a:cubicBezTo>
                        <a:cubicBezTo>
                          <a:pt x="150" y="156"/>
                          <a:pt x="158" y="152"/>
                          <a:pt x="166" y="150"/>
                        </a:cubicBezTo>
                        <a:cubicBezTo>
                          <a:pt x="174" y="148"/>
                          <a:pt x="182" y="148"/>
                          <a:pt x="190" y="147"/>
                        </a:cubicBezTo>
                        <a:cubicBezTo>
                          <a:pt x="174" y="212"/>
                          <a:pt x="146" y="218"/>
                          <a:pt x="94" y="225"/>
                        </a:cubicBezTo>
                        <a:cubicBezTo>
                          <a:pt x="49" y="210"/>
                          <a:pt x="115" y="79"/>
                          <a:pt x="73" y="141"/>
                        </a:cubicBezTo>
                        <a:cubicBezTo>
                          <a:pt x="85" y="91"/>
                          <a:pt x="158" y="88"/>
                          <a:pt x="199" y="78"/>
                        </a:cubicBezTo>
                        <a:cubicBezTo>
                          <a:pt x="217" y="74"/>
                          <a:pt x="253" y="66"/>
                          <a:pt x="253" y="66"/>
                        </a:cubicBezTo>
                        <a:cubicBezTo>
                          <a:pt x="267" y="59"/>
                          <a:pt x="271" y="49"/>
                          <a:pt x="280" y="63"/>
                        </a:cubicBezTo>
                        <a:cubicBezTo>
                          <a:pt x="278" y="70"/>
                          <a:pt x="268" y="79"/>
                          <a:pt x="274" y="84"/>
                        </a:cubicBezTo>
                        <a:cubicBezTo>
                          <a:pt x="283" y="91"/>
                          <a:pt x="327" y="93"/>
                          <a:pt x="331" y="93"/>
                        </a:cubicBezTo>
                        <a:cubicBezTo>
                          <a:pt x="354" y="101"/>
                          <a:pt x="376" y="107"/>
                          <a:pt x="400" y="111"/>
                        </a:cubicBezTo>
                        <a:cubicBezTo>
                          <a:pt x="415" y="134"/>
                          <a:pt x="407" y="124"/>
                          <a:pt x="424" y="141"/>
                        </a:cubicBezTo>
                        <a:cubicBezTo>
                          <a:pt x="362" y="156"/>
                          <a:pt x="481" y="128"/>
                          <a:pt x="277" y="147"/>
                        </a:cubicBezTo>
                        <a:cubicBezTo>
                          <a:pt x="268" y="148"/>
                          <a:pt x="261" y="155"/>
                          <a:pt x="253" y="159"/>
                        </a:cubicBezTo>
                        <a:cubicBezTo>
                          <a:pt x="227" y="172"/>
                          <a:pt x="188" y="168"/>
                          <a:pt x="160" y="171"/>
                        </a:cubicBezTo>
                        <a:cubicBezTo>
                          <a:pt x="135" y="179"/>
                          <a:pt x="148" y="216"/>
                          <a:pt x="136" y="228"/>
                        </a:cubicBezTo>
                        <a:cubicBezTo>
                          <a:pt x="132" y="232"/>
                          <a:pt x="126" y="230"/>
                          <a:pt x="121" y="231"/>
                        </a:cubicBezTo>
                        <a:cubicBezTo>
                          <a:pt x="119" y="232"/>
                          <a:pt x="102" y="240"/>
                          <a:pt x="100" y="243"/>
                        </a:cubicBezTo>
                        <a:cubicBezTo>
                          <a:pt x="85" y="266"/>
                          <a:pt x="111" y="246"/>
                          <a:pt x="88" y="261"/>
                        </a:cubicBezTo>
                        <a:cubicBezTo>
                          <a:pt x="85" y="271"/>
                          <a:pt x="70" y="300"/>
                          <a:pt x="82" y="258"/>
                        </a:cubicBezTo>
                        <a:cubicBezTo>
                          <a:pt x="84" y="252"/>
                          <a:pt x="90" y="243"/>
                          <a:pt x="94" y="237"/>
                        </a:cubicBezTo>
                        <a:cubicBezTo>
                          <a:pt x="108" y="242"/>
                          <a:pt x="107" y="248"/>
                          <a:pt x="103" y="261"/>
                        </a:cubicBezTo>
                        <a:cubicBezTo>
                          <a:pt x="71" y="255"/>
                          <a:pt x="101" y="268"/>
                          <a:pt x="94" y="246"/>
                        </a:cubicBezTo>
                        <a:cubicBezTo>
                          <a:pt x="119" y="229"/>
                          <a:pt x="102" y="274"/>
                          <a:pt x="94" y="282"/>
                        </a:cubicBezTo>
                        <a:cubicBezTo>
                          <a:pt x="82" y="294"/>
                          <a:pt x="70" y="296"/>
                          <a:pt x="55" y="300"/>
                        </a:cubicBezTo>
                        <a:cubicBezTo>
                          <a:pt x="49" y="304"/>
                          <a:pt x="43" y="308"/>
                          <a:pt x="37" y="312"/>
                        </a:cubicBezTo>
                        <a:cubicBezTo>
                          <a:pt x="34" y="314"/>
                          <a:pt x="28" y="318"/>
                          <a:pt x="28" y="318"/>
                        </a:cubicBezTo>
                        <a:cubicBezTo>
                          <a:pt x="18" y="347"/>
                          <a:pt x="0" y="294"/>
                          <a:pt x="28" y="303"/>
                        </a:cubicBezTo>
                        <a:cubicBezTo>
                          <a:pt x="55" y="299"/>
                          <a:pt x="57" y="287"/>
                          <a:pt x="82" y="279"/>
                        </a:cubicBezTo>
                        <a:cubicBezTo>
                          <a:pt x="107" y="284"/>
                          <a:pt x="99" y="293"/>
                          <a:pt x="106" y="315"/>
                        </a:cubicBezTo>
                        <a:cubicBezTo>
                          <a:pt x="122" y="304"/>
                          <a:pt x="130" y="303"/>
                          <a:pt x="151" y="300"/>
                        </a:cubicBezTo>
                        <a:cubicBezTo>
                          <a:pt x="149" y="316"/>
                          <a:pt x="166" y="401"/>
                          <a:pt x="145" y="369"/>
                        </a:cubicBezTo>
                        <a:cubicBezTo>
                          <a:pt x="146" y="356"/>
                          <a:pt x="146" y="343"/>
                          <a:pt x="148" y="330"/>
                        </a:cubicBezTo>
                        <a:cubicBezTo>
                          <a:pt x="149" y="324"/>
                          <a:pt x="154" y="312"/>
                          <a:pt x="154" y="312"/>
                        </a:cubicBez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39" name="Freeform 285"/>
                  <p:cNvSpPr>
                    <a:spLocks/>
                  </p:cNvSpPr>
                  <p:nvPr/>
                </p:nvSpPr>
                <p:spPr bwMode="auto">
                  <a:xfrm flipH="1">
                    <a:off x="8082" y="1604"/>
                    <a:ext cx="51" cy="81"/>
                  </a:xfrm>
                  <a:custGeom>
                    <a:avLst/>
                    <a:gdLst>
                      <a:gd name="T0" fmla="*/ 0 w 102"/>
                      <a:gd name="T1" fmla="*/ 1 h 162"/>
                      <a:gd name="T2" fmla="*/ 1 w 102"/>
                      <a:gd name="T3" fmla="*/ 0 h 162"/>
                      <a:gd name="T4" fmla="*/ 0 60000 65536"/>
                      <a:gd name="T5" fmla="*/ 0 60000 65536"/>
                      <a:gd name="T6" fmla="*/ 0 w 102"/>
                      <a:gd name="T7" fmla="*/ 0 h 162"/>
                      <a:gd name="T8" fmla="*/ 102 w 102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62">
                        <a:moveTo>
                          <a:pt x="0" y="162"/>
                        </a:moveTo>
                        <a:lnTo>
                          <a:pt x="102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0" name="Freeform 286"/>
                  <p:cNvSpPr>
                    <a:spLocks/>
                  </p:cNvSpPr>
                  <p:nvPr/>
                </p:nvSpPr>
                <p:spPr bwMode="auto">
                  <a:xfrm flipH="1">
                    <a:off x="8044" y="1631"/>
                    <a:ext cx="57" cy="86"/>
                  </a:xfrm>
                  <a:custGeom>
                    <a:avLst/>
                    <a:gdLst>
                      <a:gd name="T0" fmla="*/ 0 w 114"/>
                      <a:gd name="T1" fmla="*/ 1 h 171"/>
                      <a:gd name="T2" fmla="*/ 1 w 114"/>
                      <a:gd name="T3" fmla="*/ 0 h 171"/>
                      <a:gd name="T4" fmla="*/ 0 60000 65536"/>
                      <a:gd name="T5" fmla="*/ 0 60000 65536"/>
                      <a:gd name="T6" fmla="*/ 0 w 114"/>
                      <a:gd name="T7" fmla="*/ 0 h 171"/>
                      <a:gd name="T8" fmla="*/ 114 w 114"/>
                      <a:gd name="T9" fmla="*/ 171 h 17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4" h="171">
                        <a:moveTo>
                          <a:pt x="0" y="171"/>
                        </a:moveTo>
                        <a:lnTo>
                          <a:pt x="114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1" name="Freeform 287"/>
                  <p:cNvSpPr>
                    <a:spLocks/>
                  </p:cNvSpPr>
                  <p:nvPr/>
                </p:nvSpPr>
                <p:spPr bwMode="auto">
                  <a:xfrm flipH="1">
                    <a:off x="7996" y="1657"/>
                    <a:ext cx="69" cy="99"/>
                  </a:xfrm>
                  <a:custGeom>
                    <a:avLst/>
                    <a:gdLst>
                      <a:gd name="T0" fmla="*/ 0 w 138"/>
                      <a:gd name="T1" fmla="*/ 1 h 198"/>
                      <a:gd name="T2" fmla="*/ 1 w 138"/>
                      <a:gd name="T3" fmla="*/ 0 h 198"/>
                      <a:gd name="T4" fmla="*/ 0 60000 65536"/>
                      <a:gd name="T5" fmla="*/ 0 60000 65536"/>
                      <a:gd name="T6" fmla="*/ 0 w 138"/>
                      <a:gd name="T7" fmla="*/ 0 h 198"/>
                      <a:gd name="T8" fmla="*/ 138 w 138"/>
                      <a:gd name="T9" fmla="*/ 198 h 19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38" h="198">
                        <a:moveTo>
                          <a:pt x="0" y="198"/>
                        </a:moveTo>
                        <a:lnTo>
                          <a:pt x="138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2" name="Freeform 288"/>
                  <p:cNvSpPr>
                    <a:spLocks/>
                  </p:cNvSpPr>
                  <p:nvPr/>
                </p:nvSpPr>
                <p:spPr bwMode="auto">
                  <a:xfrm flipH="1">
                    <a:off x="7960" y="1670"/>
                    <a:ext cx="59" cy="98"/>
                  </a:xfrm>
                  <a:custGeom>
                    <a:avLst/>
                    <a:gdLst>
                      <a:gd name="T0" fmla="*/ 0 w 117"/>
                      <a:gd name="T1" fmla="*/ 1 h 195"/>
                      <a:gd name="T2" fmla="*/ 1 w 117"/>
                      <a:gd name="T3" fmla="*/ 0 h 195"/>
                      <a:gd name="T4" fmla="*/ 0 60000 65536"/>
                      <a:gd name="T5" fmla="*/ 0 60000 65536"/>
                      <a:gd name="T6" fmla="*/ 0 w 117"/>
                      <a:gd name="T7" fmla="*/ 0 h 195"/>
                      <a:gd name="T8" fmla="*/ 117 w 117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7" h="195">
                        <a:moveTo>
                          <a:pt x="0" y="195"/>
                        </a:moveTo>
                        <a:lnTo>
                          <a:pt x="117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3" name="Freeform 289"/>
                  <p:cNvSpPr>
                    <a:spLocks/>
                  </p:cNvSpPr>
                  <p:nvPr/>
                </p:nvSpPr>
                <p:spPr bwMode="auto">
                  <a:xfrm flipH="1">
                    <a:off x="7930" y="1697"/>
                    <a:ext cx="47" cy="81"/>
                  </a:xfrm>
                  <a:custGeom>
                    <a:avLst/>
                    <a:gdLst>
                      <a:gd name="T0" fmla="*/ 0 w 93"/>
                      <a:gd name="T1" fmla="*/ 1 h 162"/>
                      <a:gd name="T2" fmla="*/ 1 w 93"/>
                      <a:gd name="T3" fmla="*/ 0 h 162"/>
                      <a:gd name="T4" fmla="*/ 0 60000 65536"/>
                      <a:gd name="T5" fmla="*/ 0 60000 65536"/>
                      <a:gd name="T6" fmla="*/ 0 w 93"/>
                      <a:gd name="T7" fmla="*/ 0 h 162"/>
                      <a:gd name="T8" fmla="*/ 93 w 93"/>
                      <a:gd name="T9" fmla="*/ 162 h 16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3" h="162">
                        <a:moveTo>
                          <a:pt x="0" y="162"/>
                        </a:moveTo>
                        <a:lnTo>
                          <a:pt x="93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4" name="Freeform 290"/>
                  <p:cNvSpPr>
                    <a:spLocks/>
                  </p:cNvSpPr>
                  <p:nvPr/>
                </p:nvSpPr>
                <p:spPr bwMode="auto">
                  <a:xfrm flipH="1">
                    <a:off x="7894" y="1717"/>
                    <a:ext cx="51" cy="87"/>
                  </a:xfrm>
                  <a:custGeom>
                    <a:avLst/>
                    <a:gdLst>
                      <a:gd name="T0" fmla="*/ 0 w 102"/>
                      <a:gd name="T1" fmla="*/ 1 h 174"/>
                      <a:gd name="T2" fmla="*/ 1 w 102"/>
                      <a:gd name="T3" fmla="*/ 0 h 174"/>
                      <a:gd name="T4" fmla="*/ 0 60000 65536"/>
                      <a:gd name="T5" fmla="*/ 0 60000 65536"/>
                      <a:gd name="T6" fmla="*/ 0 w 102"/>
                      <a:gd name="T7" fmla="*/ 0 h 174"/>
                      <a:gd name="T8" fmla="*/ 102 w 102"/>
                      <a:gd name="T9" fmla="*/ 174 h 17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74">
                        <a:moveTo>
                          <a:pt x="0" y="174"/>
                        </a:moveTo>
                        <a:lnTo>
                          <a:pt x="102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5" name="Freeform 291"/>
                  <p:cNvSpPr>
                    <a:spLocks/>
                  </p:cNvSpPr>
                  <p:nvPr/>
                </p:nvSpPr>
                <p:spPr bwMode="auto">
                  <a:xfrm flipH="1">
                    <a:off x="7860" y="1739"/>
                    <a:ext cx="64" cy="95"/>
                  </a:xfrm>
                  <a:custGeom>
                    <a:avLst/>
                    <a:gdLst>
                      <a:gd name="T0" fmla="*/ 0 w 129"/>
                      <a:gd name="T1" fmla="*/ 1 h 189"/>
                      <a:gd name="T2" fmla="*/ 0 w 129"/>
                      <a:gd name="T3" fmla="*/ 0 h 189"/>
                      <a:gd name="T4" fmla="*/ 0 60000 65536"/>
                      <a:gd name="T5" fmla="*/ 0 60000 65536"/>
                      <a:gd name="T6" fmla="*/ 0 w 129"/>
                      <a:gd name="T7" fmla="*/ 0 h 189"/>
                      <a:gd name="T8" fmla="*/ 129 w 129"/>
                      <a:gd name="T9" fmla="*/ 189 h 18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29" h="189">
                        <a:moveTo>
                          <a:pt x="0" y="189"/>
                        </a:moveTo>
                        <a:lnTo>
                          <a:pt x="129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6" name="Freeform 292"/>
                  <p:cNvSpPr>
                    <a:spLocks/>
                  </p:cNvSpPr>
                  <p:nvPr/>
                </p:nvSpPr>
                <p:spPr bwMode="auto">
                  <a:xfrm flipH="1">
                    <a:off x="8119" y="1589"/>
                    <a:ext cx="51" cy="98"/>
                  </a:xfrm>
                  <a:custGeom>
                    <a:avLst/>
                    <a:gdLst>
                      <a:gd name="T0" fmla="*/ 0 w 102"/>
                      <a:gd name="T1" fmla="*/ 1 h 195"/>
                      <a:gd name="T2" fmla="*/ 1 w 102"/>
                      <a:gd name="T3" fmla="*/ 0 h 195"/>
                      <a:gd name="T4" fmla="*/ 0 60000 65536"/>
                      <a:gd name="T5" fmla="*/ 0 60000 65536"/>
                      <a:gd name="T6" fmla="*/ 0 w 102"/>
                      <a:gd name="T7" fmla="*/ 0 h 195"/>
                      <a:gd name="T8" fmla="*/ 102 w 102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2" h="195">
                        <a:moveTo>
                          <a:pt x="0" y="195"/>
                        </a:moveTo>
                        <a:lnTo>
                          <a:pt x="102" y="0"/>
                        </a:lnTo>
                      </a:path>
                    </a:pathLst>
                  </a:custGeom>
                  <a:noFill/>
                  <a:ln w="9525">
                    <a:pattFill prst="wdUpDiag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7" name="Freeform 293"/>
                  <p:cNvSpPr>
                    <a:spLocks/>
                  </p:cNvSpPr>
                  <p:nvPr/>
                </p:nvSpPr>
                <p:spPr bwMode="auto">
                  <a:xfrm flipH="1">
                    <a:off x="7660" y="1588"/>
                    <a:ext cx="36" cy="35"/>
                  </a:xfrm>
                  <a:custGeom>
                    <a:avLst/>
                    <a:gdLst>
                      <a:gd name="T0" fmla="*/ 1 w 72"/>
                      <a:gd name="T1" fmla="*/ 1 h 70"/>
                      <a:gd name="T2" fmla="*/ 1 w 72"/>
                      <a:gd name="T3" fmla="*/ 1 h 70"/>
                      <a:gd name="T4" fmla="*/ 1 w 72"/>
                      <a:gd name="T5" fmla="*/ 1 h 70"/>
                      <a:gd name="T6" fmla="*/ 1 w 72"/>
                      <a:gd name="T7" fmla="*/ 1 h 70"/>
                      <a:gd name="T8" fmla="*/ 1 w 72"/>
                      <a:gd name="T9" fmla="*/ 1 h 70"/>
                      <a:gd name="T10" fmla="*/ 1 w 72"/>
                      <a:gd name="T11" fmla="*/ 1 h 70"/>
                      <a:gd name="T12" fmla="*/ 1 w 72"/>
                      <a:gd name="T13" fmla="*/ 1 h 70"/>
                      <a:gd name="T14" fmla="*/ 1 w 72"/>
                      <a:gd name="T15" fmla="*/ 1 h 70"/>
                      <a:gd name="T16" fmla="*/ 0 w 72"/>
                      <a:gd name="T17" fmla="*/ 1 h 70"/>
                      <a:gd name="T18" fmla="*/ 1 w 72"/>
                      <a:gd name="T19" fmla="*/ 1 h 70"/>
                      <a:gd name="T20" fmla="*/ 1 w 72"/>
                      <a:gd name="T21" fmla="*/ 1 h 70"/>
                      <a:gd name="T22" fmla="*/ 1 w 72"/>
                      <a:gd name="T23" fmla="*/ 0 h 70"/>
                      <a:gd name="T24" fmla="*/ 1 w 72"/>
                      <a:gd name="T25" fmla="*/ 1 h 70"/>
                      <a:gd name="T26" fmla="*/ 1 w 72"/>
                      <a:gd name="T27" fmla="*/ 1 h 70"/>
                      <a:gd name="T28" fmla="*/ 1 w 72"/>
                      <a:gd name="T29" fmla="*/ 1 h 7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72"/>
                      <a:gd name="T46" fmla="*/ 0 h 70"/>
                      <a:gd name="T47" fmla="*/ 72 w 72"/>
                      <a:gd name="T48" fmla="*/ 70 h 70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72" h="70">
                        <a:moveTo>
                          <a:pt x="27" y="30"/>
                        </a:moveTo>
                        <a:cubicBezTo>
                          <a:pt x="29" y="45"/>
                          <a:pt x="30" y="70"/>
                          <a:pt x="45" y="48"/>
                        </a:cubicBezTo>
                        <a:cubicBezTo>
                          <a:pt x="70" y="64"/>
                          <a:pt x="64" y="67"/>
                          <a:pt x="60" y="36"/>
                        </a:cubicBezTo>
                        <a:cubicBezTo>
                          <a:pt x="46" y="39"/>
                          <a:pt x="38" y="47"/>
                          <a:pt x="33" y="33"/>
                        </a:cubicBezTo>
                        <a:cubicBezTo>
                          <a:pt x="37" y="21"/>
                          <a:pt x="42" y="19"/>
                          <a:pt x="54" y="15"/>
                        </a:cubicBezTo>
                        <a:cubicBezTo>
                          <a:pt x="55" y="28"/>
                          <a:pt x="53" y="41"/>
                          <a:pt x="57" y="54"/>
                        </a:cubicBezTo>
                        <a:cubicBezTo>
                          <a:pt x="58" y="57"/>
                          <a:pt x="63" y="58"/>
                          <a:pt x="66" y="57"/>
                        </a:cubicBezTo>
                        <a:cubicBezTo>
                          <a:pt x="69" y="56"/>
                          <a:pt x="68" y="51"/>
                          <a:pt x="69" y="48"/>
                        </a:cubicBezTo>
                        <a:cubicBezTo>
                          <a:pt x="63" y="3"/>
                          <a:pt x="34" y="19"/>
                          <a:pt x="0" y="36"/>
                        </a:cubicBezTo>
                        <a:cubicBezTo>
                          <a:pt x="1" y="32"/>
                          <a:pt x="0" y="27"/>
                          <a:pt x="3" y="24"/>
                        </a:cubicBezTo>
                        <a:cubicBezTo>
                          <a:pt x="5" y="22"/>
                          <a:pt x="9" y="22"/>
                          <a:pt x="12" y="21"/>
                        </a:cubicBezTo>
                        <a:cubicBezTo>
                          <a:pt x="24" y="15"/>
                          <a:pt x="26" y="4"/>
                          <a:pt x="39" y="0"/>
                        </a:cubicBezTo>
                        <a:cubicBezTo>
                          <a:pt x="42" y="32"/>
                          <a:pt x="39" y="37"/>
                          <a:pt x="63" y="21"/>
                        </a:cubicBezTo>
                        <a:cubicBezTo>
                          <a:pt x="72" y="47"/>
                          <a:pt x="70" y="51"/>
                          <a:pt x="42" y="57"/>
                        </a:cubicBezTo>
                        <a:cubicBezTo>
                          <a:pt x="24" y="53"/>
                          <a:pt x="27" y="48"/>
                          <a:pt x="27" y="30"/>
                        </a:cubicBez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s-BO"/>
                  </a:p>
                </p:txBody>
              </p:sp>
              <p:sp>
                <p:nvSpPr>
                  <p:cNvPr id="48" name="Freeform 294"/>
                  <p:cNvSpPr>
                    <a:spLocks/>
                  </p:cNvSpPr>
                  <p:nvPr/>
                </p:nvSpPr>
                <p:spPr bwMode="auto">
                  <a:xfrm flipH="1">
                    <a:off x="7812" y="1450"/>
                    <a:ext cx="499" cy="285"/>
                  </a:xfrm>
                  <a:custGeom>
                    <a:avLst/>
                    <a:gdLst>
                      <a:gd name="T0" fmla="*/ 1 w 998"/>
                      <a:gd name="T1" fmla="*/ 1 h 570"/>
                      <a:gd name="T2" fmla="*/ 1 w 998"/>
                      <a:gd name="T3" fmla="*/ 1 h 570"/>
                      <a:gd name="T4" fmla="*/ 1 w 998"/>
                      <a:gd name="T5" fmla="*/ 1 h 570"/>
                      <a:gd name="T6" fmla="*/ 1 w 998"/>
                      <a:gd name="T7" fmla="*/ 0 h 570"/>
                      <a:gd name="T8" fmla="*/ 1 w 998"/>
                      <a:gd name="T9" fmla="*/ 1 h 570"/>
                      <a:gd name="T10" fmla="*/ 1 w 998"/>
                      <a:gd name="T11" fmla="*/ 1 h 570"/>
                      <a:gd name="T12" fmla="*/ 1 w 998"/>
                      <a:gd name="T13" fmla="*/ 1 h 570"/>
                      <a:gd name="T14" fmla="*/ 1 w 998"/>
                      <a:gd name="T15" fmla="*/ 1 h 570"/>
                      <a:gd name="T16" fmla="*/ 0 w 998"/>
                      <a:gd name="T17" fmla="*/ 1 h 570"/>
                      <a:gd name="T18" fmla="*/ 1 w 998"/>
                      <a:gd name="T19" fmla="*/ 1 h 570"/>
                      <a:gd name="T20" fmla="*/ 1 w 998"/>
                      <a:gd name="T21" fmla="*/ 1 h 570"/>
                      <a:gd name="T22" fmla="*/ 1 w 998"/>
                      <a:gd name="T23" fmla="*/ 1 h 570"/>
                      <a:gd name="T24" fmla="*/ 1 w 998"/>
                      <a:gd name="T25" fmla="*/ 1 h 570"/>
                      <a:gd name="T26" fmla="*/ 1 w 998"/>
                      <a:gd name="T27" fmla="*/ 1 h 570"/>
                      <a:gd name="T28" fmla="*/ 1 w 998"/>
                      <a:gd name="T29" fmla="*/ 1 h 570"/>
                      <a:gd name="T30" fmla="*/ 1 w 998"/>
                      <a:gd name="T31" fmla="*/ 1 h 570"/>
                      <a:gd name="T32" fmla="*/ 1 w 998"/>
                      <a:gd name="T33" fmla="*/ 1 h 570"/>
                      <a:gd name="T34" fmla="*/ 1 w 998"/>
                      <a:gd name="T35" fmla="*/ 1 h 570"/>
                      <a:gd name="T36" fmla="*/ 1 w 998"/>
                      <a:gd name="T37" fmla="*/ 1 h 570"/>
                      <a:gd name="T38" fmla="*/ 1 w 998"/>
                      <a:gd name="T39" fmla="*/ 1 h 570"/>
                      <a:gd name="T40" fmla="*/ 1 w 998"/>
                      <a:gd name="T41" fmla="*/ 1 h 570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8"/>
                      <a:gd name="T64" fmla="*/ 0 h 570"/>
                      <a:gd name="T65" fmla="*/ 998 w 998"/>
                      <a:gd name="T66" fmla="*/ 570 h 570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8" h="570">
                        <a:moveTo>
                          <a:pt x="998" y="510"/>
                        </a:moveTo>
                        <a:lnTo>
                          <a:pt x="660" y="225"/>
                        </a:lnTo>
                        <a:lnTo>
                          <a:pt x="375" y="53"/>
                        </a:lnTo>
                        <a:lnTo>
                          <a:pt x="285" y="0"/>
                        </a:lnTo>
                        <a:lnTo>
                          <a:pt x="135" y="15"/>
                        </a:lnTo>
                        <a:lnTo>
                          <a:pt x="53" y="90"/>
                        </a:lnTo>
                        <a:lnTo>
                          <a:pt x="8" y="195"/>
                        </a:lnTo>
                        <a:lnTo>
                          <a:pt x="23" y="255"/>
                        </a:lnTo>
                        <a:lnTo>
                          <a:pt x="0" y="308"/>
                        </a:lnTo>
                        <a:lnTo>
                          <a:pt x="15" y="405"/>
                        </a:lnTo>
                        <a:lnTo>
                          <a:pt x="128" y="458"/>
                        </a:lnTo>
                        <a:lnTo>
                          <a:pt x="248" y="443"/>
                        </a:lnTo>
                        <a:lnTo>
                          <a:pt x="261" y="349"/>
                        </a:lnTo>
                        <a:lnTo>
                          <a:pt x="345" y="225"/>
                        </a:lnTo>
                        <a:lnTo>
                          <a:pt x="510" y="293"/>
                        </a:lnTo>
                        <a:lnTo>
                          <a:pt x="503" y="353"/>
                        </a:lnTo>
                        <a:lnTo>
                          <a:pt x="525" y="398"/>
                        </a:lnTo>
                        <a:lnTo>
                          <a:pt x="593" y="390"/>
                        </a:lnTo>
                        <a:lnTo>
                          <a:pt x="660" y="375"/>
                        </a:lnTo>
                        <a:lnTo>
                          <a:pt x="938" y="570"/>
                        </a:lnTo>
                        <a:lnTo>
                          <a:pt x="998" y="51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BO"/>
                  </a:p>
                </p:txBody>
              </p:sp>
            </p:grpSp>
            <p:sp>
              <p:nvSpPr>
                <p:cNvPr id="14" name="Freeform 295"/>
                <p:cNvSpPr>
                  <a:spLocks/>
                </p:cNvSpPr>
                <p:nvPr/>
              </p:nvSpPr>
              <p:spPr bwMode="auto">
                <a:xfrm>
                  <a:off x="4512" y="1473"/>
                  <a:ext cx="141" cy="150"/>
                </a:xfrm>
                <a:custGeom>
                  <a:avLst/>
                  <a:gdLst>
                    <a:gd name="T0" fmla="*/ 0 w 141"/>
                    <a:gd name="T1" fmla="*/ 99 h 150"/>
                    <a:gd name="T2" fmla="*/ 21 w 141"/>
                    <a:gd name="T3" fmla="*/ 57 h 150"/>
                    <a:gd name="T4" fmla="*/ 15 w 141"/>
                    <a:gd name="T5" fmla="*/ 78 h 150"/>
                    <a:gd name="T6" fmla="*/ 51 w 141"/>
                    <a:gd name="T7" fmla="*/ 51 h 150"/>
                    <a:gd name="T8" fmla="*/ 51 w 141"/>
                    <a:gd name="T9" fmla="*/ 69 h 150"/>
                    <a:gd name="T10" fmla="*/ 60 w 141"/>
                    <a:gd name="T11" fmla="*/ 72 h 150"/>
                    <a:gd name="T12" fmla="*/ 78 w 141"/>
                    <a:gd name="T13" fmla="*/ 60 h 150"/>
                    <a:gd name="T14" fmla="*/ 66 w 141"/>
                    <a:gd name="T15" fmla="*/ 87 h 150"/>
                    <a:gd name="T16" fmla="*/ 111 w 141"/>
                    <a:gd name="T17" fmla="*/ 66 h 150"/>
                    <a:gd name="T18" fmla="*/ 120 w 141"/>
                    <a:gd name="T19" fmla="*/ 57 h 150"/>
                    <a:gd name="T20" fmla="*/ 108 w 141"/>
                    <a:gd name="T21" fmla="*/ 75 h 150"/>
                    <a:gd name="T22" fmla="*/ 72 w 141"/>
                    <a:gd name="T23" fmla="*/ 42 h 150"/>
                    <a:gd name="T24" fmla="*/ 72 w 141"/>
                    <a:gd name="T25" fmla="*/ 21 h 150"/>
                    <a:gd name="T26" fmla="*/ 36 w 141"/>
                    <a:gd name="T27" fmla="*/ 27 h 150"/>
                    <a:gd name="T28" fmla="*/ 48 w 141"/>
                    <a:gd name="T29" fmla="*/ 18 h 150"/>
                    <a:gd name="T30" fmla="*/ 57 w 141"/>
                    <a:gd name="T31" fmla="*/ 9 h 150"/>
                    <a:gd name="T32" fmla="*/ 66 w 141"/>
                    <a:gd name="T33" fmla="*/ 3 h 150"/>
                    <a:gd name="T34" fmla="*/ 54 w 141"/>
                    <a:gd name="T35" fmla="*/ 6 h 150"/>
                    <a:gd name="T36" fmla="*/ 15 w 141"/>
                    <a:gd name="T37" fmla="*/ 72 h 150"/>
                    <a:gd name="T38" fmla="*/ 3 w 141"/>
                    <a:gd name="T39" fmla="*/ 132 h 150"/>
                    <a:gd name="T40" fmla="*/ 12 w 141"/>
                    <a:gd name="T41" fmla="*/ 126 h 150"/>
                    <a:gd name="T42" fmla="*/ 81 w 141"/>
                    <a:gd name="T43" fmla="*/ 96 h 15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41"/>
                    <a:gd name="T67" fmla="*/ 0 h 150"/>
                    <a:gd name="T68" fmla="*/ 141 w 141"/>
                    <a:gd name="T69" fmla="*/ 150 h 150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41" h="150">
                      <a:moveTo>
                        <a:pt x="0" y="99"/>
                      </a:moveTo>
                      <a:cubicBezTo>
                        <a:pt x="3" y="80"/>
                        <a:pt x="4" y="68"/>
                        <a:pt x="21" y="57"/>
                      </a:cubicBezTo>
                      <a:cubicBezTo>
                        <a:pt x="37" y="33"/>
                        <a:pt x="18" y="74"/>
                        <a:pt x="15" y="78"/>
                      </a:cubicBezTo>
                      <a:cubicBezTo>
                        <a:pt x="33" y="84"/>
                        <a:pt x="37" y="61"/>
                        <a:pt x="51" y="51"/>
                      </a:cubicBezTo>
                      <a:cubicBezTo>
                        <a:pt x="66" y="28"/>
                        <a:pt x="52" y="64"/>
                        <a:pt x="51" y="69"/>
                      </a:cubicBezTo>
                      <a:cubicBezTo>
                        <a:pt x="54" y="70"/>
                        <a:pt x="57" y="73"/>
                        <a:pt x="60" y="72"/>
                      </a:cubicBezTo>
                      <a:cubicBezTo>
                        <a:pt x="67" y="70"/>
                        <a:pt x="78" y="60"/>
                        <a:pt x="78" y="60"/>
                      </a:cubicBezTo>
                      <a:cubicBezTo>
                        <a:pt x="73" y="68"/>
                        <a:pt x="66" y="87"/>
                        <a:pt x="66" y="87"/>
                      </a:cubicBezTo>
                      <a:cubicBezTo>
                        <a:pt x="73" y="108"/>
                        <a:pt x="99" y="74"/>
                        <a:pt x="111" y="66"/>
                      </a:cubicBezTo>
                      <a:cubicBezTo>
                        <a:pt x="115" y="64"/>
                        <a:pt x="121" y="53"/>
                        <a:pt x="120" y="57"/>
                      </a:cubicBezTo>
                      <a:cubicBezTo>
                        <a:pt x="118" y="64"/>
                        <a:pt x="108" y="75"/>
                        <a:pt x="108" y="75"/>
                      </a:cubicBezTo>
                      <a:cubicBezTo>
                        <a:pt x="91" y="33"/>
                        <a:pt x="141" y="37"/>
                        <a:pt x="72" y="42"/>
                      </a:cubicBezTo>
                      <a:cubicBezTo>
                        <a:pt x="94" y="20"/>
                        <a:pt x="98" y="25"/>
                        <a:pt x="72" y="21"/>
                      </a:cubicBezTo>
                      <a:cubicBezTo>
                        <a:pt x="60" y="22"/>
                        <a:pt x="48" y="27"/>
                        <a:pt x="36" y="27"/>
                      </a:cubicBezTo>
                      <a:cubicBezTo>
                        <a:pt x="31" y="27"/>
                        <a:pt x="44" y="21"/>
                        <a:pt x="48" y="18"/>
                      </a:cubicBezTo>
                      <a:cubicBezTo>
                        <a:pt x="51" y="15"/>
                        <a:pt x="54" y="12"/>
                        <a:pt x="57" y="9"/>
                      </a:cubicBezTo>
                      <a:cubicBezTo>
                        <a:pt x="60" y="7"/>
                        <a:pt x="69" y="6"/>
                        <a:pt x="66" y="3"/>
                      </a:cubicBezTo>
                      <a:cubicBezTo>
                        <a:pt x="63" y="0"/>
                        <a:pt x="58" y="5"/>
                        <a:pt x="54" y="6"/>
                      </a:cubicBezTo>
                      <a:cubicBezTo>
                        <a:pt x="31" y="21"/>
                        <a:pt x="22" y="46"/>
                        <a:pt x="15" y="72"/>
                      </a:cubicBezTo>
                      <a:cubicBezTo>
                        <a:pt x="13" y="101"/>
                        <a:pt x="17" y="111"/>
                        <a:pt x="3" y="132"/>
                      </a:cubicBezTo>
                      <a:cubicBezTo>
                        <a:pt x="9" y="150"/>
                        <a:pt x="8" y="134"/>
                        <a:pt x="12" y="126"/>
                      </a:cubicBezTo>
                      <a:lnTo>
                        <a:pt x="81" y="96"/>
                      </a:ln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s-BO"/>
                </a:p>
              </p:txBody>
            </p:sp>
          </p:grpSp>
          <p:sp>
            <p:nvSpPr>
              <p:cNvPr id="12" name="Freeform 296"/>
              <p:cNvSpPr>
                <a:spLocks/>
              </p:cNvSpPr>
              <p:nvPr/>
            </p:nvSpPr>
            <p:spPr bwMode="auto">
              <a:xfrm>
                <a:off x="8142" y="1468"/>
                <a:ext cx="137" cy="156"/>
              </a:xfrm>
              <a:custGeom>
                <a:avLst/>
                <a:gdLst>
                  <a:gd name="T0" fmla="*/ 24 w 137"/>
                  <a:gd name="T1" fmla="*/ 44 h 156"/>
                  <a:gd name="T2" fmla="*/ 48 w 137"/>
                  <a:gd name="T3" fmla="*/ 65 h 156"/>
                  <a:gd name="T4" fmla="*/ 60 w 137"/>
                  <a:gd name="T5" fmla="*/ 98 h 156"/>
                  <a:gd name="T6" fmla="*/ 66 w 137"/>
                  <a:gd name="T7" fmla="*/ 116 h 156"/>
                  <a:gd name="T8" fmla="*/ 63 w 137"/>
                  <a:gd name="T9" fmla="*/ 104 h 156"/>
                  <a:gd name="T10" fmla="*/ 60 w 137"/>
                  <a:gd name="T11" fmla="*/ 80 h 156"/>
                  <a:gd name="T12" fmla="*/ 57 w 137"/>
                  <a:gd name="T13" fmla="*/ 62 h 156"/>
                  <a:gd name="T14" fmla="*/ 66 w 137"/>
                  <a:gd name="T15" fmla="*/ 59 h 156"/>
                  <a:gd name="T16" fmla="*/ 84 w 137"/>
                  <a:gd name="T17" fmla="*/ 77 h 156"/>
                  <a:gd name="T18" fmla="*/ 69 w 137"/>
                  <a:gd name="T19" fmla="*/ 32 h 156"/>
                  <a:gd name="T20" fmla="*/ 96 w 137"/>
                  <a:gd name="T21" fmla="*/ 38 h 156"/>
                  <a:gd name="T22" fmla="*/ 99 w 137"/>
                  <a:gd name="T23" fmla="*/ 29 h 156"/>
                  <a:gd name="T24" fmla="*/ 102 w 137"/>
                  <a:gd name="T25" fmla="*/ 11 h 156"/>
                  <a:gd name="T26" fmla="*/ 117 w 137"/>
                  <a:gd name="T27" fmla="*/ 38 h 156"/>
                  <a:gd name="T28" fmla="*/ 99 w 137"/>
                  <a:gd name="T29" fmla="*/ 77 h 156"/>
                  <a:gd name="T30" fmla="*/ 69 w 137"/>
                  <a:gd name="T31" fmla="*/ 38 h 156"/>
                  <a:gd name="T32" fmla="*/ 57 w 137"/>
                  <a:gd name="T33" fmla="*/ 35 h 156"/>
                  <a:gd name="T34" fmla="*/ 48 w 137"/>
                  <a:gd name="T35" fmla="*/ 32 h 156"/>
                  <a:gd name="T36" fmla="*/ 60 w 137"/>
                  <a:gd name="T37" fmla="*/ 38 h 156"/>
                  <a:gd name="T38" fmla="*/ 78 w 137"/>
                  <a:gd name="T39" fmla="*/ 56 h 156"/>
                  <a:gd name="T40" fmla="*/ 66 w 137"/>
                  <a:gd name="T41" fmla="*/ 98 h 156"/>
                  <a:gd name="T42" fmla="*/ 0 w 137"/>
                  <a:gd name="T43" fmla="*/ 65 h 156"/>
                  <a:gd name="T44" fmla="*/ 60 w 137"/>
                  <a:gd name="T45" fmla="*/ 41 h 156"/>
                  <a:gd name="T46" fmla="*/ 57 w 137"/>
                  <a:gd name="T47" fmla="*/ 17 h 156"/>
                  <a:gd name="T48" fmla="*/ 132 w 137"/>
                  <a:gd name="T49" fmla="*/ 68 h 156"/>
                  <a:gd name="T50" fmla="*/ 126 w 137"/>
                  <a:gd name="T51" fmla="*/ 92 h 156"/>
                  <a:gd name="T52" fmla="*/ 39 w 137"/>
                  <a:gd name="T53" fmla="*/ 156 h 15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7"/>
                  <a:gd name="T82" fmla="*/ 0 h 156"/>
                  <a:gd name="T83" fmla="*/ 137 w 137"/>
                  <a:gd name="T84" fmla="*/ 156 h 15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7" h="156">
                    <a:moveTo>
                      <a:pt x="24" y="44"/>
                    </a:moveTo>
                    <a:cubicBezTo>
                      <a:pt x="36" y="48"/>
                      <a:pt x="39" y="56"/>
                      <a:pt x="48" y="65"/>
                    </a:cubicBezTo>
                    <a:cubicBezTo>
                      <a:pt x="63" y="117"/>
                      <a:pt x="46" y="63"/>
                      <a:pt x="60" y="98"/>
                    </a:cubicBezTo>
                    <a:cubicBezTo>
                      <a:pt x="62" y="104"/>
                      <a:pt x="68" y="122"/>
                      <a:pt x="66" y="116"/>
                    </a:cubicBezTo>
                    <a:cubicBezTo>
                      <a:pt x="65" y="112"/>
                      <a:pt x="64" y="108"/>
                      <a:pt x="63" y="104"/>
                    </a:cubicBezTo>
                    <a:cubicBezTo>
                      <a:pt x="62" y="96"/>
                      <a:pt x="61" y="88"/>
                      <a:pt x="60" y="80"/>
                    </a:cubicBezTo>
                    <a:cubicBezTo>
                      <a:pt x="59" y="74"/>
                      <a:pt x="58" y="68"/>
                      <a:pt x="57" y="62"/>
                    </a:cubicBezTo>
                    <a:cubicBezTo>
                      <a:pt x="60" y="61"/>
                      <a:pt x="63" y="57"/>
                      <a:pt x="66" y="59"/>
                    </a:cubicBezTo>
                    <a:cubicBezTo>
                      <a:pt x="73" y="63"/>
                      <a:pt x="84" y="77"/>
                      <a:pt x="84" y="77"/>
                    </a:cubicBezTo>
                    <a:cubicBezTo>
                      <a:pt x="88" y="56"/>
                      <a:pt x="87" y="44"/>
                      <a:pt x="69" y="32"/>
                    </a:cubicBezTo>
                    <a:cubicBezTo>
                      <a:pt x="81" y="28"/>
                      <a:pt x="85" y="31"/>
                      <a:pt x="96" y="38"/>
                    </a:cubicBezTo>
                    <a:cubicBezTo>
                      <a:pt x="104" y="51"/>
                      <a:pt x="104" y="53"/>
                      <a:pt x="99" y="29"/>
                    </a:cubicBezTo>
                    <a:cubicBezTo>
                      <a:pt x="93" y="2"/>
                      <a:pt x="86" y="0"/>
                      <a:pt x="102" y="11"/>
                    </a:cubicBezTo>
                    <a:cubicBezTo>
                      <a:pt x="116" y="32"/>
                      <a:pt x="112" y="22"/>
                      <a:pt x="117" y="38"/>
                    </a:cubicBezTo>
                    <a:cubicBezTo>
                      <a:pt x="114" y="98"/>
                      <a:pt x="121" y="110"/>
                      <a:pt x="99" y="77"/>
                    </a:cubicBezTo>
                    <a:cubicBezTo>
                      <a:pt x="94" y="60"/>
                      <a:pt x="87" y="43"/>
                      <a:pt x="69" y="38"/>
                    </a:cubicBezTo>
                    <a:cubicBezTo>
                      <a:pt x="65" y="37"/>
                      <a:pt x="61" y="36"/>
                      <a:pt x="57" y="35"/>
                    </a:cubicBezTo>
                    <a:cubicBezTo>
                      <a:pt x="54" y="34"/>
                      <a:pt x="46" y="30"/>
                      <a:pt x="48" y="32"/>
                    </a:cubicBezTo>
                    <a:cubicBezTo>
                      <a:pt x="51" y="35"/>
                      <a:pt x="57" y="35"/>
                      <a:pt x="60" y="38"/>
                    </a:cubicBezTo>
                    <a:cubicBezTo>
                      <a:pt x="67" y="43"/>
                      <a:pt x="78" y="56"/>
                      <a:pt x="78" y="56"/>
                    </a:cubicBezTo>
                    <a:cubicBezTo>
                      <a:pt x="84" y="74"/>
                      <a:pt x="88" y="91"/>
                      <a:pt x="66" y="98"/>
                    </a:cubicBezTo>
                    <a:cubicBezTo>
                      <a:pt x="37" y="88"/>
                      <a:pt x="35" y="71"/>
                      <a:pt x="0" y="65"/>
                    </a:cubicBezTo>
                    <a:cubicBezTo>
                      <a:pt x="14" y="64"/>
                      <a:pt x="104" y="71"/>
                      <a:pt x="60" y="41"/>
                    </a:cubicBezTo>
                    <a:cubicBezTo>
                      <a:pt x="55" y="27"/>
                      <a:pt x="42" y="27"/>
                      <a:pt x="57" y="17"/>
                    </a:cubicBezTo>
                    <a:cubicBezTo>
                      <a:pt x="97" y="21"/>
                      <a:pt x="119" y="28"/>
                      <a:pt x="132" y="68"/>
                    </a:cubicBezTo>
                    <a:cubicBezTo>
                      <a:pt x="129" y="93"/>
                      <a:pt x="137" y="92"/>
                      <a:pt x="126" y="92"/>
                    </a:cubicBezTo>
                    <a:lnTo>
                      <a:pt x="39" y="156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B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706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5" name="AutoShape 57"/>
          <p:cNvSpPr>
            <a:spLocks noChangeShapeType="1"/>
          </p:cNvSpPr>
          <p:nvPr/>
        </p:nvSpPr>
        <p:spPr bwMode="auto">
          <a:xfrm>
            <a:off x="1626459" y="3828825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2343" name="AutoShape 55"/>
          <p:cNvSpPr>
            <a:spLocks noChangeShapeType="1"/>
          </p:cNvSpPr>
          <p:nvPr/>
        </p:nvSpPr>
        <p:spPr bwMode="auto">
          <a:xfrm>
            <a:off x="8627383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2357" name="Rectangle 69"/>
          <p:cNvSpPr>
            <a:spLocks noChangeArrowheads="1"/>
          </p:cNvSpPr>
          <p:nvPr/>
        </p:nvSpPr>
        <p:spPr bwMode="auto">
          <a:xfrm>
            <a:off x="3860578" y="1794856"/>
            <a:ext cx="4042706" cy="30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" sz="1400" b="1" u="sng" dirty="0">
                <a:latin typeface="Arial" pitchFamily="34" charset="0"/>
                <a:cs typeface="Arial" pitchFamily="34" charset="0"/>
              </a:rPr>
              <a:t>ORGANIGRAMA DEL CUERPO DE EJÉRCITO</a:t>
            </a:r>
            <a:endParaRPr lang="es-BO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Rectangle 44"/>
          <p:cNvSpPr>
            <a:spLocks noChangeArrowheads="1"/>
          </p:cNvSpPr>
          <p:nvPr/>
        </p:nvSpPr>
        <p:spPr bwMode="auto">
          <a:xfrm>
            <a:off x="1234763" y="4360569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C y S</a:t>
            </a:r>
            <a:endParaRPr lang="es-BO" b="1" dirty="0"/>
          </a:p>
        </p:txBody>
      </p:sp>
      <p:sp>
        <p:nvSpPr>
          <p:cNvPr id="146" name="Rectangle 44"/>
          <p:cNvSpPr>
            <a:spLocks noChangeArrowheads="1"/>
          </p:cNvSpPr>
          <p:nvPr/>
        </p:nvSpPr>
        <p:spPr bwMode="auto">
          <a:xfrm>
            <a:off x="5683818" y="4360569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 dirty="0"/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6521175" y="4360569"/>
            <a:ext cx="759904" cy="357190"/>
            <a:chOff x="3975" y="4005"/>
            <a:chExt cx="1860" cy="1005"/>
          </a:xfrm>
        </p:grpSpPr>
        <p:sp>
          <p:nvSpPr>
            <p:cNvPr id="150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52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018" cy="6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54" name="Rectangle 44"/>
          <p:cNvSpPr>
            <a:spLocks noChangeArrowheads="1"/>
          </p:cNvSpPr>
          <p:nvPr/>
        </p:nvSpPr>
        <p:spPr bwMode="auto">
          <a:xfrm>
            <a:off x="7378431" y="4360569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LOG</a:t>
            </a:r>
            <a:endParaRPr lang="es-BO" b="1" dirty="0"/>
          </a:p>
        </p:txBody>
      </p:sp>
      <p:sp>
        <p:nvSpPr>
          <p:cNvPr id="158" name="Rectangle 44"/>
          <p:cNvSpPr>
            <a:spLocks noChangeArrowheads="1"/>
          </p:cNvSpPr>
          <p:nvPr/>
        </p:nvSpPr>
        <p:spPr bwMode="auto">
          <a:xfrm>
            <a:off x="8235687" y="4360569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PM</a:t>
            </a:r>
            <a:endParaRPr lang="es-BO" b="1" dirty="0"/>
          </a:p>
        </p:txBody>
      </p:sp>
      <p:sp>
        <p:nvSpPr>
          <p:cNvPr id="166" name="Rectangle 44"/>
          <p:cNvSpPr>
            <a:spLocks noChangeArrowheads="1"/>
          </p:cNvSpPr>
          <p:nvPr/>
        </p:nvSpPr>
        <p:spPr bwMode="auto">
          <a:xfrm>
            <a:off x="9092942" y="4360569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grpSp>
        <p:nvGrpSpPr>
          <p:cNvPr id="4" name="188 Grupo"/>
          <p:cNvGrpSpPr/>
          <p:nvPr/>
        </p:nvGrpSpPr>
        <p:grpSpPr>
          <a:xfrm>
            <a:off x="2092018" y="4360574"/>
            <a:ext cx="815627" cy="469285"/>
            <a:chOff x="1780352" y="3790155"/>
            <a:chExt cx="1045656" cy="468316"/>
          </a:xfrm>
        </p:grpSpPr>
        <p:grpSp>
          <p:nvGrpSpPr>
            <p:cNvPr id="6" name="Group 41"/>
            <p:cNvGrpSpPr>
              <a:grpSpLocks/>
            </p:cNvGrpSpPr>
            <p:nvPr/>
          </p:nvGrpSpPr>
          <p:grpSpPr bwMode="auto">
            <a:xfrm>
              <a:off x="1851790" y="3902018"/>
              <a:ext cx="974218" cy="356453"/>
              <a:chOff x="3975" y="4005"/>
              <a:chExt cx="1860" cy="1005"/>
            </a:xfrm>
          </p:grpSpPr>
          <p:sp>
            <p:nvSpPr>
              <p:cNvPr id="178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79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0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grpSp>
          <p:nvGrpSpPr>
            <p:cNvPr id="7" name="Group 41"/>
            <p:cNvGrpSpPr>
              <a:grpSpLocks/>
            </p:cNvGrpSpPr>
            <p:nvPr/>
          </p:nvGrpSpPr>
          <p:grpSpPr bwMode="auto">
            <a:xfrm>
              <a:off x="1815790" y="3848893"/>
              <a:ext cx="974218" cy="356453"/>
              <a:chOff x="3975" y="4005"/>
              <a:chExt cx="1860" cy="1005"/>
            </a:xfrm>
          </p:grpSpPr>
          <p:sp>
            <p:nvSpPr>
              <p:cNvPr id="182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3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4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grpSp>
          <p:nvGrpSpPr>
            <p:cNvPr id="8" name="Group 41"/>
            <p:cNvGrpSpPr>
              <a:grpSpLocks/>
            </p:cNvGrpSpPr>
            <p:nvPr/>
          </p:nvGrpSpPr>
          <p:grpSpPr bwMode="auto">
            <a:xfrm>
              <a:off x="1780352" y="3790155"/>
              <a:ext cx="974218" cy="356453"/>
              <a:chOff x="3975" y="4005"/>
              <a:chExt cx="1860" cy="1005"/>
            </a:xfrm>
          </p:grpSpPr>
          <p:sp>
            <p:nvSpPr>
              <p:cNvPr id="186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7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8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</p:grpSp>
      <p:sp>
        <p:nvSpPr>
          <p:cNvPr id="194" name="193 CuadroTexto"/>
          <p:cNvSpPr txBox="1"/>
          <p:nvPr/>
        </p:nvSpPr>
        <p:spPr>
          <a:xfrm rot="5400000">
            <a:off x="5903495" y="4065014"/>
            <a:ext cx="351845" cy="830993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r>
              <a:rPr lang="es-BO" sz="4800" dirty="0"/>
              <a:t>E</a:t>
            </a:r>
          </a:p>
        </p:txBody>
      </p:sp>
      <p:sp>
        <p:nvSpPr>
          <p:cNvPr id="195" name="AutoShape 42"/>
          <p:cNvSpPr>
            <a:spLocks noChangeShapeType="1"/>
          </p:cNvSpPr>
          <p:nvPr/>
        </p:nvSpPr>
        <p:spPr bwMode="auto">
          <a:xfrm flipH="1" flipV="1">
            <a:off x="6767116" y="4432004"/>
            <a:ext cx="501503" cy="28634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96" name="AutoShape 42"/>
          <p:cNvSpPr>
            <a:spLocks noChangeShapeType="1"/>
          </p:cNvSpPr>
          <p:nvPr/>
        </p:nvSpPr>
        <p:spPr bwMode="auto">
          <a:xfrm flipH="1" flipV="1">
            <a:off x="6758763" y="4432006"/>
            <a:ext cx="191038" cy="14287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97" name="196 Elipse"/>
          <p:cNvSpPr/>
          <p:nvPr/>
        </p:nvSpPr>
        <p:spPr>
          <a:xfrm>
            <a:off x="9341333" y="4402563"/>
            <a:ext cx="239148" cy="25315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rtlCol="0" anchor="ctr"/>
          <a:lstStyle/>
          <a:p>
            <a:pPr algn="ctr"/>
            <a:endParaRPr lang="es-BO"/>
          </a:p>
        </p:txBody>
      </p:sp>
      <p:cxnSp>
        <p:nvCxnSpPr>
          <p:cNvPr id="199" name="198 Conector recto de flecha"/>
          <p:cNvCxnSpPr>
            <a:stCxn id="197" idx="4"/>
            <a:endCxn id="197" idx="0"/>
          </p:cNvCxnSpPr>
          <p:nvPr/>
        </p:nvCxnSpPr>
        <p:spPr>
          <a:xfrm rot="5400000" flipH="1">
            <a:off x="9334329" y="4529140"/>
            <a:ext cx="253155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69" name="AutoShape 81"/>
          <p:cNvCxnSpPr>
            <a:cxnSpLocks noChangeShapeType="1"/>
          </p:cNvCxnSpPr>
          <p:nvPr/>
        </p:nvCxnSpPr>
        <p:spPr bwMode="auto">
          <a:xfrm>
            <a:off x="2401584" y="4228034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2370" name="AutoShape 82"/>
          <p:cNvCxnSpPr>
            <a:cxnSpLocks noChangeShapeType="1"/>
          </p:cNvCxnSpPr>
          <p:nvPr/>
        </p:nvCxnSpPr>
        <p:spPr bwMode="auto">
          <a:xfrm>
            <a:off x="2519059" y="4228034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08" name="AutoShape 82"/>
          <p:cNvCxnSpPr>
            <a:cxnSpLocks noChangeShapeType="1"/>
          </p:cNvCxnSpPr>
          <p:nvPr/>
        </p:nvCxnSpPr>
        <p:spPr bwMode="auto">
          <a:xfrm>
            <a:off x="1616384" y="4228029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3" name="AutoShape 81"/>
          <p:cNvCxnSpPr>
            <a:cxnSpLocks noChangeShapeType="1"/>
          </p:cNvCxnSpPr>
          <p:nvPr/>
        </p:nvCxnSpPr>
        <p:spPr bwMode="auto">
          <a:xfrm>
            <a:off x="4267983" y="4236246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4" name="AutoShape 82"/>
          <p:cNvCxnSpPr>
            <a:cxnSpLocks noChangeShapeType="1"/>
          </p:cNvCxnSpPr>
          <p:nvPr/>
        </p:nvCxnSpPr>
        <p:spPr bwMode="auto">
          <a:xfrm>
            <a:off x="4385458" y="423624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5" name="AutoShape 82"/>
          <p:cNvCxnSpPr>
            <a:cxnSpLocks noChangeShapeType="1"/>
          </p:cNvCxnSpPr>
          <p:nvPr/>
        </p:nvCxnSpPr>
        <p:spPr bwMode="auto">
          <a:xfrm>
            <a:off x="6033295" y="4227219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6" name="AutoShape 82"/>
          <p:cNvCxnSpPr>
            <a:cxnSpLocks noChangeShapeType="1"/>
          </p:cNvCxnSpPr>
          <p:nvPr/>
        </p:nvCxnSpPr>
        <p:spPr bwMode="auto">
          <a:xfrm>
            <a:off x="6900288" y="4227219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7" name="AutoShape 82"/>
          <p:cNvCxnSpPr>
            <a:cxnSpLocks noChangeShapeType="1"/>
          </p:cNvCxnSpPr>
          <p:nvPr/>
        </p:nvCxnSpPr>
        <p:spPr bwMode="auto">
          <a:xfrm>
            <a:off x="7734033" y="4227219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8" name="AutoShape 82"/>
          <p:cNvCxnSpPr>
            <a:cxnSpLocks noChangeShapeType="1"/>
          </p:cNvCxnSpPr>
          <p:nvPr/>
        </p:nvCxnSpPr>
        <p:spPr bwMode="auto">
          <a:xfrm>
            <a:off x="7805471" y="4227219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9" name="AutoShape 82"/>
          <p:cNvCxnSpPr>
            <a:cxnSpLocks noChangeShapeType="1"/>
          </p:cNvCxnSpPr>
          <p:nvPr/>
        </p:nvCxnSpPr>
        <p:spPr bwMode="auto">
          <a:xfrm>
            <a:off x="8614587" y="4227219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221" name="Rectangle 44"/>
          <p:cNvSpPr>
            <a:spLocks noChangeArrowheads="1"/>
          </p:cNvSpPr>
          <p:nvPr/>
        </p:nvSpPr>
        <p:spPr bwMode="auto">
          <a:xfrm>
            <a:off x="5691289" y="3201917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s-BO" sz="1600" b="1" dirty="0"/>
              <a:t>EM</a:t>
            </a:r>
          </a:p>
        </p:txBody>
      </p:sp>
      <p:sp>
        <p:nvSpPr>
          <p:cNvPr id="227" name="Rectangle 44"/>
          <p:cNvSpPr>
            <a:spLocks noChangeArrowheads="1"/>
          </p:cNvSpPr>
          <p:nvPr/>
        </p:nvSpPr>
        <p:spPr bwMode="auto">
          <a:xfrm>
            <a:off x="5696969" y="2602698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s-BO" dirty="0" smtClean="0"/>
              <a:t>II</a:t>
            </a:r>
            <a:endParaRPr lang="es-BO" dirty="0"/>
          </a:p>
        </p:txBody>
      </p:sp>
      <p:cxnSp>
        <p:nvCxnSpPr>
          <p:cNvPr id="240" name="239 Conector recto"/>
          <p:cNvCxnSpPr/>
          <p:nvPr/>
        </p:nvCxnSpPr>
        <p:spPr>
          <a:xfrm>
            <a:off x="1626459" y="3817143"/>
            <a:ext cx="871543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AutoShape 57"/>
          <p:cNvSpPr>
            <a:spLocks noChangeShapeType="1"/>
          </p:cNvSpPr>
          <p:nvPr/>
        </p:nvSpPr>
        <p:spPr bwMode="auto">
          <a:xfrm>
            <a:off x="2450664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3" name="AutoShape 57"/>
          <p:cNvSpPr>
            <a:spLocks noChangeShapeType="1"/>
          </p:cNvSpPr>
          <p:nvPr/>
        </p:nvSpPr>
        <p:spPr bwMode="auto">
          <a:xfrm>
            <a:off x="3478511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4" name="AutoShape 57"/>
          <p:cNvSpPr>
            <a:spLocks noChangeShapeType="1"/>
          </p:cNvSpPr>
          <p:nvPr/>
        </p:nvSpPr>
        <p:spPr bwMode="auto">
          <a:xfrm>
            <a:off x="4319069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5" name="AutoShape 57"/>
          <p:cNvSpPr>
            <a:spLocks noChangeShapeType="1"/>
          </p:cNvSpPr>
          <p:nvPr/>
        </p:nvSpPr>
        <p:spPr bwMode="auto">
          <a:xfrm>
            <a:off x="5165308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6" name="AutoShape 57"/>
          <p:cNvSpPr>
            <a:spLocks noChangeShapeType="1"/>
          </p:cNvSpPr>
          <p:nvPr/>
        </p:nvSpPr>
        <p:spPr bwMode="auto">
          <a:xfrm>
            <a:off x="6088666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7" name="AutoShape 57"/>
          <p:cNvSpPr>
            <a:spLocks noChangeShapeType="1"/>
          </p:cNvSpPr>
          <p:nvPr/>
        </p:nvSpPr>
        <p:spPr bwMode="auto">
          <a:xfrm>
            <a:off x="6896517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8" name="AutoShape 57"/>
          <p:cNvSpPr>
            <a:spLocks noChangeShapeType="1"/>
          </p:cNvSpPr>
          <p:nvPr/>
        </p:nvSpPr>
        <p:spPr bwMode="auto">
          <a:xfrm>
            <a:off x="7770127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9" name="AutoShape 55"/>
          <p:cNvSpPr>
            <a:spLocks noChangeShapeType="1"/>
          </p:cNvSpPr>
          <p:nvPr/>
        </p:nvSpPr>
        <p:spPr bwMode="auto">
          <a:xfrm>
            <a:off x="9457269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0" name="AutoShape 55"/>
          <p:cNvSpPr>
            <a:spLocks noChangeShapeType="1"/>
          </p:cNvSpPr>
          <p:nvPr/>
        </p:nvSpPr>
        <p:spPr bwMode="auto">
          <a:xfrm>
            <a:off x="10336559" y="38171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3" name="AutoShape 57"/>
          <p:cNvSpPr>
            <a:spLocks noChangeShapeType="1"/>
          </p:cNvSpPr>
          <p:nvPr/>
        </p:nvSpPr>
        <p:spPr bwMode="auto">
          <a:xfrm>
            <a:off x="6090042" y="3559107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4" name="AutoShape 57"/>
          <p:cNvSpPr>
            <a:spLocks noChangeShapeType="1"/>
          </p:cNvSpPr>
          <p:nvPr/>
        </p:nvSpPr>
        <p:spPr bwMode="auto">
          <a:xfrm>
            <a:off x="6088666" y="2959888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5" name="254 CuadroTexto"/>
          <p:cNvSpPr txBox="1"/>
          <p:nvPr/>
        </p:nvSpPr>
        <p:spPr>
          <a:xfrm>
            <a:off x="5768085" y="2316945"/>
            <a:ext cx="631925" cy="384717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pPr algn="ctr"/>
            <a:r>
              <a:rPr lang="es-BO" dirty="0" err="1" smtClean="0"/>
              <a:t>xxx</a:t>
            </a:r>
            <a:endParaRPr lang="es-BO" dirty="0"/>
          </a:p>
        </p:txBody>
      </p:sp>
      <p:grpSp>
        <p:nvGrpSpPr>
          <p:cNvPr id="79" name="188 Grupo"/>
          <p:cNvGrpSpPr/>
          <p:nvPr/>
        </p:nvGrpSpPr>
        <p:grpSpPr>
          <a:xfrm>
            <a:off x="3036426" y="4367039"/>
            <a:ext cx="787546" cy="416050"/>
            <a:chOff x="1780352" y="3790155"/>
            <a:chExt cx="1009656" cy="415191"/>
          </a:xfrm>
        </p:grpSpPr>
        <p:grpSp>
          <p:nvGrpSpPr>
            <p:cNvPr id="81" name="Group 41"/>
            <p:cNvGrpSpPr>
              <a:grpSpLocks/>
            </p:cNvGrpSpPr>
            <p:nvPr/>
          </p:nvGrpSpPr>
          <p:grpSpPr bwMode="auto">
            <a:xfrm>
              <a:off x="1815790" y="3848893"/>
              <a:ext cx="974218" cy="356453"/>
              <a:chOff x="3975" y="4005"/>
              <a:chExt cx="1860" cy="1005"/>
            </a:xfrm>
          </p:grpSpPr>
          <p:sp>
            <p:nvSpPr>
              <p:cNvPr id="86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7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8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grpSp>
          <p:nvGrpSpPr>
            <p:cNvPr id="82" name="Group 41"/>
            <p:cNvGrpSpPr>
              <a:grpSpLocks/>
            </p:cNvGrpSpPr>
            <p:nvPr/>
          </p:nvGrpSpPr>
          <p:grpSpPr bwMode="auto">
            <a:xfrm>
              <a:off x="1780352" y="3790155"/>
              <a:ext cx="974218" cy="356453"/>
              <a:chOff x="3975" y="4005"/>
              <a:chExt cx="1860" cy="1005"/>
            </a:xfrm>
          </p:grpSpPr>
          <p:sp>
            <p:nvSpPr>
              <p:cNvPr id="83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4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5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</p:grpSp>
      <p:cxnSp>
        <p:nvCxnSpPr>
          <p:cNvPr id="92" name="AutoShape 81"/>
          <p:cNvCxnSpPr>
            <a:cxnSpLocks noChangeShapeType="1"/>
          </p:cNvCxnSpPr>
          <p:nvPr/>
        </p:nvCxnSpPr>
        <p:spPr bwMode="auto">
          <a:xfrm>
            <a:off x="3345994" y="4234501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93" name="AutoShape 82"/>
          <p:cNvCxnSpPr>
            <a:cxnSpLocks noChangeShapeType="1"/>
          </p:cNvCxnSpPr>
          <p:nvPr/>
        </p:nvCxnSpPr>
        <p:spPr bwMode="auto">
          <a:xfrm>
            <a:off x="3463469" y="4234501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94" name="93 Elipse"/>
          <p:cNvSpPr/>
          <p:nvPr/>
        </p:nvSpPr>
        <p:spPr>
          <a:xfrm>
            <a:off x="3223400" y="4436272"/>
            <a:ext cx="428628" cy="21431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rtlCol="0" anchor="ctr"/>
          <a:lstStyle/>
          <a:p>
            <a:pPr algn="ctr"/>
            <a:endParaRPr lang="es-BO">
              <a:ln>
                <a:solidFill>
                  <a:sysClr val="windowText" lastClr="000000"/>
                </a:solidFill>
              </a:ln>
            </a:endParaRPr>
          </a:p>
        </p:txBody>
      </p:sp>
      <p:grpSp>
        <p:nvGrpSpPr>
          <p:cNvPr id="97" name="Group 41"/>
          <p:cNvGrpSpPr>
            <a:grpSpLocks/>
          </p:cNvGrpSpPr>
          <p:nvPr/>
        </p:nvGrpSpPr>
        <p:grpSpPr bwMode="auto">
          <a:xfrm>
            <a:off x="4842473" y="4443366"/>
            <a:ext cx="759904" cy="357190"/>
            <a:chOff x="3975" y="4005"/>
            <a:chExt cx="1860" cy="1005"/>
          </a:xfrm>
        </p:grpSpPr>
        <p:sp>
          <p:nvSpPr>
            <p:cNvPr id="102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3" name="AutoShape 43"/>
            <p:cNvSpPr>
              <a:spLocks noChangeShapeType="1"/>
            </p:cNvSpPr>
            <p:nvPr/>
          </p:nvSpPr>
          <p:spPr bwMode="auto">
            <a:xfrm flipH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4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grpSp>
        <p:nvGrpSpPr>
          <p:cNvPr id="98" name="Group 41"/>
          <p:cNvGrpSpPr>
            <a:grpSpLocks/>
          </p:cNvGrpSpPr>
          <p:nvPr/>
        </p:nvGrpSpPr>
        <p:grpSpPr bwMode="auto">
          <a:xfrm>
            <a:off x="4800855" y="4409025"/>
            <a:ext cx="759904" cy="357190"/>
            <a:chOff x="3975" y="4005"/>
            <a:chExt cx="1860" cy="1005"/>
          </a:xfrm>
        </p:grpSpPr>
        <p:sp>
          <p:nvSpPr>
            <p:cNvPr id="99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0" name="AutoShape 43"/>
            <p:cNvSpPr>
              <a:spLocks noChangeShapeType="1"/>
            </p:cNvSpPr>
            <p:nvPr/>
          </p:nvSpPr>
          <p:spPr bwMode="auto">
            <a:xfrm flipH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1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08" name="Oval 16"/>
          <p:cNvSpPr>
            <a:spLocks noChangeArrowheads="1"/>
          </p:cNvSpPr>
          <p:nvPr/>
        </p:nvSpPr>
        <p:spPr bwMode="auto">
          <a:xfrm>
            <a:off x="5408108" y="4796407"/>
            <a:ext cx="94389" cy="113078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09" name="Oval 16"/>
          <p:cNvSpPr>
            <a:spLocks noChangeArrowheads="1"/>
          </p:cNvSpPr>
          <p:nvPr/>
        </p:nvSpPr>
        <p:spPr bwMode="auto">
          <a:xfrm>
            <a:off x="4974430" y="4804710"/>
            <a:ext cx="94389" cy="113078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10" name="109 CuadroTexto"/>
          <p:cNvSpPr txBox="1"/>
          <p:nvPr/>
        </p:nvSpPr>
        <p:spPr>
          <a:xfrm>
            <a:off x="4852187" y="4090753"/>
            <a:ext cx="631925" cy="384717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pPr algn="ctr"/>
            <a:r>
              <a:rPr lang="es-BO" dirty="0" err="1" smtClean="0"/>
              <a:t>xx</a:t>
            </a:r>
            <a:endParaRPr lang="es-BO" dirty="0"/>
          </a:p>
        </p:txBody>
      </p:sp>
      <p:grpSp>
        <p:nvGrpSpPr>
          <p:cNvPr id="111" name="188 Grupo"/>
          <p:cNvGrpSpPr/>
          <p:nvPr/>
        </p:nvGrpSpPr>
        <p:grpSpPr>
          <a:xfrm>
            <a:off x="3912240" y="4367887"/>
            <a:ext cx="787546" cy="416050"/>
            <a:chOff x="1780352" y="3790155"/>
            <a:chExt cx="1009656" cy="415191"/>
          </a:xfrm>
        </p:grpSpPr>
        <p:grpSp>
          <p:nvGrpSpPr>
            <p:cNvPr id="112" name="Group 41"/>
            <p:cNvGrpSpPr>
              <a:grpSpLocks/>
            </p:cNvGrpSpPr>
            <p:nvPr/>
          </p:nvGrpSpPr>
          <p:grpSpPr bwMode="auto">
            <a:xfrm>
              <a:off x="1815790" y="3848893"/>
              <a:ext cx="974218" cy="356453"/>
              <a:chOff x="3975" y="4005"/>
              <a:chExt cx="1860" cy="1005"/>
            </a:xfrm>
          </p:grpSpPr>
          <p:sp>
            <p:nvSpPr>
              <p:cNvPr id="117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18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grpSp>
          <p:nvGrpSpPr>
            <p:cNvPr id="113" name="Group 41"/>
            <p:cNvGrpSpPr>
              <a:grpSpLocks/>
            </p:cNvGrpSpPr>
            <p:nvPr/>
          </p:nvGrpSpPr>
          <p:grpSpPr bwMode="auto">
            <a:xfrm>
              <a:off x="1780352" y="3790155"/>
              <a:ext cx="974218" cy="356453"/>
              <a:chOff x="3975" y="4005"/>
              <a:chExt cx="1860" cy="1005"/>
            </a:xfrm>
          </p:grpSpPr>
          <p:sp>
            <p:nvSpPr>
              <p:cNvPr id="114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15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</p:grpSp>
      <p:sp>
        <p:nvSpPr>
          <p:cNvPr id="122" name="121 Elipse"/>
          <p:cNvSpPr/>
          <p:nvPr/>
        </p:nvSpPr>
        <p:spPr>
          <a:xfrm>
            <a:off x="4099212" y="4437121"/>
            <a:ext cx="428628" cy="21431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rtlCol="0" anchor="ctr"/>
          <a:lstStyle/>
          <a:p>
            <a:pPr algn="ctr"/>
            <a:endParaRPr lang="es-BO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123" name="AutoShape 82"/>
          <p:cNvCxnSpPr>
            <a:cxnSpLocks noChangeShapeType="1"/>
          </p:cNvCxnSpPr>
          <p:nvPr/>
        </p:nvCxnSpPr>
        <p:spPr bwMode="auto">
          <a:xfrm>
            <a:off x="6138070" y="4226722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24" name="AutoShape 82"/>
          <p:cNvCxnSpPr>
            <a:cxnSpLocks noChangeShapeType="1"/>
          </p:cNvCxnSpPr>
          <p:nvPr/>
        </p:nvCxnSpPr>
        <p:spPr bwMode="auto">
          <a:xfrm>
            <a:off x="8691818" y="4226722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25" name="AutoShape 82"/>
          <p:cNvCxnSpPr>
            <a:cxnSpLocks noChangeShapeType="1"/>
          </p:cNvCxnSpPr>
          <p:nvPr/>
        </p:nvCxnSpPr>
        <p:spPr bwMode="auto">
          <a:xfrm>
            <a:off x="9455969" y="421719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grpSp>
        <p:nvGrpSpPr>
          <p:cNvPr id="95" name="Group 41"/>
          <p:cNvGrpSpPr>
            <a:grpSpLocks/>
          </p:cNvGrpSpPr>
          <p:nvPr/>
        </p:nvGrpSpPr>
        <p:grpSpPr bwMode="auto">
          <a:xfrm>
            <a:off x="4765895" y="4364359"/>
            <a:ext cx="759904" cy="357190"/>
            <a:chOff x="3975" y="4005"/>
            <a:chExt cx="1860" cy="1005"/>
          </a:xfrm>
        </p:grpSpPr>
        <p:sp>
          <p:nvSpPr>
            <p:cNvPr id="105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6" name="AutoShape 43"/>
            <p:cNvSpPr>
              <a:spLocks noChangeShapeType="1"/>
            </p:cNvSpPr>
            <p:nvPr/>
          </p:nvSpPr>
          <p:spPr bwMode="auto">
            <a:xfrm flipH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7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grpSp>
        <p:nvGrpSpPr>
          <p:cNvPr id="2" name="1 Grupo"/>
          <p:cNvGrpSpPr/>
          <p:nvPr/>
        </p:nvGrpSpPr>
        <p:grpSpPr>
          <a:xfrm>
            <a:off x="9950199" y="4226723"/>
            <a:ext cx="759904" cy="491037"/>
            <a:chOff x="9950198" y="4226722"/>
            <a:chExt cx="759904" cy="491037"/>
          </a:xfrm>
        </p:grpSpPr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9950198" y="4360569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127" name="AutoShape 82"/>
            <p:cNvCxnSpPr>
              <a:cxnSpLocks noChangeShapeType="1"/>
            </p:cNvCxnSpPr>
            <p:nvPr/>
          </p:nvCxnSpPr>
          <p:spPr bwMode="auto">
            <a:xfrm>
              <a:off x="10332275" y="4226722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16" name="Oval 16"/>
            <p:cNvSpPr>
              <a:spLocks noChangeArrowheads="1"/>
            </p:cNvSpPr>
            <p:nvPr/>
          </p:nvSpPr>
          <p:spPr bwMode="auto">
            <a:xfrm>
              <a:off x="10341331" y="4483209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19" name="Oval 16"/>
            <p:cNvSpPr>
              <a:spLocks noChangeArrowheads="1"/>
            </p:cNvSpPr>
            <p:nvPr/>
          </p:nvSpPr>
          <p:spPr bwMode="auto">
            <a:xfrm>
              <a:off x="10110132" y="4483209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</p:spTree>
    <p:extLst>
      <p:ext uri="{BB962C8B-B14F-4D97-AF65-F5344CB8AC3E}">
        <p14:creationId xmlns:p14="http://schemas.microsoft.com/office/powerpoint/2010/main" val="69576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5" name="AutoShape 57"/>
          <p:cNvSpPr>
            <a:spLocks noChangeShapeType="1"/>
          </p:cNvSpPr>
          <p:nvPr/>
        </p:nvSpPr>
        <p:spPr bwMode="auto">
          <a:xfrm>
            <a:off x="1626459" y="230411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2343" name="AutoShape 55"/>
          <p:cNvSpPr>
            <a:spLocks noChangeShapeType="1"/>
          </p:cNvSpPr>
          <p:nvPr/>
        </p:nvSpPr>
        <p:spPr bwMode="auto">
          <a:xfrm>
            <a:off x="8627383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2357" name="Rectangle 69"/>
          <p:cNvSpPr>
            <a:spLocks noChangeArrowheads="1"/>
          </p:cNvSpPr>
          <p:nvPr/>
        </p:nvSpPr>
        <p:spPr bwMode="auto">
          <a:xfrm>
            <a:off x="3860576" y="432200"/>
            <a:ext cx="3839380" cy="30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" sz="1400" b="1" u="sng" dirty="0">
                <a:latin typeface="Arial" pitchFamily="34" charset="0"/>
                <a:cs typeface="Arial" pitchFamily="34" charset="0"/>
              </a:rPr>
              <a:t>INTENCIÓN DEL II CUERPO DE  EJÉRCITO</a:t>
            </a:r>
            <a:endParaRPr lang="es-BO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" name="20 Grupo"/>
          <p:cNvGrpSpPr/>
          <p:nvPr/>
        </p:nvGrpSpPr>
        <p:grpSpPr>
          <a:xfrm>
            <a:off x="5275114" y="2664445"/>
            <a:ext cx="759904" cy="489730"/>
            <a:chOff x="3982738" y="2817815"/>
            <a:chExt cx="759904" cy="489730"/>
          </a:xfrm>
        </p:grpSpPr>
        <p:sp>
          <p:nvSpPr>
            <p:cNvPr id="126" name="Rectangle 44"/>
            <p:cNvSpPr>
              <a:spLocks noChangeArrowheads="1"/>
            </p:cNvSpPr>
            <p:nvPr/>
          </p:nvSpPr>
          <p:spPr bwMode="auto">
            <a:xfrm>
              <a:off x="3982738" y="2950355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C y S</a:t>
              </a:r>
              <a:endParaRPr lang="es-BO" b="1" dirty="0"/>
            </a:p>
          </p:txBody>
        </p:sp>
        <p:cxnSp>
          <p:nvCxnSpPr>
            <p:cNvPr id="208" name="AutoShape 82"/>
            <p:cNvCxnSpPr>
              <a:cxnSpLocks noChangeShapeType="1"/>
            </p:cNvCxnSpPr>
            <p:nvPr/>
          </p:nvCxnSpPr>
          <p:spPr bwMode="auto">
            <a:xfrm>
              <a:off x="4364360" y="2817815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7" name="16 Grupo"/>
          <p:cNvGrpSpPr/>
          <p:nvPr/>
        </p:nvGrpSpPr>
        <p:grpSpPr>
          <a:xfrm>
            <a:off x="5758430" y="3307545"/>
            <a:ext cx="759904" cy="491129"/>
            <a:chOff x="5424821" y="3163529"/>
            <a:chExt cx="759904" cy="491129"/>
          </a:xfrm>
        </p:grpSpPr>
        <p:grpSp>
          <p:nvGrpSpPr>
            <p:cNvPr id="3" name="Group 41"/>
            <p:cNvGrpSpPr>
              <a:grpSpLocks/>
            </p:cNvGrpSpPr>
            <p:nvPr/>
          </p:nvGrpSpPr>
          <p:grpSpPr bwMode="auto">
            <a:xfrm>
              <a:off x="5424821" y="3296879"/>
              <a:ext cx="759904" cy="357190"/>
              <a:chOff x="3975" y="4005"/>
              <a:chExt cx="1860" cy="1005"/>
            </a:xfrm>
          </p:grpSpPr>
          <p:sp>
            <p:nvSpPr>
              <p:cNvPr id="150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52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018" cy="60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195" name="AutoShape 42"/>
            <p:cNvSpPr>
              <a:spLocks noChangeShapeType="1"/>
            </p:cNvSpPr>
            <p:nvPr/>
          </p:nvSpPr>
          <p:spPr bwMode="auto">
            <a:xfrm flipH="1" flipV="1">
              <a:off x="5670763" y="3368314"/>
              <a:ext cx="501504" cy="28634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96" name="AutoShape 42"/>
            <p:cNvSpPr>
              <a:spLocks noChangeShapeType="1"/>
            </p:cNvSpPr>
            <p:nvPr/>
          </p:nvSpPr>
          <p:spPr bwMode="auto">
            <a:xfrm flipH="1" flipV="1">
              <a:off x="5662409" y="3368315"/>
              <a:ext cx="191039" cy="1428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216" name="AutoShape 82"/>
            <p:cNvCxnSpPr>
              <a:cxnSpLocks noChangeShapeType="1"/>
            </p:cNvCxnSpPr>
            <p:nvPr/>
          </p:nvCxnSpPr>
          <p:spPr bwMode="auto">
            <a:xfrm>
              <a:off x="5803935" y="3163529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6" name="15 Grupo"/>
          <p:cNvGrpSpPr/>
          <p:nvPr/>
        </p:nvGrpSpPr>
        <p:grpSpPr>
          <a:xfrm>
            <a:off x="6603443" y="3311044"/>
            <a:ext cx="759904" cy="490540"/>
            <a:chOff x="6287762" y="3167028"/>
            <a:chExt cx="759904" cy="490540"/>
          </a:xfrm>
        </p:grpSpPr>
        <p:sp>
          <p:nvSpPr>
            <p:cNvPr id="154" name="Rectangle 44"/>
            <p:cNvSpPr>
              <a:spLocks noChangeArrowheads="1"/>
            </p:cNvSpPr>
            <p:nvPr/>
          </p:nvSpPr>
          <p:spPr bwMode="auto">
            <a:xfrm>
              <a:off x="6287762" y="3300378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LOG</a:t>
              </a:r>
              <a:endParaRPr lang="es-BO" b="1" dirty="0"/>
            </a:p>
          </p:txBody>
        </p:sp>
        <p:cxnSp>
          <p:nvCxnSpPr>
            <p:cNvPr id="217" name="AutoShape 82"/>
            <p:cNvCxnSpPr>
              <a:cxnSpLocks noChangeShapeType="1"/>
            </p:cNvCxnSpPr>
            <p:nvPr/>
          </p:nvCxnSpPr>
          <p:spPr bwMode="auto">
            <a:xfrm>
              <a:off x="6643365" y="3167028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18" name="AutoShape 82"/>
            <p:cNvCxnSpPr>
              <a:cxnSpLocks noChangeShapeType="1"/>
            </p:cNvCxnSpPr>
            <p:nvPr/>
          </p:nvCxnSpPr>
          <p:spPr bwMode="auto">
            <a:xfrm>
              <a:off x="6714803" y="3167028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221" name="Rectangle 44"/>
          <p:cNvSpPr>
            <a:spLocks noChangeArrowheads="1"/>
          </p:cNvSpPr>
          <p:nvPr/>
        </p:nvSpPr>
        <p:spPr bwMode="auto">
          <a:xfrm>
            <a:off x="5691289" y="1677209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s-BO" sz="1600" b="1" dirty="0"/>
              <a:t>EM</a:t>
            </a:r>
          </a:p>
        </p:txBody>
      </p:sp>
      <p:sp>
        <p:nvSpPr>
          <p:cNvPr id="227" name="Rectangle 44"/>
          <p:cNvSpPr>
            <a:spLocks noChangeArrowheads="1"/>
          </p:cNvSpPr>
          <p:nvPr/>
        </p:nvSpPr>
        <p:spPr bwMode="auto">
          <a:xfrm>
            <a:off x="5696969" y="1077990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s-BO" dirty="0" smtClean="0"/>
              <a:t>II</a:t>
            </a:r>
            <a:endParaRPr lang="es-BO" dirty="0"/>
          </a:p>
        </p:txBody>
      </p:sp>
      <p:cxnSp>
        <p:nvCxnSpPr>
          <p:cNvPr id="240" name="239 Conector recto"/>
          <p:cNvCxnSpPr/>
          <p:nvPr/>
        </p:nvCxnSpPr>
        <p:spPr>
          <a:xfrm>
            <a:off x="1626459" y="2292435"/>
            <a:ext cx="871543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AutoShape 57"/>
          <p:cNvSpPr>
            <a:spLocks noChangeShapeType="1"/>
          </p:cNvSpPr>
          <p:nvPr/>
        </p:nvSpPr>
        <p:spPr bwMode="auto">
          <a:xfrm>
            <a:off x="2450664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3" name="AutoShape 57"/>
          <p:cNvSpPr>
            <a:spLocks noChangeShapeType="1"/>
          </p:cNvSpPr>
          <p:nvPr/>
        </p:nvSpPr>
        <p:spPr bwMode="auto">
          <a:xfrm>
            <a:off x="3478511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4" name="AutoShape 57"/>
          <p:cNvSpPr>
            <a:spLocks noChangeShapeType="1"/>
          </p:cNvSpPr>
          <p:nvPr/>
        </p:nvSpPr>
        <p:spPr bwMode="auto">
          <a:xfrm>
            <a:off x="4319069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5" name="AutoShape 57"/>
          <p:cNvSpPr>
            <a:spLocks noChangeShapeType="1"/>
          </p:cNvSpPr>
          <p:nvPr/>
        </p:nvSpPr>
        <p:spPr bwMode="auto">
          <a:xfrm>
            <a:off x="5165308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6" name="AutoShape 57"/>
          <p:cNvSpPr>
            <a:spLocks noChangeShapeType="1"/>
          </p:cNvSpPr>
          <p:nvPr/>
        </p:nvSpPr>
        <p:spPr bwMode="auto">
          <a:xfrm>
            <a:off x="6088666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7" name="AutoShape 57"/>
          <p:cNvSpPr>
            <a:spLocks noChangeShapeType="1"/>
          </p:cNvSpPr>
          <p:nvPr/>
        </p:nvSpPr>
        <p:spPr bwMode="auto">
          <a:xfrm>
            <a:off x="6896517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8" name="AutoShape 57"/>
          <p:cNvSpPr>
            <a:spLocks noChangeShapeType="1"/>
          </p:cNvSpPr>
          <p:nvPr/>
        </p:nvSpPr>
        <p:spPr bwMode="auto">
          <a:xfrm>
            <a:off x="7770127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9" name="AutoShape 55"/>
          <p:cNvSpPr>
            <a:spLocks noChangeShapeType="1"/>
          </p:cNvSpPr>
          <p:nvPr/>
        </p:nvSpPr>
        <p:spPr bwMode="auto">
          <a:xfrm>
            <a:off x="9457269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0" name="AutoShape 55"/>
          <p:cNvSpPr>
            <a:spLocks noChangeShapeType="1"/>
          </p:cNvSpPr>
          <p:nvPr/>
        </p:nvSpPr>
        <p:spPr bwMode="auto">
          <a:xfrm>
            <a:off x="10336559" y="2292436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3" name="AutoShape 57"/>
          <p:cNvSpPr>
            <a:spLocks noChangeShapeType="1"/>
          </p:cNvSpPr>
          <p:nvPr/>
        </p:nvSpPr>
        <p:spPr bwMode="auto">
          <a:xfrm>
            <a:off x="6090042" y="2034399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4" name="AutoShape 57"/>
          <p:cNvSpPr>
            <a:spLocks noChangeShapeType="1"/>
          </p:cNvSpPr>
          <p:nvPr/>
        </p:nvSpPr>
        <p:spPr bwMode="auto">
          <a:xfrm>
            <a:off x="6088666" y="1435180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5" name="254 CuadroTexto"/>
          <p:cNvSpPr txBox="1"/>
          <p:nvPr/>
        </p:nvSpPr>
        <p:spPr>
          <a:xfrm>
            <a:off x="5768085" y="792237"/>
            <a:ext cx="631925" cy="384717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pPr algn="ctr"/>
            <a:r>
              <a:rPr lang="es-BO" dirty="0" err="1" smtClean="0"/>
              <a:t>xxx</a:t>
            </a:r>
            <a:endParaRPr lang="es-BO" dirty="0"/>
          </a:p>
        </p:txBody>
      </p:sp>
      <p:grpSp>
        <p:nvGrpSpPr>
          <p:cNvPr id="10" name="9 Grupo"/>
          <p:cNvGrpSpPr/>
          <p:nvPr/>
        </p:nvGrpSpPr>
        <p:grpSpPr>
          <a:xfrm>
            <a:off x="2476530" y="5116352"/>
            <a:ext cx="759904" cy="489728"/>
            <a:chOff x="3036426" y="2709793"/>
            <a:chExt cx="759904" cy="489728"/>
          </a:xfrm>
        </p:grpSpPr>
        <p:grpSp>
          <p:nvGrpSpPr>
            <p:cNvPr id="82" name="Group 41"/>
            <p:cNvGrpSpPr>
              <a:grpSpLocks/>
            </p:cNvGrpSpPr>
            <p:nvPr/>
          </p:nvGrpSpPr>
          <p:grpSpPr bwMode="auto">
            <a:xfrm>
              <a:off x="3036426" y="2842331"/>
              <a:ext cx="759904" cy="357190"/>
              <a:chOff x="3975" y="4005"/>
              <a:chExt cx="1860" cy="1005"/>
            </a:xfrm>
          </p:grpSpPr>
          <p:sp>
            <p:nvSpPr>
              <p:cNvPr id="83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4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5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92" name="AutoShape 81"/>
            <p:cNvCxnSpPr>
              <a:cxnSpLocks noChangeShapeType="1"/>
            </p:cNvCxnSpPr>
            <p:nvPr/>
          </p:nvCxnSpPr>
          <p:spPr bwMode="auto">
            <a:xfrm>
              <a:off x="3345993" y="2709793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93" name="AutoShape 82"/>
            <p:cNvCxnSpPr>
              <a:cxnSpLocks noChangeShapeType="1"/>
            </p:cNvCxnSpPr>
            <p:nvPr/>
          </p:nvCxnSpPr>
          <p:spPr bwMode="auto">
            <a:xfrm>
              <a:off x="3463468" y="2709793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94" name="93 Elipse"/>
            <p:cNvSpPr/>
            <p:nvPr/>
          </p:nvSpPr>
          <p:spPr>
            <a:xfrm>
              <a:off x="3223400" y="2911564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9" name="8 Grupo"/>
          <p:cNvGrpSpPr/>
          <p:nvPr/>
        </p:nvGrpSpPr>
        <p:grpSpPr>
          <a:xfrm>
            <a:off x="9955635" y="5210554"/>
            <a:ext cx="759904" cy="488831"/>
            <a:chOff x="3941044" y="4997074"/>
            <a:chExt cx="759904" cy="488831"/>
          </a:xfrm>
        </p:grpSpPr>
        <p:cxnSp>
          <p:nvCxnSpPr>
            <p:cNvPr id="213" name="AutoShape 81"/>
            <p:cNvCxnSpPr>
              <a:cxnSpLocks noChangeShapeType="1"/>
            </p:cNvCxnSpPr>
            <p:nvPr/>
          </p:nvCxnSpPr>
          <p:spPr bwMode="auto">
            <a:xfrm>
              <a:off x="4267983" y="4997074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14" name="AutoShape 82"/>
            <p:cNvCxnSpPr>
              <a:cxnSpLocks noChangeShapeType="1"/>
            </p:cNvCxnSpPr>
            <p:nvPr/>
          </p:nvCxnSpPr>
          <p:spPr bwMode="auto">
            <a:xfrm>
              <a:off x="4385458" y="499707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13" name="Group 41"/>
            <p:cNvGrpSpPr>
              <a:grpSpLocks/>
            </p:cNvGrpSpPr>
            <p:nvPr/>
          </p:nvGrpSpPr>
          <p:grpSpPr bwMode="auto">
            <a:xfrm>
              <a:off x="3941044" y="5128715"/>
              <a:ext cx="759904" cy="357190"/>
              <a:chOff x="3975" y="4005"/>
              <a:chExt cx="1860" cy="1005"/>
            </a:xfrm>
          </p:grpSpPr>
          <p:sp>
            <p:nvSpPr>
              <p:cNvPr id="114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15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122" name="121 Elipse"/>
            <p:cNvSpPr/>
            <p:nvPr/>
          </p:nvSpPr>
          <p:spPr>
            <a:xfrm>
              <a:off x="4099213" y="5197948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20" name="19 Grupo"/>
          <p:cNvGrpSpPr/>
          <p:nvPr/>
        </p:nvGrpSpPr>
        <p:grpSpPr>
          <a:xfrm>
            <a:off x="4900812" y="3312163"/>
            <a:ext cx="759904" cy="491037"/>
            <a:chOff x="4900811" y="3312162"/>
            <a:chExt cx="759904" cy="491038"/>
          </a:xfrm>
        </p:grpSpPr>
        <p:sp>
          <p:nvSpPr>
            <p:cNvPr id="158" name="Rectangle 44"/>
            <p:cNvSpPr>
              <a:spLocks noChangeArrowheads="1"/>
            </p:cNvSpPr>
            <p:nvPr/>
          </p:nvSpPr>
          <p:spPr bwMode="auto">
            <a:xfrm>
              <a:off x="4900811" y="3446010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PM</a:t>
              </a:r>
              <a:endParaRPr lang="es-BO" b="1" dirty="0"/>
            </a:p>
          </p:txBody>
        </p:sp>
        <p:cxnSp>
          <p:nvCxnSpPr>
            <p:cNvPr id="219" name="AutoShape 82"/>
            <p:cNvCxnSpPr>
              <a:cxnSpLocks noChangeShapeType="1"/>
            </p:cNvCxnSpPr>
            <p:nvPr/>
          </p:nvCxnSpPr>
          <p:spPr bwMode="auto">
            <a:xfrm>
              <a:off x="5279712" y="3312660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4" name="AutoShape 82"/>
            <p:cNvCxnSpPr>
              <a:cxnSpLocks noChangeShapeType="1"/>
            </p:cNvCxnSpPr>
            <p:nvPr/>
          </p:nvCxnSpPr>
          <p:spPr bwMode="auto">
            <a:xfrm>
              <a:off x="5356943" y="3312162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9" name="18 Grupo"/>
          <p:cNvGrpSpPr/>
          <p:nvPr/>
        </p:nvGrpSpPr>
        <p:grpSpPr>
          <a:xfrm>
            <a:off x="5347122" y="3892075"/>
            <a:ext cx="759904" cy="500563"/>
            <a:chOff x="5761160" y="3820066"/>
            <a:chExt cx="759904" cy="500563"/>
          </a:xfrm>
        </p:grpSpPr>
        <p:sp>
          <p:nvSpPr>
            <p:cNvPr id="166" name="Rectangle 44"/>
            <p:cNvSpPr>
              <a:spLocks noChangeArrowheads="1"/>
            </p:cNvSpPr>
            <p:nvPr/>
          </p:nvSpPr>
          <p:spPr bwMode="auto">
            <a:xfrm>
              <a:off x="5761160" y="3963439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97" name="196 Elipse"/>
            <p:cNvSpPr/>
            <p:nvPr/>
          </p:nvSpPr>
          <p:spPr>
            <a:xfrm>
              <a:off x="6009550" y="4005432"/>
              <a:ext cx="239148" cy="25315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cxnSp>
          <p:nvCxnSpPr>
            <p:cNvPr id="199" name="198 Conector recto de flecha"/>
            <p:cNvCxnSpPr>
              <a:stCxn id="197" idx="4"/>
              <a:endCxn id="197" idx="0"/>
            </p:cNvCxnSpPr>
            <p:nvPr/>
          </p:nvCxnSpPr>
          <p:spPr>
            <a:xfrm rot="5400000" flipH="1">
              <a:off x="6002546" y="4132010"/>
              <a:ext cx="253155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AutoShape 82"/>
            <p:cNvCxnSpPr>
              <a:cxnSpLocks noChangeShapeType="1"/>
            </p:cNvCxnSpPr>
            <p:nvPr/>
          </p:nvCxnSpPr>
          <p:spPr bwMode="auto">
            <a:xfrm>
              <a:off x="6124187" y="3820066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5" name="4 Grupo"/>
          <p:cNvGrpSpPr/>
          <p:nvPr/>
        </p:nvGrpSpPr>
        <p:grpSpPr>
          <a:xfrm>
            <a:off x="9103772" y="5190825"/>
            <a:ext cx="759904" cy="492202"/>
            <a:chOff x="2272060" y="3847201"/>
            <a:chExt cx="759904" cy="492202"/>
          </a:xfrm>
        </p:grpSpPr>
        <p:grpSp>
          <p:nvGrpSpPr>
            <p:cNvPr id="106" name="Group 41"/>
            <p:cNvGrpSpPr>
              <a:grpSpLocks/>
            </p:cNvGrpSpPr>
            <p:nvPr/>
          </p:nvGrpSpPr>
          <p:grpSpPr bwMode="auto">
            <a:xfrm>
              <a:off x="2272060" y="3982212"/>
              <a:ext cx="759904" cy="357191"/>
              <a:chOff x="3975" y="4005"/>
              <a:chExt cx="1860" cy="1005"/>
            </a:xfrm>
          </p:grpSpPr>
          <p:sp>
            <p:nvSpPr>
              <p:cNvPr id="121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28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29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133" name="AutoShape 81"/>
            <p:cNvCxnSpPr>
              <a:cxnSpLocks noChangeShapeType="1"/>
            </p:cNvCxnSpPr>
            <p:nvPr/>
          </p:nvCxnSpPr>
          <p:spPr bwMode="auto">
            <a:xfrm>
              <a:off x="2578812" y="3847201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4" name="AutoShape 82"/>
            <p:cNvCxnSpPr>
              <a:cxnSpLocks noChangeShapeType="1"/>
            </p:cNvCxnSpPr>
            <p:nvPr/>
          </p:nvCxnSpPr>
          <p:spPr bwMode="auto">
            <a:xfrm>
              <a:off x="2696287" y="384720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39" name="138 Grupo"/>
          <p:cNvGrpSpPr/>
          <p:nvPr/>
        </p:nvGrpSpPr>
        <p:grpSpPr>
          <a:xfrm>
            <a:off x="5779806" y="5190825"/>
            <a:ext cx="759904" cy="492202"/>
            <a:chOff x="2272060" y="3847201"/>
            <a:chExt cx="759904" cy="492202"/>
          </a:xfrm>
        </p:grpSpPr>
        <p:grpSp>
          <p:nvGrpSpPr>
            <p:cNvPr id="140" name="Group 41"/>
            <p:cNvGrpSpPr>
              <a:grpSpLocks/>
            </p:cNvGrpSpPr>
            <p:nvPr/>
          </p:nvGrpSpPr>
          <p:grpSpPr bwMode="auto">
            <a:xfrm>
              <a:off x="2272060" y="3982212"/>
              <a:ext cx="759904" cy="357191"/>
              <a:chOff x="3975" y="4005"/>
              <a:chExt cx="1860" cy="1005"/>
            </a:xfrm>
          </p:grpSpPr>
          <p:sp>
            <p:nvSpPr>
              <p:cNvPr id="143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44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45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141" name="AutoShape 81"/>
            <p:cNvCxnSpPr>
              <a:cxnSpLocks noChangeShapeType="1"/>
            </p:cNvCxnSpPr>
            <p:nvPr/>
          </p:nvCxnSpPr>
          <p:spPr bwMode="auto">
            <a:xfrm>
              <a:off x="2578812" y="3847201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2" name="AutoShape 82"/>
            <p:cNvCxnSpPr>
              <a:cxnSpLocks noChangeShapeType="1"/>
            </p:cNvCxnSpPr>
            <p:nvPr/>
          </p:nvCxnSpPr>
          <p:spPr bwMode="auto">
            <a:xfrm>
              <a:off x="2696287" y="384720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47" name="146 Grupo"/>
          <p:cNvGrpSpPr/>
          <p:nvPr/>
        </p:nvGrpSpPr>
        <p:grpSpPr>
          <a:xfrm>
            <a:off x="1616385" y="5123320"/>
            <a:ext cx="759904" cy="492202"/>
            <a:chOff x="2272060" y="3847201"/>
            <a:chExt cx="759904" cy="492202"/>
          </a:xfrm>
        </p:grpSpPr>
        <p:grpSp>
          <p:nvGrpSpPr>
            <p:cNvPr id="148" name="Group 41"/>
            <p:cNvGrpSpPr>
              <a:grpSpLocks/>
            </p:cNvGrpSpPr>
            <p:nvPr/>
          </p:nvGrpSpPr>
          <p:grpSpPr bwMode="auto">
            <a:xfrm>
              <a:off x="2272060" y="3982212"/>
              <a:ext cx="759904" cy="357191"/>
              <a:chOff x="3975" y="4005"/>
              <a:chExt cx="1860" cy="1005"/>
            </a:xfrm>
          </p:grpSpPr>
          <p:sp>
            <p:nvSpPr>
              <p:cNvPr id="153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55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56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149" name="AutoShape 81"/>
            <p:cNvCxnSpPr>
              <a:cxnSpLocks noChangeShapeType="1"/>
            </p:cNvCxnSpPr>
            <p:nvPr/>
          </p:nvCxnSpPr>
          <p:spPr bwMode="auto">
            <a:xfrm>
              <a:off x="2578812" y="3847201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51" name="AutoShape 82"/>
            <p:cNvCxnSpPr>
              <a:cxnSpLocks noChangeShapeType="1"/>
            </p:cNvCxnSpPr>
            <p:nvPr/>
          </p:nvCxnSpPr>
          <p:spPr bwMode="auto">
            <a:xfrm>
              <a:off x="2696287" y="384720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57" name="156 Grupo"/>
          <p:cNvGrpSpPr/>
          <p:nvPr/>
        </p:nvGrpSpPr>
        <p:grpSpPr>
          <a:xfrm>
            <a:off x="4809880" y="5194197"/>
            <a:ext cx="759904" cy="488831"/>
            <a:chOff x="3941044" y="4997074"/>
            <a:chExt cx="759904" cy="488831"/>
          </a:xfrm>
        </p:grpSpPr>
        <p:cxnSp>
          <p:nvCxnSpPr>
            <p:cNvPr id="159" name="AutoShape 81"/>
            <p:cNvCxnSpPr>
              <a:cxnSpLocks noChangeShapeType="1"/>
            </p:cNvCxnSpPr>
            <p:nvPr/>
          </p:nvCxnSpPr>
          <p:spPr bwMode="auto">
            <a:xfrm>
              <a:off x="4267983" y="4997074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60" name="AutoShape 82"/>
            <p:cNvCxnSpPr>
              <a:cxnSpLocks noChangeShapeType="1"/>
            </p:cNvCxnSpPr>
            <p:nvPr/>
          </p:nvCxnSpPr>
          <p:spPr bwMode="auto">
            <a:xfrm>
              <a:off x="4385458" y="499707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61" name="Group 41"/>
            <p:cNvGrpSpPr>
              <a:grpSpLocks/>
            </p:cNvGrpSpPr>
            <p:nvPr/>
          </p:nvGrpSpPr>
          <p:grpSpPr bwMode="auto">
            <a:xfrm>
              <a:off x="3941044" y="5128715"/>
              <a:ext cx="759904" cy="357190"/>
              <a:chOff x="3975" y="4005"/>
              <a:chExt cx="1860" cy="1005"/>
            </a:xfrm>
          </p:grpSpPr>
          <p:sp>
            <p:nvSpPr>
              <p:cNvPr id="163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64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162" name="161 Elipse"/>
            <p:cNvSpPr/>
            <p:nvPr/>
          </p:nvSpPr>
          <p:spPr>
            <a:xfrm>
              <a:off x="4099213" y="5197948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165" name="164 Grupo"/>
          <p:cNvGrpSpPr/>
          <p:nvPr/>
        </p:nvGrpSpPr>
        <p:grpSpPr>
          <a:xfrm>
            <a:off x="6675451" y="5173798"/>
            <a:ext cx="759904" cy="489728"/>
            <a:chOff x="3036426" y="2709793"/>
            <a:chExt cx="759904" cy="489728"/>
          </a:xfrm>
        </p:grpSpPr>
        <p:grpSp>
          <p:nvGrpSpPr>
            <p:cNvPr id="167" name="Group 41"/>
            <p:cNvGrpSpPr>
              <a:grpSpLocks/>
            </p:cNvGrpSpPr>
            <p:nvPr/>
          </p:nvGrpSpPr>
          <p:grpSpPr bwMode="auto">
            <a:xfrm>
              <a:off x="3036426" y="2842331"/>
              <a:ext cx="759904" cy="357190"/>
              <a:chOff x="3975" y="4005"/>
              <a:chExt cx="1860" cy="1005"/>
            </a:xfrm>
          </p:grpSpPr>
          <p:sp>
            <p:nvSpPr>
              <p:cNvPr id="172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73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74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168" name="AutoShape 81"/>
            <p:cNvCxnSpPr>
              <a:cxnSpLocks noChangeShapeType="1"/>
            </p:cNvCxnSpPr>
            <p:nvPr/>
          </p:nvCxnSpPr>
          <p:spPr bwMode="auto">
            <a:xfrm>
              <a:off x="3345993" y="2709793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69" name="AutoShape 82"/>
            <p:cNvCxnSpPr>
              <a:cxnSpLocks noChangeShapeType="1"/>
            </p:cNvCxnSpPr>
            <p:nvPr/>
          </p:nvCxnSpPr>
          <p:spPr bwMode="auto">
            <a:xfrm>
              <a:off x="3463468" y="2709793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71" name="170 Elipse"/>
            <p:cNvSpPr/>
            <p:nvPr/>
          </p:nvSpPr>
          <p:spPr>
            <a:xfrm>
              <a:off x="3223400" y="2911564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201" name="200 Grupo"/>
          <p:cNvGrpSpPr/>
          <p:nvPr/>
        </p:nvGrpSpPr>
        <p:grpSpPr>
          <a:xfrm>
            <a:off x="5780600" y="6004542"/>
            <a:ext cx="759904" cy="741988"/>
            <a:chOff x="3287444" y="3859891"/>
            <a:chExt cx="759904" cy="741988"/>
          </a:xfrm>
        </p:grpSpPr>
        <p:grpSp>
          <p:nvGrpSpPr>
            <p:cNvPr id="202" name="Group 41"/>
            <p:cNvGrpSpPr>
              <a:grpSpLocks/>
            </p:cNvGrpSpPr>
            <p:nvPr/>
          </p:nvGrpSpPr>
          <p:grpSpPr bwMode="auto">
            <a:xfrm>
              <a:off x="3287444" y="4127845"/>
              <a:ext cx="759904" cy="357190"/>
              <a:chOff x="3975" y="4005"/>
              <a:chExt cx="1860" cy="1005"/>
            </a:xfrm>
          </p:grpSpPr>
          <p:sp>
            <p:nvSpPr>
              <p:cNvPr id="206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07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09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203" name="Oval 16"/>
            <p:cNvSpPr>
              <a:spLocks noChangeArrowheads="1"/>
            </p:cNvSpPr>
            <p:nvPr/>
          </p:nvSpPr>
          <p:spPr bwMode="auto">
            <a:xfrm>
              <a:off x="3866953" y="4480499"/>
              <a:ext cx="94389" cy="11307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04" name="Oval 16"/>
            <p:cNvSpPr>
              <a:spLocks noChangeArrowheads="1"/>
            </p:cNvSpPr>
            <p:nvPr/>
          </p:nvSpPr>
          <p:spPr bwMode="auto">
            <a:xfrm>
              <a:off x="3404997" y="4488801"/>
              <a:ext cx="94389" cy="11307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05" name="204 CuadroTexto"/>
            <p:cNvSpPr txBox="1"/>
            <p:nvPr/>
          </p:nvSpPr>
          <p:spPr>
            <a:xfrm>
              <a:off x="3332056" y="3859891"/>
              <a:ext cx="63192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BO" dirty="0" err="1" smtClean="0"/>
                <a:t>xx</a:t>
              </a:r>
              <a:endParaRPr lang="es-BO" dirty="0"/>
            </a:p>
          </p:txBody>
        </p:sp>
      </p:grpSp>
      <p:grpSp>
        <p:nvGrpSpPr>
          <p:cNvPr id="210" name="209 Grupo"/>
          <p:cNvGrpSpPr/>
          <p:nvPr/>
        </p:nvGrpSpPr>
        <p:grpSpPr>
          <a:xfrm>
            <a:off x="2002776" y="6069914"/>
            <a:ext cx="759904" cy="741988"/>
            <a:chOff x="3287444" y="3859891"/>
            <a:chExt cx="759904" cy="741988"/>
          </a:xfrm>
        </p:grpSpPr>
        <p:grpSp>
          <p:nvGrpSpPr>
            <p:cNvPr id="211" name="Group 41"/>
            <p:cNvGrpSpPr>
              <a:grpSpLocks/>
            </p:cNvGrpSpPr>
            <p:nvPr/>
          </p:nvGrpSpPr>
          <p:grpSpPr bwMode="auto">
            <a:xfrm>
              <a:off x="3287444" y="4127845"/>
              <a:ext cx="759904" cy="357190"/>
              <a:chOff x="3975" y="4005"/>
              <a:chExt cx="1860" cy="1005"/>
            </a:xfrm>
          </p:grpSpPr>
          <p:sp>
            <p:nvSpPr>
              <p:cNvPr id="223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24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25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212" name="Oval 16"/>
            <p:cNvSpPr>
              <a:spLocks noChangeArrowheads="1"/>
            </p:cNvSpPr>
            <p:nvPr/>
          </p:nvSpPr>
          <p:spPr bwMode="auto">
            <a:xfrm>
              <a:off x="3866953" y="4480499"/>
              <a:ext cx="94389" cy="11307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20" name="Oval 16"/>
            <p:cNvSpPr>
              <a:spLocks noChangeArrowheads="1"/>
            </p:cNvSpPr>
            <p:nvPr/>
          </p:nvSpPr>
          <p:spPr bwMode="auto">
            <a:xfrm>
              <a:off x="3404997" y="4488801"/>
              <a:ext cx="94389" cy="11307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22" name="221 CuadroTexto"/>
            <p:cNvSpPr txBox="1"/>
            <p:nvPr/>
          </p:nvSpPr>
          <p:spPr>
            <a:xfrm>
              <a:off x="3332056" y="3859891"/>
              <a:ext cx="63192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BO" dirty="0" err="1" smtClean="0"/>
                <a:t>xx</a:t>
              </a:r>
              <a:endParaRPr lang="es-BO" dirty="0"/>
            </a:p>
          </p:txBody>
        </p:sp>
      </p:grpSp>
      <p:grpSp>
        <p:nvGrpSpPr>
          <p:cNvPr id="241" name="240 Grupo"/>
          <p:cNvGrpSpPr/>
          <p:nvPr/>
        </p:nvGrpSpPr>
        <p:grpSpPr>
          <a:xfrm>
            <a:off x="5709509" y="6782417"/>
            <a:ext cx="830997" cy="490540"/>
            <a:chOff x="6676365" y="3471547"/>
            <a:chExt cx="830997" cy="490540"/>
          </a:xfrm>
        </p:grpSpPr>
        <p:sp>
          <p:nvSpPr>
            <p:cNvPr id="251" name="Rectangle 44"/>
            <p:cNvSpPr>
              <a:spLocks noChangeArrowheads="1"/>
            </p:cNvSpPr>
            <p:nvPr/>
          </p:nvSpPr>
          <p:spPr bwMode="auto">
            <a:xfrm>
              <a:off x="6696265" y="3604897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 dirty="0"/>
            </a:p>
          </p:txBody>
        </p:sp>
        <p:sp>
          <p:nvSpPr>
            <p:cNvPr id="252" name="251 CuadroTexto"/>
            <p:cNvSpPr txBox="1"/>
            <p:nvPr/>
          </p:nvSpPr>
          <p:spPr>
            <a:xfrm rot="5400000">
              <a:off x="6915941" y="3309338"/>
              <a:ext cx="3518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BO" sz="4800" dirty="0"/>
                <a:t>E</a:t>
              </a:r>
            </a:p>
          </p:txBody>
        </p:sp>
        <p:cxnSp>
          <p:nvCxnSpPr>
            <p:cNvPr id="256" name="AutoShape 82"/>
            <p:cNvCxnSpPr>
              <a:cxnSpLocks noChangeShapeType="1"/>
            </p:cNvCxnSpPr>
            <p:nvPr/>
          </p:nvCxnSpPr>
          <p:spPr bwMode="auto">
            <a:xfrm>
              <a:off x="7071144" y="3471547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5" name="14 Grupo"/>
          <p:cNvGrpSpPr/>
          <p:nvPr/>
        </p:nvGrpSpPr>
        <p:grpSpPr>
          <a:xfrm>
            <a:off x="1992410" y="6789998"/>
            <a:ext cx="1050749" cy="554971"/>
            <a:chOff x="1996336" y="6768901"/>
            <a:chExt cx="1050749" cy="554971"/>
          </a:xfrm>
        </p:grpSpPr>
        <p:sp>
          <p:nvSpPr>
            <p:cNvPr id="237" name="Rectangle 44"/>
            <p:cNvSpPr>
              <a:spLocks noChangeArrowheads="1"/>
            </p:cNvSpPr>
            <p:nvPr/>
          </p:nvSpPr>
          <p:spPr bwMode="auto">
            <a:xfrm>
              <a:off x="2016236" y="6902251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 dirty="0"/>
            </a:p>
          </p:txBody>
        </p:sp>
        <p:sp>
          <p:nvSpPr>
            <p:cNvPr id="238" name="237 CuadroTexto"/>
            <p:cNvSpPr txBox="1"/>
            <p:nvPr/>
          </p:nvSpPr>
          <p:spPr>
            <a:xfrm rot="5400000">
              <a:off x="2235912" y="6606692"/>
              <a:ext cx="3518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BO" sz="4800" dirty="0"/>
                <a:t>E</a:t>
              </a:r>
            </a:p>
          </p:txBody>
        </p:sp>
        <p:cxnSp>
          <p:nvCxnSpPr>
            <p:cNvPr id="239" name="AutoShape 82"/>
            <p:cNvCxnSpPr>
              <a:cxnSpLocks noChangeShapeType="1"/>
            </p:cNvCxnSpPr>
            <p:nvPr/>
          </p:nvCxnSpPr>
          <p:spPr bwMode="auto">
            <a:xfrm>
              <a:off x="2391115" y="676890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4" name="13 CuadroTexto"/>
            <p:cNvSpPr txBox="1"/>
            <p:nvPr/>
          </p:nvSpPr>
          <p:spPr>
            <a:xfrm>
              <a:off x="2690643" y="7046873"/>
              <a:ext cx="356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BO" sz="1200" dirty="0"/>
                <a:t>(-)</a:t>
              </a:r>
            </a:p>
          </p:txBody>
        </p:sp>
      </p:grpSp>
      <p:grpSp>
        <p:nvGrpSpPr>
          <p:cNvPr id="262" name="261 Grupo"/>
          <p:cNvGrpSpPr/>
          <p:nvPr/>
        </p:nvGrpSpPr>
        <p:grpSpPr>
          <a:xfrm>
            <a:off x="9563324" y="5997906"/>
            <a:ext cx="759904" cy="741988"/>
            <a:chOff x="3287444" y="3859891"/>
            <a:chExt cx="759904" cy="741988"/>
          </a:xfrm>
        </p:grpSpPr>
        <p:grpSp>
          <p:nvGrpSpPr>
            <p:cNvPr id="263" name="Group 41"/>
            <p:cNvGrpSpPr>
              <a:grpSpLocks/>
            </p:cNvGrpSpPr>
            <p:nvPr/>
          </p:nvGrpSpPr>
          <p:grpSpPr bwMode="auto">
            <a:xfrm>
              <a:off x="3287444" y="4127845"/>
              <a:ext cx="759904" cy="357190"/>
              <a:chOff x="3975" y="4005"/>
              <a:chExt cx="1860" cy="1005"/>
            </a:xfrm>
          </p:grpSpPr>
          <p:sp>
            <p:nvSpPr>
              <p:cNvPr id="267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68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69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264" name="Oval 16"/>
            <p:cNvSpPr>
              <a:spLocks noChangeArrowheads="1"/>
            </p:cNvSpPr>
            <p:nvPr/>
          </p:nvSpPr>
          <p:spPr bwMode="auto">
            <a:xfrm>
              <a:off x="3866953" y="4480499"/>
              <a:ext cx="94389" cy="11307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65" name="Oval 16"/>
            <p:cNvSpPr>
              <a:spLocks noChangeArrowheads="1"/>
            </p:cNvSpPr>
            <p:nvPr/>
          </p:nvSpPr>
          <p:spPr bwMode="auto">
            <a:xfrm>
              <a:off x="3404997" y="4488801"/>
              <a:ext cx="94389" cy="11307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66" name="265 CuadroTexto"/>
            <p:cNvSpPr txBox="1"/>
            <p:nvPr/>
          </p:nvSpPr>
          <p:spPr>
            <a:xfrm>
              <a:off x="3332056" y="3859891"/>
              <a:ext cx="63192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BO" dirty="0" err="1" smtClean="0"/>
                <a:t>xx</a:t>
              </a:r>
              <a:endParaRPr lang="es-BO" dirty="0"/>
            </a:p>
          </p:txBody>
        </p:sp>
      </p:grpSp>
      <p:grpSp>
        <p:nvGrpSpPr>
          <p:cNvPr id="270" name="269 Grupo"/>
          <p:cNvGrpSpPr/>
          <p:nvPr/>
        </p:nvGrpSpPr>
        <p:grpSpPr>
          <a:xfrm>
            <a:off x="9552958" y="6717989"/>
            <a:ext cx="1050749" cy="554971"/>
            <a:chOff x="1996336" y="6768901"/>
            <a:chExt cx="1050749" cy="554971"/>
          </a:xfrm>
        </p:grpSpPr>
        <p:sp>
          <p:nvSpPr>
            <p:cNvPr id="271" name="Rectangle 44"/>
            <p:cNvSpPr>
              <a:spLocks noChangeArrowheads="1"/>
            </p:cNvSpPr>
            <p:nvPr/>
          </p:nvSpPr>
          <p:spPr bwMode="auto">
            <a:xfrm>
              <a:off x="2016236" y="6902251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 dirty="0"/>
            </a:p>
          </p:txBody>
        </p:sp>
        <p:sp>
          <p:nvSpPr>
            <p:cNvPr id="272" name="271 CuadroTexto"/>
            <p:cNvSpPr txBox="1"/>
            <p:nvPr/>
          </p:nvSpPr>
          <p:spPr>
            <a:xfrm rot="5400000">
              <a:off x="2235912" y="6606692"/>
              <a:ext cx="3518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BO" sz="4800" dirty="0"/>
                <a:t>E</a:t>
              </a:r>
            </a:p>
          </p:txBody>
        </p:sp>
        <p:cxnSp>
          <p:nvCxnSpPr>
            <p:cNvPr id="273" name="AutoShape 82"/>
            <p:cNvCxnSpPr>
              <a:cxnSpLocks noChangeShapeType="1"/>
            </p:cNvCxnSpPr>
            <p:nvPr/>
          </p:nvCxnSpPr>
          <p:spPr bwMode="auto">
            <a:xfrm>
              <a:off x="2391115" y="676890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74" name="273 CuadroTexto"/>
            <p:cNvSpPr txBox="1"/>
            <p:nvPr/>
          </p:nvSpPr>
          <p:spPr>
            <a:xfrm>
              <a:off x="2690643" y="7046873"/>
              <a:ext cx="356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BO" sz="1200" dirty="0"/>
                <a:t>(-)</a:t>
              </a:r>
            </a:p>
          </p:txBody>
        </p:sp>
      </p:grpSp>
      <p:grpSp>
        <p:nvGrpSpPr>
          <p:cNvPr id="18" name="17 Grupo"/>
          <p:cNvGrpSpPr/>
          <p:nvPr/>
        </p:nvGrpSpPr>
        <p:grpSpPr>
          <a:xfrm>
            <a:off x="6313365" y="3879390"/>
            <a:ext cx="759904" cy="491037"/>
            <a:chOff x="9950198" y="2702014"/>
            <a:chExt cx="759904" cy="491037"/>
          </a:xfrm>
        </p:grpSpPr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9950198" y="2835861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127" name="AutoShape 82"/>
            <p:cNvCxnSpPr>
              <a:cxnSpLocks noChangeShapeType="1"/>
            </p:cNvCxnSpPr>
            <p:nvPr/>
          </p:nvCxnSpPr>
          <p:spPr bwMode="auto">
            <a:xfrm>
              <a:off x="10295821" y="270201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75" name="AutoShape 82"/>
            <p:cNvCxnSpPr>
              <a:cxnSpLocks noChangeShapeType="1"/>
            </p:cNvCxnSpPr>
            <p:nvPr/>
          </p:nvCxnSpPr>
          <p:spPr bwMode="auto">
            <a:xfrm>
              <a:off x="10372187" y="2702692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76" name="Oval 16"/>
            <p:cNvSpPr>
              <a:spLocks noChangeArrowheads="1"/>
            </p:cNvSpPr>
            <p:nvPr/>
          </p:nvSpPr>
          <p:spPr bwMode="auto">
            <a:xfrm>
              <a:off x="10289576" y="2945043"/>
              <a:ext cx="94389" cy="11307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22" name="21 Elipse"/>
          <p:cNvSpPr/>
          <p:nvPr/>
        </p:nvSpPr>
        <p:spPr>
          <a:xfrm>
            <a:off x="1325988" y="4886361"/>
            <a:ext cx="2163838" cy="1090452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sp>
        <p:nvSpPr>
          <p:cNvPr id="277" name="276 Elipse"/>
          <p:cNvSpPr/>
          <p:nvPr/>
        </p:nvSpPr>
        <p:spPr>
          <a:xfrm>
            <a:off x="1314674" y="6048821"/>
            <a:ext cx="2163838" cy="1440160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sp>
        <p:nvSpPr>
          <p:cNvPr id="278" name="277 Elipse"/>
          <p:cNvSpPr/>
          <p:nvPr/>
        </p:nvSpPr>
        <p:spPr>
          <a:xfrm>
            <a:off x="5055493" y="6048821"/>
            <a:ext cx="2163838" cy="1440160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sp>
        <p:nvSpPr>
          <p:cNvPr id="279" name="278 Elipse"/>
          <p:cNvSpPr/>
          <p:nvPr/>
        </p:nvSpPr>
        <p:spPr>
          <a:xfrm>
            <a:off x="8854280" y="6048821"/>
            <a:ext cx="2163838" cy="1440160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sp>
        <p:nvSpPr>
          <p:cNvPr id="280" name="279 Elipse"/>
          <p:cNvSpPr/>
          <p:nvPr/>
        </p:nvSpPr>
        <p:spPr>
          <a:xfrm>
            <a:off x="8803506" y="4896694"/>
            <a:ext cx="2163838" cy="1090452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sp>
        <p:nvSpPr>
          <p:cNvPr id="281" name="280 Elipse"/>
          <p:cNvSpPr/>
          <p:nvPr/>
        </p:nvSpPr>
        <p:spPr>
          <a:xfrm>
            <a:off x="4555033" y="4896694"/>
            <a:ext cx="3096345" cy="1090452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sp>
        <p:nvSpPr>
          <p:cNvPr id="282" name="281 Elipse"/>
          <p:cNvSpPr/>
          <p:nvPr/>
        </p:nvSpPr>
        <p:spPr>
          <a:xfrm>
            <a:off x="4555033" y="2552551"/>
            <a:ext cx="3096345" cy="2128117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sp>
        <p:nvSpPr>
          <p:cNvPr id="283" name="282 Elipse"/>
          <p:cNvSpPr/>
          <p:nvPr/>
        </p:nvSpPr>
        <p:spPr>
          <a:xfrm>
            <a:off x="5059090" y="6048821"/>
            <a:ext cx="2163838" cy="1440160"/>
          </a:xfrm>
          <a:prstGeom prst="ellipse">
            <a:avLst/>
          </a:prstGeom>
          <a:solidFill>
            <a:srgbClr val="FFFF00">
              <a:alpha val="20000"/>
            </a:srgbClr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spcCol="0" rtlCol="0" anchor="ctr"/>
          <a:lstStyle/>
          <a:p>
            <a:pPr algn="ctr"/>
            <a:endParaRPr lang="es-BO"/>
          </a:p>
        </p:txBody>
      </p:sp>
      <p:grpSp>
        <p:nvGrpSpPr>
          <p:cNvPr id="284" name="283 Grupo"/>
          <p:cNvGrpSpPr/>
          <p:nvPr/>
        </p:nvGrpSpPr>
        <p:grpSpPr>
          <a:xfrm>
            <a:off x="6193950" y="2690522"/>
            <a:ext cx="759904" cy="491037"/>
            <a:chOff x="9950198" y="4226722"/>
            <a:chExt cx="759904" cy="491037"/>
          </a:xfrm>
        </p:grpSpPr>
        <p:sp>
          <p:nvSpPr>
            <p:cNvPr id="285" name="Rectangle 44"/>
            <p:cNvSpPr>
              <a:spLocks noChangeArrowheads="1"/>
            </p:cNvSpPr>
            <p:nvPr/>
          </p:nvSpPr>
          <p:spPr bwMode="auto">
            <a:xfrm>
              <a:off x="9950198" y="4360569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286" name="AutoShape 82"/>
            <p:cNvCxnSpPr>
              <a:cxnSpLocks noChangeShapeType="1"/>
            </p:cNvCxnSpPr>
            <p:nvPr/>
          </p:nvCxnSpPr>
          <p:spPr bwMode="auto">
            <a:xfrm>
              <a:off x="10332275" y="4226722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87" name="Oval 16"/>
            <p:cNvSpPr>
              <a:spLocks noChangeArrowheads="1"/>
            </p:cNvSpPr>
            <p:nvPr/>
          </p:nvSpPr>
          <p:spPr bwMode="auto">
            <a:xfrm>
              <a:off x="10341331" y="4483209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88" name="Oval 16"/>
            <p:cNvSpPr>
              <a:spLocks noChangeArrowheads="1"/>
            </p:cNvSpPr>
            <p:nvPr/>
          </p:nvSpPr>
          <p:spPr bwMode="auto">
            <a:xfrm>
              <a:off x="10110132" y="4483209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7" name="Rectangle 69"/>
          <p:cNvSpPr>
            <a:spLocks noChangeArrowheads="1"/>
          </p:cNvSpPr>
          <p:nvPr/>
        </p:nvSpPr>
        <p:spPr bwMode="auto">
          <a:xfrm>
            <a:off x="3860576" y="432200"/>
            <a:ext cx="3839380" cy="30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" sz="1400" b="1" u="sng" dirty="0">
                <a:latin typeface="Arial" pitchFamily="34" charset="0"/>
                <a:cs typeface="Arial" pitchFamily="34" charset="0"/>
              </a:rPr>
              <a:t>INTENCIÓN DEL II CUERPO DE  EJÉRCITO</a:t>
            </a:r>
            <a:endParaRPr lang="es-BO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5199509" y="2232397"/>
            <a:ext cx="2163838" cy="1090452"/>
            <a:chOff x="1325988" y="4886361"/>
            <a:chExt cx="2163837" cy="1090452"/>
          </a:xfrm>
        </p:grpSpPr>
        <p:grpSp>
          <p:nvGrpSpPr>
            <p:cNvPr id="10" name="9 Grupo"/>
            <p:cNvGrpSpPr/>
            <p:nvPr/>
          </p:nvGrpSpPr>
          <p:grpSpPr>
            <a:xfrm>
              <a:off x="2476529" y="5116352"/>
              <a:ext cx="759904" cy="489728"/>
              <a:chOff x="3036426" y="2709793"/>
              <a:chExt cx="759904" cy="489728"/>
            </a:xfrm>
          </p:grpSpPr>
          <p:grpSp>
            <p:nvGrpSpPr>
              <p:cNvPr id="82" name="Group 41"/>
              <p:cNvGrpSpPr>
                <a:grpSpLocks/>
              </p:cNvGrpSpPr>
              <p:nvPr/>
            </p:nvGrpSpPr>
            <p:grpSpPr bwMode="auto">
              <a:xfrm>
                <a:off x="3036426" y="2842331"/>
                <a:ext cx="759904" cy="357190"/>
                <a:chOff x="3975" y="4005"/>
                <a:chExt cx="1860" cy="1005"/>
              </a:xfrm>
            </p:grpSpPr>
            <p:sp>
              <p:nvSpPr>
                <p:cNvPr id="83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84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85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cxnSp>
            <p:nvCxnSpPr>
              <p:cNvPr id="92" name="AutoShape 81"/>
              <p:cNvCxnSpPr>
                <a:cxnSpLocks noChangeShapeType="1"/>
              </p:cNvCxnSpPr>
              <p:nvPr/>
            </p:nvCxnSpPr>
            <p:spPr bwMode="auto">
              <a:xfrm>
                <a:off x="3345993" y="2709793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93" name="AutoShape 82"/>
              <p:cNvCxnSpPr>
                <a:cxnSpLocks noChangeShapeType="1"/>
              </p:cNvCxnSpPr>
              <p:nvPr/>
            </p:nvCxnSpPr>
            <p:spPr bwMode="auto">
              <a:xfrm>
                <a:off x="3463468" y="2709793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94" name="93 Elipse"/>
              <p:cNvSpPr/>
              <p:nvPr/>
            </p:nvSpPr>
            <p:spPr>
              <a:xfrm>
                <a:off x="3191205" y="2911564"/>
                <a:ext cx="428628" cy="21431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grpSp>
          <p:nvGrpSpPr>
            <p:cNvPr id="147" name="146 Grupo"/>
            <p:cNvGrpSpPr/>
            <p:nvPr/>
          </p:nvGrpSpPr>
          <p:grpSpPr>
            <a:xfrm>
              <a:off x="1616384" y="5123320"/>
              <a:ext cx="759904" cy="492202"/>
              <a:chOff x="2272060" y="3847201"/>
              <a:chExt cx="759904" cy="492202"/>
            </a:xfrm>
          </p:grpSpPr>
          <p:grpSp>
            <p:nvGrpSpPr>
              <p:cNvPr id="148" name="Group 41"/>
              <p:cNvGrpSpPr>
                <a:grpSpLocks/>
              </p:cNvGrpSpPr>
              <p:nvPr/>
            </p:nvGrpSpPr>
            <p:grpSpPr bwMode="auto">
              <a:xfrm>
                <a:off x="2272060" y="3982212"/>
                <a:ext cx="759904" cy="357191"/>
                <a:chOff x="3975" y="4005"/>
                <a:chExt cx="1860" cy="1005"/>
              </a:xfrm>
            </p:grpSpPr>
            <p:sp>
              <p:nvSpPr>
                <p:cNvPr id="153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55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56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cxnSp>
            <p:nvCxnSpPr>
              <p:cNvPr id="149" name="AutoShape 81"/>
              <p:cNvCxnSpPr>
                <a:cxnSpLocks noChangeShapeType="1"/>
              </p:cNvCxnSpPr>
              <p:nvPr/>
            </p:nvCxnSpPr>
            <p:spPr bwMode="auto">
              <a:xfrm>
                <a:off x="2578812" y="3847201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51" name="AutoShape 82"/>
              <p:cNvCxnSpPr>
                <a:cxnSpLocks noChangeShapeType="1"/>
              </p:cNvCxnSpPr>
              <p:nvPr/>
            </p:nvCxnSpPr>
            <p:spPr bwMode="auto">
              <a:xfrm>
                <a:off x="2696287" y="3847201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22" name="21 Elipse"/>
            <p:cNvSpPr/>
            <p:nvPr/>
          </p:nvSpPr>
          <p:spPr>
            <a:xfrm>
              <a:off x="1325988" y="4886361"/>
              <a:ext cx="2163837" cy="1090452"/>
            </a:xfrm>
            <a:prstGeom prst="ellipse">
              <a:avLst/>
            </a:pr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2272802" y="1363172"/>
            <a:ext cx="2163838" cy="1440160"/>
            <a:chOff x="1314674" y="6048821"/>
            <a:chExt cx="2163837" cy="1440160"/>
          </a:xfrm>
        </p:grpSpPr>
        <p:grpSp>
          <p:nvGrpSpPr>
            <p:cNvPr id="210" name="209 Grupo"/>
            <p:cNvGrpSpPr/>
            <p:nvPr/>
          </p:nvGrpSpPr>
          <p:grpSpPr>
            <a:xfrm>
              <a:off x="2002775" y="6069914"/>
              <a:ext cx="759904" cy="741988"/>
              <a:chOff x="3287444" y="3859891"/>
              <a:chExt cx="759904" cy="741988"/>
            </a:xfrm>
          </p:grpSpPr>
          <p:grpSp>
            <p:nvGrpSpPr>
              <p:cNvPr id="211" name="Group 41"/>
              <p:cNvGrpSpPr>
                <a:grpSpLocks/>
              </p:cNvGrpSpPr>
              <p:nvPr/>
            </p:nvGrpSpPr>
            <p:grpSpPr bwMode="auto">
              <a:xfrm>
                <a:off x="3287444" y="4127845"/>
                <a:ext cx="759904" cy="357190"/>
                <a:chOff x="3975" y="4005"/>
                <a:chExt cx="1860" cy="1005"/>
              </a:xfrm>
            </p:grpSpPr>
            <p:sp>
              <p:nvSpPr>
                <p:cNvPr id="223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4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5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sp>
            <p:nvSpPr>
              <p:cNvPr id="212" name="Oval 16"/>
              <p:cNvSpPr>
                <a:spLocks noChangeArrowheads="1"/>
              </p:cNvSpPr>
              <p:nvPr/>
            </p:nvSpPr>
            <p:spPr bwMode="auto">
              <a:xfrm>
                <a:off x="3866953" y="4480499"/>
                <a:ext cx="94389" cy="11307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20" name="Oval 16"/>
              <p:cNvSpPr>
                <a:spLocks noChangeArrowheads="1"/>
              </p:cNvSpPr>
              <p:nvPr/>
            </p:nvSpPr>
            <p:spPr bwMode="auto">
              <a:xfrm>
                <a:off x="3404997" y="4488801"/>
                <a:ext cx="94389" cy="11307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22" name="221 CuadroTexto"/>
              <p:cNvSpPr txBox="1"/>
              <p:nvPr/>
            </p:nvSpPr>
            <p:spPr>
              <a:xfrm>
                <a:off x="3332056" y="3859891"/>
                <a:ext cx="631925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BO" dirty="0" err="1" smtClean="0"/>
                  <a:t>xx</a:t>
                </a:r>
                <a:endParaRPr lang="es-BO" dirty="0"/>
              </a:p>
            </p:txBody>
          </p:sp>
        </p:grpSp>
        <p:grpSp>
          <p:nvGrpSpPr>
            <p:cNvPr id="15" name="14 Grupo"/>
            <p:cNvGrpSpPr/>
            <p:nvPr/>
          </p:nvGrpSpPr>
          <p:grpSpPr>
            <a:xfrm>
              <a:off x="1992410" y="6789994"/>
              <a:ext cx="1050748" cy="554971"/>
              <a:chOff x="1996337" y="6768901"/>
              <a:chExt cx="1050748" cy="554971"/>
            </a:xfrm>
          </p:grpSpPr>
          <p:sp>
            <p:nvSpPr>
              <p:cNvPr id="237" name="Rectangle 44"/>
              <p:cNvSpPr>
                <a:spLocks noChangeArrowheads="1"/>
              </p:cNvSpPr>
              <p:nvPr/>
            </p:nvSpPr>
            <p:spPr bwMode="auto">
              <a:xfrm>
                <a:off x="2016236" y="6902251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 dirty="0"/>
              </a:p>
            </p:txBody>
          </p:sp>
          <p:sp>
            <p:nvSpPr>
              <p:cNvPr id="238" name="237 CuadroTexto"/>
              <p:cNvSpPr txBox="1"/>
              <p:nvPr/>
            </p:nvSpPr>
            <p:spPr>
              <a:xfrm rot="5400000">
                <a:off x="2235912" y="6606693"/>
                <a:ext cx="351845" cy="830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BO" sz="4800" dirty="0"/>
                  <a:t>E</a:t>
                </a:r>
              </a:p>
            </p:txBody>
          </p:sp>
          <p:cxnSp>
            <p:nvCxnSpPr>
              <p:cNvPr id="239" name="AutoShape 82"/>
              <p:cNvCxnSpPr>
                <a:cxnSpLocks noChangeShapeType="1"/>
              </p:cNvCxnSpPr>
              <p:nvPr/>
            </p:nvCxnSpPr>
            <p:spPr bwMode="auto">
              <a:xfrm>
                <a:off x="2391115" y="6768901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14" name="13 CuadroTexto"/>
              <p:cNvSpPr txBox="1"/>
              <p:nvPr/>
            </p:nvSpPr>
            <p:spPr>
              <a:xfrm>
                <a:off x="2690643" y="7046873"/>
                <a:ext cx="3564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BO" sz="1200" dirty="0"/>
                  <a:t>(-)</a:t>
                </a:r>
              </a:p>
            </p:txBody>
          </p:sp>
        </p:grpSp>
        <p:sp>
          <p:nvSpPr>
            <p:cNvPr id="277" name="276 Elipse"/>
            <p:cNvSpPr/>
            <p:nvPr/>
          </p:nvSpPr>
          <p:spPr>
            <a:xfrm>
              <a:off x="1314674" y="6048821"/>
              <a:ext cx="2163837" cy="1440160"/>
            </a:xfrm>
            <a:prstGeom prst="ellipse">
              <a:avLst/>
            </a:pr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24" name="23 Grupo"/>
          <p:cNvGrpSpPr/>
          <p:nvPr/>
        </p:nvGrpSpPr>
        <p:grpSpPr>
          <a:xfrm>
            <a:off x="2258937" y="5252503"/>
            <a:ext cx="2163838" cy="1491075"/>
            <a:chOff x="8854280" y="5997906"/>
            <a:chExt cx="2163837" cy="1491075"/>
          </a:xfrm>
        </p:grpSpPr>
        <p:grpSp>
          <p:nvGrpSpPr>
            <p:cNvPr id="262" name="261 Grupo"/>
            <p:cNvGrpSpPr/>
            <p:nvPr/>
          </p:nvGrpSpPr>
          <p:grpSpPr>
            <a:xfrm>
              <a:off x="9563323" y="5997906"/>
              <a:ext cx="759904" cy="741988"/>
              <a:chOff x="3287444" y="3859891"/>
              <a:chExt cx="759904" cy="741988"/>
            </a:xfrm>
          </p:grpSpPr>
          <p:grpSp>
            <p:nvGrpSpPr>
              <p:cNvPr id="263" name="Group 41"/>
              <p:cNvGrpSpPr>
                <a:grpSpLocks/>
              </p:cNvGrpSpPr>
              <p:nvPr/>
            </p:nvGrpSpPr>
            <p:grpSpPr bwMode="auto">
              <a:xfrm>
                <a:off x="3287444" y="4127845"/>
                <a:ext cx="759904" cy="357190"/>
                <a:chOff x="3975" y="4005"/>
                <a:chExt cx="1860" cy="1005"/>
              </a:xfrm>
            </p:grpSpPr>
            <p:sp>
              <p:nvSpPr>
                <p:cNvPr id="267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68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69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sp>
            <p:nvSpPr>
              <p:cNvPr id="264" name="Oval 16"/>
              <p:cNvSpPr>
                <a:spLocks noChangeArrowheads="1"/>
              </p:cNvSpPr>
              <p:nvPr/>
            </p:nvSpPr>
            <p:spPr bwMode="auto">
              <a:xfrm>
                <a:off x="3866953" y="4480499"/>
                <a:ext cx="94389" cy="11307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65" name="Oval 16"/>
              <p:cNvSpPr>
                <a:spLocks noChangeArrowheads="1"/>
              </p:cNvSpPr>
              <p:nvPr/>
            </p:nvSpPr>
            <p:spPr bwMode="auto">
              <a:xfrm>
                <a:off x="3404997" y="4488801"/>
                <a:ext cx="94389" cy="11307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66" name="265 CuadroTexto"/>
              <p:cNvSpPr txBox="1"/>
              <p:nvPr/>
            </p:nvSpPr>
            <p:spPr>
              <a:xfrm>
                <a:off x="3332056" y="3859891"/>
                <a:ext cx="631925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BO" dirty="0" err="1" smtClean="0"/>
                  <a:t>xx</a:t>
                </a:r>
                <a:endParaRPr lang="es-BO" dirty="0"/>
              </a:p>
            </p:txBody>
          </p:sp>
        </p:grpSp>
        <p:grpSp>
          <p:nvGrpSpPr>
            <p:cNvPr id="270" name="269 Grupo"/>
            <p:cNvGrpSpPr/>
            <p:nvPr/>
          </p:nvGrpSpPr>
          <p:grpSpPr>
            <a:xfrm>
              <a:off x="9552958" y="6717986"/>
              <a:ext cx="1050748" cy="554972"/>
              <a:chOff x="1996337" y="6768901"/>
              <a:chExt cx="1050748" cy="554972"/>
            </a:xfrm>
          </p:grpSpPr>
          <p:sp>
            <p:nvSpPr>
              <p:cNvPr id="271" name="Rectangle 44"/>
              <p:cNvSpPr>
                <a:spLocks noChangeArrowheads="1"/>
              </p:cNvSpPr>
              <p:nvPr/>
            </p:nvSpPr>
            <p:spPr bwMode="auto">
              <a:xfrm>
                <a:off x="2016236" y="6902251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 dirty="0"/>
              </a:p>
            </p:txBody>
          </p:sp>
          <p:sp>
            <p:nvSpPr>
              <p:cNvPr id="272" name="271 CuadroTexto"/>
              <p:cNvSpPr txBox="1"/>
              <p:nvPr/>
            </p:nvSpPr>
            <p:spPr>
              <a:xfrm rot="5400000">
                <a:off x="2235912" y="6606693"/>
                <a:ext cx="351845" cy="830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BO" sz="4800" dirty="0"/>
                  <a:t>E</a:t>
                </a:r>
              </a:p>
            </p:txBody>
          </p:sp>
          <p:cxnSp>
            <p:nvCxnSpPr>
              <p:cNvPr id="273" name="AutoShape 82"/>
              <p:cNvCxnSpPr>
                <a:cxnSpLocks noChangeShapeType="1"/>
              </p:cNvCxnSpPr>
              <p:nvPr/>
            </p:nvCxnSpPr>
            <p:spPr bwMode="auto">
              <a:xfrm>
                <a:off x="2391115" y="6768901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274" name="273 CuadroTexto"/>
              <p:cNvSpPr txBox="1"/>
              <p:nvPr/>
            </p:nvSpPr>
            <p:spPr>
              <a:xfrm>
                <a:off x="2690643" y="7046874"/>
                <a:ext cx="3564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BO" sz="1200" dirty="0"/>
                  <a:t>(-)</a:t>
                </a:r>
              </a:p>
            </p:txBody>
          </p:sp>
        </p:grpSp>
        <p:sp>
          <p:nvSpPr>
            <p:cNvPr id="279" name="278 Elipse"/>
            <p:cNvSpPr/>
            <p:nvPr/>
          </p:nvSpPr>
          <p:spPr>
            <a:xfrm>
              <a:off x="8854280" y="6048821"/>
              <a:ext cx="2163837" cy="1440160"/>
            </a:xfrm>
            <a:prstGeom prst="ellipse">
              <a:avLst/>
            </a:pr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12" name="11 Grupo"/>
          <p:cNvGrpSpPr/>
          <p:nvPr/>
        </p:nvGrpSpPr>
        <p:grpSpPr>
          <a:xfrm>
            <a:off x="5419131" y="4958369"/>
            <a:ext cx="2163838" cy="1090452"/>
            <a:chOff x="8803506" y="4896693"/>
            <a:chExt cx="2163837" cy="1090452"/>
          </a:xfrm>
        </p:grpSpPr>
        <p:grpSp>
          <p:nvGrpSpPr>
            <p:cNvPr id="9" name="8 Grupo"/>
            <p:cNvGrpSpPr/>
            <p:nvPr/>
          </p:nvGrpSpPr>
          <p:grpSpPr>
            <a:xfrm>
              <a:off x="9955634" y="5210553"/>
              <a:ext cx="759904" cy="488831"/>
              <a:chOff x="3941044" y="4997074"/>
              <a:chExt cx="759904" cy="488831"/>
            </a:xfrm>
          </p:grpSpPr>
          <p:cxnSp>
            <p:nvCxnSpPr>
              <p:cNvPr id="213" name="AutoShape 81"/>
              <p:cNvCxnSpPr>
                <a:cxnSpLocks noChangeShapeType="1"/>
              </p:cNvCxnSpPr>
              <p:nvPr/>
            </p:nvCxnSpPr>
            <p:spPr bwMode="auto">
              <a:xfrm>
                <a:off x="4267983" y="4997074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214" name="AutoShape 82"/>
              <p:cNvCxnSpPr>
                <a:cxnSpLocks noChangeShapeType="1"/>
              </p:cNvCxnSpPr>
              <p:nvPr/>
            </p:nvCxnSpPr>
            <p:spPr bwMode="auto">
              <a:xfrm>
                <a:off x="4385458" y="4997074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13" name="Group 41"/>
              <p:cNvGrpSpPr>
                <a:grpSpLocks/>
              </p:cNvGrpSpPr>
              <p:nvPr/>
            </p:nvGrpSpPr>
            <p:grpSpPr bwMode="auto">
              <a:xfrm>
                <a:off x="3941044" y="5128715"/>
                <a:ext cx="759904" cy="357190"/>
                <a:chOff x="3975" y="4005"/>
                <a:chExt cx="1860" cy="1005"/>
              </a:xfrm>
            </p:grpSpPr>
            <p:sp>
              <p:nvSpPr>
                <p:cNvPr id="114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15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sp>
            <p:nvSpPr>
              <p:cNvPr id="122" name="121 Elipse"/>
              <p:cNvSpPr/>
              <p:nvPr/>
            </p:nvSpPr>
            <p:spPr>
              <a:xfrm>
                <a:off x="4099213" y="5197948"/>
                <a:ext cx="428628" cy="21431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grpSp>
          <p:nvGrpSpPr>
            <p:cNvPr id="5" name="4 Grupo"/>
            <p:cNvGrpSpPr/>
            <p:nvPr/>
          </p:nvGrpSpPr>
          <p:grpSpPr>
            <a:xfrm>
              <a:off x="9103772" y="5190825"/>
              <a:ext cx="759904" cy="492202"/>
              <a:chOff x="2272060" y="3847201"/>
              <a:chExt cx="759904" cy="492202"/>
            </a:xfrm>
          </p:grpSpPr>
          <p:grpSp>
            <p:nvGrpSpPr>
              <p:cNvPr id="106" name="Group 41"/>
              <p:cNvGrpSpPr>
                <a:grpSpLocks/>
              </p:cNvGrpSpPr>
              <p:nvPr/>
            </p:nvGrpSpPr>
            <p:grpSpPr bwMode="auto">
              <a:xfrm>
                <a:off x="2272060" y="3982212"/>
                <a:ext cx="759904" cy="357191"/>
                <a:chOff x="3975" y="4005"/>
                <a:chExt cx="1860" cy="1005"/>
              </a:xfrm>
            </p:grpSpPr>
            <p:sp>
              <p:nvSpPr>
                <p:cNvPr id="121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28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29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cxnSp>
            <p:nvCxnSpPr>
              <p:cNvPr id="133" name="AutoShape 81"/>
              <p:cNvCxnSpPr>
                <a:cxnSpLocks noChangeShapeType="1"/>
              </p:cNvCxnSpPr>
              <p:nvPr/>
            </p:nvCxnSpPr>
            <p:spPr bwMode="auto">
              <a:xfrm>
                <a:off x="2578812" y="3847201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34" name="AutoShape 82"/>
              <p:cNvCxnSpPr>
                <a:cxnSpLocks noChangeShapeType="1"/>
              </p:cNvCxnSpPr>
              <p:nvPr/>
            </p:nvCxnSpPr>
            <p:spPr bwMode="auto">
              <a:xfrm>
                <a:off x="2696287" y="3847201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280" name="279 Elipse"/>
            <p:cNvSpPr/>
            <p:nvPr/>
          </p:nvSpPr>
          <p:spPr>
            <a:xfrm>
              <a:off x="8803506" y="4896693"/>
              <a:ext cx="2163837" cy="1090452"/>
            </a:xfrm>
            <a:prstGeom prst="ellipse">
              <a:avLst/>
            </a:pr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11" name="10 Grupo"/>
          <p:cNvGrpSpPr/>
          <p:nvPr/>
        </p:nvGrpSpPr>
        <p:grpSpPr>
          <a:xfrm>
            <a:off x="4915074" y="3456533"/>
            <a:ext cx="3096345" cy="1090452"/>
            <a:chOff x="4555034" y="4896693"/>
            <a:chExt cx="3096344" cy="1090452"/>
          </a:xfrm>
        </p:grpSpPr>
        <p:grpSp>
          <p:nvGrpSpPr>
            <p:cNvPr id="139" name="138 Grupo"/>
            <p:cNvGrpSpPr/>
            <p:nvPr/>
          </p:nvGrpSpPr>
          <p:grpSpPr>
            <a:xfrm>
              <a:off x="5779805" y="5190825"/>
              <a:ext cx="759904" cy="492202"/>
              <a:chOff x="2272060" y="3847201"/>
              <a:chExt cx="759904" cy="492202"/>
            </a:xfrm>
          </p:grpSpPr>
          <p:grpSp>
            <p:nvGrpSpPr>
              <p:cNvPr id="140" name="Group 41"/>
              <p:cNvGrpSpPr>
                <a:grpSpLocks/>
              </p:cNvGrpSpPr>
              <p:nvPr/>
            </p:nvGrpSpPr>
            <p:grpSpPr bwMode="auto">
              <a:xfrm>
                <a:off x="2272060" y="3982212"/>
                <a:ext cx="759904" cy="357191"/>
                <a:chOff x="3975" y="4005"/>
                <a:chExt cx="1860" cy="1005"/>
              </a:xfrm>
            </p:grpSpPr>
            <p:sp>
              <p:nvSpPr>
                <p:cNvPr id="143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44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45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cxnSp>
            <p:nvCxnSpPr>
              <p:cNvPr id="141" name="AutoShape 81"/>
              <p:cNvCxnSpPr>
                <a:cxnSpLocks noChangeShapeType="1"/>
              </p:cNvCxnSpPr>
              <p:nvPr/>
            </p:nvCxnSpPr>
            <p:spPr bwMode="auto">
              <a:xfrm>
                <a:off x="2578812" y="3847201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42" name="AutoShape 82"/>
              <p:cNvCxnSpPr>
                <a:cxnSpLocks noChangeShapeType="1"/>
              </p:cNvCxnSpPr>
              <p:nvPr/>
            </p:nvCxnSpPr>
            <p:spPr bwMode="auto">
              <a:xfrm>
                <a:off x="2696287" y="3847201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57" name="156 Grupo"/>
            <p:cNvGrpSpPr/>
            <p:nvPr/>
          </p:nvGrpSpPr>
          <p:grpSpPr>
            <a:xfrm>
              <a:off x="4809879" y="5194196"/>
              <a:ext cx="759904" cy="488831"/>
              <a:chOff x="3941044" y="4997074"/>
              <a:chExt cx="759904" cy="488831"/>
            </a:xfrm>
          </p:grpSpPr>
          <p:cxnSp>
            <p:nvCxnSpPr>
              <p:cNvPr id="159" name="AutoShape 81"/>
              <p:cNvCxnSpPr>
                <a:cxnSpLocks noChangeShapeType="1"/>
              </p:cNvCxnSpPr>
              <p:nvPr/>
            </p:nvCxnSpPr>
            <p:spPr bwMode="auto">
              <a:xfrm>
                <a:off x="4267983" y="4997074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60" name="AutoShape 82"/>
              <p:cNvCxnSpPr>
                <a:cxnSpLocks noChangeShapeType="1"/>
              </p:cNvCxnSpPr>
              <p:nvPr/>
            </p:nvCxnSpPr>
            <p:spPr bwMode="auto">
              <a:xfrm>
                <a:off x="4385458" y="4997074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61" name="Group 41"/>
              <p:cNvGrpSpPr>
                <a:grpSpLocks/>
              </p:cNvGrpSpPr>
              <p:nvPr/>
            </p:nvGrpSpPr>
            <p:grpSpPr bwMode="auto">
              <a:xfrm>
                <a:off x="3941044" y="5128715"/>
                <a:ext cx="759904" cy="357190"/>
                <a:chOff x="3975" y="4005"/>
                <a:chExt cx="1860" cy="1005"/>
              </a:xfrm>
            </p:grpSpPr>
            <p:sp>
              <p:nvSpPr>
                <p:cNvPr id="163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64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sp>
            <p:nvSpPr>
              <p:cNvPr id="162" name="161 Elipse"/>
              <p:cNvSpPr/>
              <p:nvPr/>
            </p:nvSpPr>
            <p:spPr>
              <a:xfrm>
                <a:off x="4099213" y="5197948"/>
                <a:ext cx="428628" cy="21431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grpSp>
          <p:nvGrpSpPr>
            <p:cNvPr id="165" name="164 Grupo"/>
            <p:cNvGrpSpPr/>
            <p:nvPr/>
          </p:nvGrpSpPr>
          <p:grpSpPr>
            <a:xfrm>
              <a:off x="6675450" y="5173798"/>
              <a:ext cx="759904" cy="489728"/>
              <a:chOff x="3036426" y="2709793"/>
              <a:chExt cx="759904" cy="489728"/>
            </a:xfrm>
          </p:grpSpPr>
          <p:grpSp>
            <p:nvGrpSpPr>
              <p:cNvPr id="167" name="Group 41"/>
              <p:cNvGrpSpPr>
                <a:grpSpLocks/>
              </p:cNvGrpSpPr>
              <p:nvPr/>
            </p:nvGrpSpPr>
            <p:grpSpPr bwMode="auto">
              <a:xfrm>
                <a:off x="3036426" y="2842331"/>
                <a:ext cx="759904" cy="357190"/>
                <a:chOff x="3975" y="4005"/>
                <a:chExt cx="1860" cy="1005"/>
              </a:xfrm>
            </p:grpSpPr>
            <p:sp>
              <p:nvSpPr>
                <p:cNvPr id="172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73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74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cxnSp>
            <p:nvCxnSpPr>
              <p:cNvPr id="168" name="AutoShape 81"/>
              <p:cNvCxnSpPr>
                <a:cxnSpLocks noChangeShapeType="1"/>
              </p:cNvCxnSpPr>
              <p:nvPr/>
            </p:nvCxnSpPr>
            <p:spPr bwMode="auto">
              <a:xfrm>
                <a:off x="3345993" y="2709793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69" name="AutoShape 82"/>
              <p:cNvCxnSpPr>
                <a:cxnSpLocks noChangeShapeType="1"/>
              </p:cNvCxnSpPr>
              <p:nvPr/>
            </p:nvCxnSpPr>
            <p:spPr bwMode="auto">
              <a:xfrm>
                <a:off x="3463468" y="2709793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171" name="170 Elipse"/>
              <p:cNvSpPr/>
              <p:nvPr/>
            </p:nvSpPr>
            <p:spPr>
              <a:xfrm>
                <a:off x="3191205" y="2911564"/>
                <a:ext cx="428628" cy="21431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sp>
          <p:nvSpPr>
            <p:cNvPr id="281" name="280 Elipse"/>
            <p:cNvSpPr/>
            <p:nvPr/>
          </p:nvSpPr>
          <p:spPr>
            <a:xfrm>
              <a:off x="4555034" y="4896693"/>
              <a:ext cx="3096344" cy="1090452"/>
            </a:xfrm>
            <a:prstGeom prst="ellipse">
              <a:avLst/>
            </a:pr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7" name="6 Grupo"/>
          <p:cNvGrpSpPr/>
          <p:nvPr/>
        </p:nvGrpSpPr>
        <p:grpSpPr>
          <a:xfrm>
            <a:off x="8371457" y="2552551"/>
            <a:ext cx="3096345" cy="2128117"/>
            <a:chOff x="4555034" y="2552551"/>
            <a:chExt cx="3096344" cy="2128117"/>
          </a:xfrm>
        </p:grpSpPr>
        <p:grpSp>
          <p:nvGrpSpPr>
            <p:cNvPr id="21" name="20 Grupo"/>
            <p:cNvGrpSpPr/>
            <p:nvPr/>
          </p:nvGrpSpPr>
          <p:grpSpPr>
            <a:xfrm>
              <a:off x="5275114" y="2664445"/>
              <a:ext cx="759904" cy="489730"/>
              <a:chOff x="3532469" y="2817815"/>
              <a:chExt cx="759904" cy="489730"/>
            </a:xfrm>
          </p:grpSpPr>
          <p:sp>
            <p:nvSpPr>
              <p:cNvPr id="126" name="Rectangle 44"/>
              <p:cNvSpPr>
                <a:spLocks noChangeArrowheads="1"/>
              </p:cNvSpPr>
              <p:nvPr/>
            </p:nvSpPr>
            <p:spPr bwMode="auto">
              <a:xfrm>
                <a:off x="3532469" y="2950355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s-BO" b="1" dirty="0" smtClean="0"/>
                  <a:t>C y S</a:t>
                </a:r>
                <a:endParaRPr lang="es-BO" b="1" dirty="0"/>
              </a:p>
            </p:txBody>
          </p:sp>
          <p:cxnSp>
            <p:nvCxnSpPr>
              <p:cNvPr id="208" name="AutoShape 82"/>
              <p:cNvCxnSpPr>
                <a:cxnSpLocks noChangeShapeType="1"/>
              </p:cNvCxnSpPr>
              <p:nvPr/>
            </p:nvCxnSpPr>
            <p:spPr bwMode="auto">
              <a:xfrm>
                <a:off x="3914091" y="2817815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7" name="16 Grupo"/>
            <p:cNvGrpSpPr/>
            <p:nvPr/>
          </p:nvGrpSpPr>
          <p:grpSpPr>
            <a:xfrm>
              <a:off x="5758430" y="3307545"/>
              <a:ext cx="759904" cy="491129"/>
              <a:chOff x="5424821" y="3163529"/>
              <a:chExt cx="759904" cy="491129"/>
            </a:xfrm>
          </p:grpSpPr>
          <p:grpSp>
            <p:nvGrpSpPr>
              <p:cNvPr id="3" name="Group 41"/>
              <p:cNvGrpSpPr>
                <a:grpSpLocks/>
              </p:cNvGrpSpPr>
              <p:nvPr/>
            </p:nvGrpSpPr>
            <p:grpSpPr bwMode="auto">
              <a:xfrm>
                <a:off x="5424821" y="3296879"/>
                <a:ext cx="759904" cy="357190"/>
                <a:chOff x="3975" y="4005"/>
                <a:chExt cx="1860" cy="1005"/>
              </a:xfrm>
            </p:grpSpPr>
            <p:sp>
              <p:nvSpPr>
                <p:cNvPr id="150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152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018" cy="604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sp>
            <p:nvSpPr>
              <p:cNvPr id="195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5670763" y="3368314"/>
                <a:ext cx="501504" cy="28634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96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5662409" y="3368315"/>
                <a:ext cx="191039" cy="14287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cxnSp>
            <p:nvCxnSpPr>
              <p:cNvPr id="216" name="AutoShape 82"/>
              <p:cNvCxnSpPr>
                <a:cxnSpLocks noChangeShapeType="1"/>
              </p:cNvCxnSpPr>
              <p:nvPr/>
            </p:nvCxnSpPr>
            <p:spPr bwMode="auto">
              <a:xfrm>
                <a:off x="5803935" y="3163529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6" name="15 Grupo"/>
            <p:cNvGrpSpPr/>
            <p:nvPr/>
          </p:nvGrpSpPr>
          <p:grpSpPr>
            <a:xfrm>
              <a:off x="6603442" y="3311044"/>
              <a:ext cx="759904" cy="490540"/>
              <a:chOff x="6287762" y="3167028"/>
              <a:chExt cx="759904" cy="490540"/>
            </a:xfrm>
          </p:grpSpPr>
          <p:sp>
            <p:nvSpPr>
              <p:cNvPr id="154" name="Rectangle 44"/>
              <p:cNvSpPr>
                <a:spLocks noChangeArrowheads="1"/>
              </p:cNvSpPr>
              <p:nvPr/>
            </p:nvSpPr>
            <p:spPr bwMode="auto">
              <a:xfrm>
                <a:off x="6287762" y="3300378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s-BO" b="1" dirty="0" smtClean="0"/>
                  <a:t>LOG</a:t>
                </a:r>
                <a:endParaRPr lang="es-BO" b="1" dirty="0"/>
              </a:p>
            </p:txBody>
          </p:sp>
          <p:cxnSp>
            <p:nvCxnSpPr>
              <p:cNvPr id="217" name="AutoShape 82"/>
              <p:cNvCxnSpPr>
                <a:cxnSpLocks noChangeShapeType="1"/>
              </p:cNvCxnSpPr>
              <p:nvPr/>
            </p:nvCxnSpPr>
            <p:spPr bwMode="auto">
              <a:xfrm>
                <a:off x="6643365" y="3167028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218" name="AutoShape 82"/>
              <p:cNvCxnSpPr>
                <a:cxnSpLocks noChangeShapeType="1"/>
              </p:cNvCxnSpPr>
              <p:nvPr/>
            </p:nvCxnSpPr>
            <p:spPr bwMode="auto">
              <a:xfrm>
                <a:off x="6714803" y="3167028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20" name="19 Grupo"/>
            <p:cNvGrpSpPr/>
            <p:nvPr/>
          </p:nvGrpSpPr>
          <p:grpSpPr>
            <a:xfrm>
              <a:off x="4900811" y="3312162"/>
              <a:ext cx="759904" cy="491038"/>
              <a:chOff x="4900811" y="3312162"/>
              <a:chExt cx="759904" cy="491038"/>
            </a:xfrm>
          </p:grpSpPr>
          <p:sp>
            <p:nvSpPr>
              <p:cNvPr id="158" name="Rectangle 44"/>
              <p:cNvSpPr>
                <a:spLocks noChangeArrowheads="1"/>
              </p:cNvSpPr>
              <p:nvPr/>
            </p:nvSpPr>
            <p:spPr bwMode="auto">
              <a:xfrm>
                <a:off x="4900811" y="3446010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s-BO" b="1" dirty="0" smtClean="0"/>
                  <a:t>PM</a:t>
                </a:r>
                <a:endParaRPr lang="es-BO" b="1" dirty="0"/>
              </a:p>
            </p:txBody>
          </p:sp>
          <p:cxnSp>
            <p:nvCxnSpPr>
              <p:cNvPr id="219" name="AutoShape 82"/>
              <p:cNvCxnSpPr>
                <a:cxnSpLocks noChangeShapeType="1"/>
              </p:cNvCxnSpPr>
              <p:nvPr/>
            </p:nvCxnSpPr>
            <p:spPr bwMode="auto">
              <a:xfrm>
                <a:off x="5279712" y="3312660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4" name="AutoShape 82"/>
              <p:cNvCxnSpPr>
                <a:cxnSpLocks noChangeShapeType="1"/>
              </p:cNvCxnSpPr>
              <p:nvPr/>
            </p:nvCxnSpPr>
            <p:spPr bwMode="auto">
              <a:xfrm>
                <a:off x="5356943" y="3312162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9" name="18 Grupo"/>
            <p:cNvGrpSpPr/>
            <p:nvPr/>
          </p:nvGrpSpPr>
          <p:grpSpPr>
            <a:xfrm>
              <a:off x="5347122" y="3892074"/>
              <a:ext cx="759904" cy="500563"/>
              <a:chOff x="5761160" y="3820066"/>
              <a:chExt cx="759904" cy="500563"/>
            </a:xfrm>
          </p:grpSpPr>
          <p:sp>
            <p:nvSpPr>
              <p:cNvPr id="166" name="Rectangle 44"/>
              <p:cNvSpPr>
                <a:spLocks noChangeArrowheads="1"/>
              </p:cNvSpPr>
              <p:nvPr/>
            </p:nvSpPr>
            <p:spPr bwMode="auto">
              <a:xfrm>
                <a:off x="5761160" y="3963439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97" name="196 Elipse"/>
              <p:cNvSpPr/>
              <p:nvPr/>
            </p:nvSpPr>
            <p:spPr>
              <a:xfrm>
                <a:off x="6009550" y="4005432"/>
                <a:ext cx="239148" cy="253155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  <p:cxnSp>
            <p:nvCxnSpPr>
              <p:cNvPr id="199" name="198 Conector recto de flecha"/>
              <p:cNvCxnSpPr>
                <a:stCxn id="197" idx="4"/>
                <a:endCxn id="197" idx="0"/>
              </p:cNvCxnSpPr>
              <p:nvPr/>
            </p:nvCxnSpPr>
            <p:spPr>
              <a:xfrm rot="5400000" flipH="1">
                <a:off x="6002546" y="4132010"/>
                <a:ext cx="253155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AutoShape 82"/>
              <p:cNvCxnSpPr>
                <a:cxnSpLocks noChangeShapeType="1"/>
              </p:cNvCxnSpPr>
              <p:nvPr/>
            </p:nvCxnSpPr>
            <p:spPr bwMode="auto">
              <a:xfrm>
                <a:off x="6124187" y="3820066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8" name="17 Grupo"/>
            <p:cNvGrpSpPr/>
            <p:nvPr/>
          </p:nvGrpSpPr>
          <p:grpSpPr>
            <a:xfrm>
              <a:off x="6313364" y="3879389"/>
              <a:ext cx="759904" cy="491037"/>
              <a:chOff x="9950198" y="2702014"/>
              <a:chExt cx="759904" cy="491037"/>
            </a:xfrm>
          </p:grpSpPr>
          <p:sp>
            <p:nvSpPr>
              <p:cNvPr id="170" name="Rectangle 44"/>
              <p:cNvSpPr>
                <a:spLocks noChangeArrowheads="1"/>
              </p:cNvSpPr>
              <p:nvPr/>
            </p:nvSpPr>
            <p:spPr bwMode="auto">
              <a:xfrm>
                <a:off x="9950198" y="2835861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cxnSp>
            <p:nvCxnSpPr>
              <p:cNvPr id="127" name="AutoShape 82"/>
              <p:cNvCxnSpPr>
                <a:cxnSpLocks noChangeShapeType="1"/>
              </p:cNvCxnSpPr>
              <p:nvPr/>
            </p:nvCxnSpPr>
            <p:spPr bwMode="auto">
              <a:xfrm>
                <a:off x="10295821" y="2702014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275" name="AutoShape 82"/>
              <p:cNvCxnSpPr>
                <a:cxnSpLocks noChangeShapeType="1"/>
              </p:cNvCxnSpPr>
              <p:nvPr/>
            </p:nvCxnSpPr>
            <p:spPr bwMode="auto">
              <a:xfrm>
                <a:off x="10372187" y="2702692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276" name="Oval 16"/>
              <p:cNvSpPr>
                <a:spLocks noChangeArrowheads="1"/>
              </p:cNvSpPr>
              <p:nvPr/>
            </p:nvSpPr>
            <p:spPr bwMode="auto">
              <a:xfrm>
                <a:off x="10289576" y="2945043"/>
                <a:ext cx="94389" cy="11307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282" name="281 Elipse"/>
            <p:cNvSpPr/>
            <p:nvPr/>
          </p:nvSpPr>
          <p:spPr>
            <a:xfrm>
              <a:off x="4555034" y="2552551"/>
              <a:ext cx="3096344" cy="2128117"/>
            </a:xfrm>
            <a:prstGeom prst="ellipse">
              <a:avLst/>
            </a:pr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23" name="22 Grupo"/>
          <p:cNvGrpSpPr/>
          <p:nvPr/>
        </p:nvGrpSpPr>
        <p:grpSpPr>
          <a:xfrm>
            <a:off x="2282320" y="3359738"/>
            <a:ext cx="2167434" cy="1484439"/>
            <a:chOff x="5055493" y="6004542"/>
            <a:chExt cx="2167434" cy="1484439"/>
          </a:xfrm>
        </p:grpSpPr>
        <p:grpSp>
          <p:nvGrpSpPr>
            <p:cNvPr id="201" name="200 Grupo"/>
            <p:cNvGrpSpPr/>
            <p:nvPr/>
          </p:nvGrpSpPr>
          <p:grpSpPr>
            <a:xfrm>
              <a:off x="5780599" y="6004542"/>
              <a:ext cx="759904" cy="741988"/>
              <a:chOff x="3287444" y="3859891"/>
              <a:chExt cx="759904" cy="741988"/>
            </a:xfrm>
          </p:grpSpPr>
          <p:grpSp>
            <p:nvGrpSpPr>
              <p:cNvPr id="202" name="Group 41"/>
              <p:cNvGrpSpPr>
                <a:grpSpLocks/>
              </p:cNvGrpSpPr>
              <p:nvPr/>
            </p:nvGrpSpPr>
            <p:grpSpPr bwMode="auto">
              <a:xfrm>
                <a:off x="3287444" y="4127845"/>
                <a:ext cx="759904" cy="357190"/>
                <a:chOff x="3975" y="4005"/>
                <a:chExt cx="1860" cy="1005"/>
              </a:xfrm>
            </p:grpSpPr>
            <p:sp>
              <p:nvSpPr>
                <p:cNvPr id="206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07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09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sp>
            <p:nvSpPr>
              <p:cNvPr id="203" name="Oval 16"/>
              <p:cNvSpPr>
                <a:spLocks noChangeArrowheads="1"/>
              </p:cNvSpPr>
              <p:nvPr/>
            </p:nvSpPr>
            <p:spPr bwMode="auto">
              <a:xfrm>
                <a:off x="3866953" y="4480499"/>
                <a:ext cx="94389" cy="11307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04" name="Oval 16"/>
              <p:cNvSpPr>
                <a:spLocks noChangeArrowheads="1"/>
              </p:cNvSpPr>
              <p:nvPr/>
            </p:nvSpPr>
            <p:spPr bwMode="auto">
              <a:xfrm>
                <a:off x="3404997" y="4488801"/>
                <a:ext cx="94389" cy="11307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05" name="204 CuadroTexto"/>
              <p:cNvSpPr txBox="1"/>
              <p:nvPr/>
            </p:nvSpPr>
            <p:spPr>
              <a:xfrm>
                <a:off x="3332056" y="3859891"/>
                <a:ext cx="631925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BO" dirty="0" err="1" smtClean="0"/>
                  <a:t>xx</a:t>
                </a:r>
                <a:endParaRPr lang="es-BO" dirty="0"/>
              </a:p>
            </p:txBody>
          </p:sp>
        </p:grpSp>
        <p:grpSp>
          <p:nvGrpSpPr>
            <p:cNvPr id="241" name="240 Grupo"/>
            <p:cNvGrpSpPr/>
            <p:nvPr/>
          </p:nvGrpSpPr>
          <p:grpSpPr>
            <a:xfrm>
              <a:off x="5709506" y="6782417"/>
              <a:ext cx="830997" cy="490540"/>
              <a:chOff x="6676365" y="3471547"/>
              <a:chExt cx="830997" cy="490540"/>
            </a:xfrm>
          </p:grpSpPr>
          <p:sp>
            <p:nvSpPr>
              <p:cNvPr id="251" name="Rectangle 44"/>
              <p:cNvSpPr>
                <a:spLocks noChangeArrowheads="1"/>
              </p:cNvSpPr>
              <p:nvPr/>
            </p:nvSpPr>
            <p:spPr bwMode="auto">
              <a:xfrm>
                <a:off x="6696265" y="3604897"/>
                <a:ext cx="759904" cy="3571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 dirty="0"/>
              </a:p>
            </p:txBody>
          </p:sp>
          <p:sp>
            <p:nvSpPr>
              <p:cNvPr id="252" name="251 CuadroTexto"/>
              <p:cNvSpPr txBox="1"/>
              <p:nvPr/>
            </p:nvSpPr>
            <p:spPr>
              <a:xfrm rot="5400000">
                <a:off x="6915941" y="3309338"/>
                <a:ext cx="3518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BO" sz="4800" dirty="0"/>
                  <a:t>E</a:t>
                </a:r>
              </a:p>
            </p:txBody>
          </p:sp>
          <p:cxnSp>
            <p:nvCxnSpPr>
              <p:cNvPr id="256" name="AutoShape 82"/>
              <p:cNvCxnSpPr>
                <a:cxnSpLocks noChangeShapeType="1"/>
              </p:cNvCxnSpPr>
              <p:nvPr/>
            </p:nvCxnSpPr>
            <p:spPr bwMode="auto">
              <a:xfrm>
                <a:off x="7071144" y="3471547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278" name="277 Elipse"/>
            <p:cNvSpPr/>
            <p:nvPr/>
          </p:nvSpPr>
          <p:spPr>
            <a:xfrm>
              <a:off x="5055493" y="6048821"/>
              <a:ext cx="2163837" cy="1440160"/>
            </a:xfrm>
            <a:prstGeom prst="ellipse">
              <a:avLst/>
            </a:pr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283" name="282 Elipse"/>
            <p:cNvSpPr/>
            <p:nvPr/>
          </p:nvSpPr>
          <p:spPr>
            <a:xfrm>
              <a:off x="5059090" y="6048821"/>
              <a:ext cx="2163837" cy="1440160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  <p:grpSp>
        <p:nvGrpSpPr>
          <p:cNvPr id="6" name="5 Grupo"/>
          <p:cNvGrpSpPr/>
          <p:nvPr/>
        </p:nvGrpSpPr>
        <p:grpSpPr>
          <a:xfrm>
            <a:off x="8041465" y="1085399"/>
            <a:ext cx="762041" cy="1291014"/>
            <a:chOff x="5694831" y="792237"/>
            <a:chExt cx="762042" cy="1291014"/>
          </a:xfrm>
        </p:grpSpPr>
        <p:sp>
          <p:nvSpPr>
            <p:cNvPr id="227" name="Rectangle 44"/>
            <p:cNvSpPr>
              <a:spLocks noChangeArrowheads="1"/>
            </p:cNvSpPr>
            <p:nvPr/>
          </p:nvSpPr>
          <p:spPr bwMode="auto">
            <a:xfrm>
              <a:off x="5696969" y="1077989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dirty="0" smtClean="0"/>
                <a:t>II</a:t>
              </a:r>
              <a:endParaRPr lang="es-BO" dirty="0"/>
            </a:p>
          </p:txBody>
        </p:sp>
        <p:sp>
          <p:nvSpPr>
            <p:cNvPr id="255" name="254 CuadroTexto"/>
            <p:cNvSpPr txBox="1"/>
            <p:nvPr/>
          </p:nvSpPr>
          <p:spPr>
            <a:xfrm>
              <a:off x="5768084" y="792237"/>
              <a:ext cx="63192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BO" dirty="0" err="1" smtClean="0"/>
                <a:t>xxx</a:t>
              </a:r>
              <a:endParaRPr lang="es-BO" dirty="0"/>
            </a:p>
          </p:txBody>
        </p:sp>
        <p:cxnSp>
          <p:nvCxnSpPr>
            <p:cNvPr id="4" name="3 Conector recto"/>
            <p:cNvCxnSpPr/>
            <p:nvPr/>
          </p:nvCxnSpPr>
          <p:spPr>
            <a:xfrm>
              <a:off x="5694831" y="1435179"/>
              <a:ext cx="0" cy="6480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25 Conector recto"/>
          <p:cNvCxnSpPr>
            <a:stCxn id="281" idx="7"/>
          </p:cNvCxnSpPr>
          <p:nvPr/>
        </p:nvCxnSpPr>
        <p:spPr>
          <a:xfrm flipV="1">
            <a:off x="7557971" y="2357634"/>
            <a:ext cx="485633" cy="1258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174 Grupo"/>
          <p:cNvGrpSpPr/>
          <p:nvPr/>
        </p:nvGrpSpPr>
        <p:grpSpPr>
          <a:xfrm>
            <a:off x="10089215" y="2659317"/>
            <a:ext cx="759904" cy="491037"/>
            <a:chOff x="9950198" y="4226722"/>
            <a:chExt cx="759904" cy="491037"/>
          </a:xfrm>
        </p:grpSpPr>
        <p:sp>
          <p:nvSpPr>
            <p:cNvPr id="176" name="Rectangle 44"/>
            <p:cNvSpPr>
              <a:spLocks noChangeArrowheads="1"/>
            </p:cNvSpPr>
            <p:nvPr/>
          </p:nvSpPr>
          <p:spPr bwMode="auto">
            <a:xfrm>
              <a:off x="9950198" y="4360569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177" name="AutoShape 82"/>
            <p:cNvCxnSpPr>
              <a:cxnSpLocks noChangeShapeType="1"/>
            </p:cNvCxnSpPr>
            <p:nvPr/>
          </p:nvCxnSpPr>
          <p:spPr bwMode="auto">
            <a:xfrm>
              <a:off x="10332275" y="4226722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78" name="Oval 16"/>
            <p:cNvSpPr>
              <a:spLocks noChangeArrowheads="1"/>
            </p:cNvSpPr>
            <p:nvPr/>
          </p:nvSpPr>
          <p:spPr bwMode="auto">
            <a:xfrm>
              <a:off x="10341331" y="4483209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79" name="Oval 16"/>
            <p:cNvSpPr>
              <a:spLocks noChangeArrowheads="1"/>
            </p:cNvSpPr>
            <p:nvPr/>
          </p:nvSpPr>
          <p:spPr bwMode="auto">
            <a:xfrm>
              <a:off x="10110132" y="4483209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80" name="179 CuadroTexto"/>
          <p:cNvSpPr txBox="1"/>
          <p:nvPr/>
        </p:nvSpPr>
        <p:spPr>
          <a:xfrm>
            <a:off x="3690939" y="1811383"/>
            <a:ext cx="356443" cy="276995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r>
              <a:rPr lang="es-BO" sz="1200" dirty="0"/>
              <a:t>1</a:t>
            </a:r>
          </a:p>
        </p:txBody>
      </p:sp>
      <p:sp>
        <p:nvSpPr>
          <p:cNvPr id="181" name="180 CuadroTexto"/>
          <p:cNvSpPr txBox="1"/>
          <p:nvPr/>
        </p:nvSpPr>
        <p:spPr>
          <a:xfrm>
            <a:off x="3766544" y="3810029"/>
            <a:ext cx="356443" cy="276995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r>
              <a:rPr lang="es-BO" sz="1200" dirty="0"/>
              <a:t>2</a:t>
            </a:r>
          </a:p>
        </p:txBody>
      </p:sp>
      <p:sp>
        <p:nvSpPr>
          <p:cNvPr id="182" name="181 CuadroTexto"/>
          <p:cNvSpPr txBox="1"/>
          <p:nvPr/>
        </p:nvSpPr>
        <p:spPr>
          <a:xfrm>
            <a:off x="3766544" y="5688782"/>
            <a:ext cx="356443" cy="276995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r>
              <a:rPr lang="es-BO" sz="1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963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7" name="Rectangle 69"/>
          <p:cNvSpPr>
            <a:spLocks noChangeArrowheads="1"/>
          </p:cNvSpPr>
          <p:nvPr/>
        </p:nvSpPr>
        <p:spPr bwMode="auto">
          <a:xfrm>
            <a:off x="3860576" y="432200"/>
            <a:ext cx="3839380" cy="30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" sz="1400" b="1" u="sng" dirty="0">
                <a:latin typeface="Arial" pitchFamily="34" charset="0"/>
                <a:cs typeface="Arial" pitchFamily="34" charset="0"/>
              </a:rPr>
              <a:t>INTENCIÓN DEL II CUERPO DE  EJÉRCITO</a:t>
            </a:r>
            <a:endParaRPr lang="es-BO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3 Grupo"/>
          <p:cNvGrpSpPr/>
          <p:nvPr/>
        </p:nvGrpSpPr>
        <p:grpSpPr>
          <a:xfrm>
            <a:off x="1242667" y="853011"/>
            <a:ext cx="9505056" cy="6797901"/>
            <a:chOff x="1242667" y="853011"/>
            <a:chExt cx="9505056" cy="6797901"/>
          </a:xfrm>
        </p:grpSpPr>
        <p:grpSp>
          <p:nvGrpSpPr>
            <p:cNvPr id="232" name="231 Grupo"/>
            <p:cNvGrpSpPr/>
            <p:nvPr/>
          </p:nvGrpSpPr>
          <p:grpSpPr>
            <a:xfrm rot="20636780" flipV="1">
              <a:off x="2587067" y="3942269"/>
              <a:ext cx="5991751" cy="3708643"/>
              <a:chOff x="1751728" y="494548"/>
              <a:chExt cx="6792864" cy="3052640"/>
            </a:xfrm>
          </p:grpSpPr>
          <p:sp>
            <p:nvSpPr>
              <p:cNvPr id="178" name="177 Forma libre"/>
              <p:cNvSpPr/>
              <p:nvPr/>
            </p:nvSpPr>
            <p:spPr>
              <a:xfrm>
                <a:off x="1751728" y="494548"/>
                <a:ext cx="6792864" cy="2588618"/>
              </a:xfrm>
              <a:custGeom>
                <a:avLst/>
                <a:gdLst>
                  <a:gd name="connsiteX0" fmla="*/ 8010781 w 8010781"/>
                  <a:gd name="connsiteY0" fmla="*/ 1125431 h 2274292"/>
                  <a:gd name="connsiteX1" fmla="*/ 3016750 w 8010781"/>
                  <a:gd name="connsiteY1" fmla="*/ 15 h 2274292"/>
                  <a:gd name="connsiteX2" fmla="*/ 39089 w 8010781"/>
                  <a:gd name="connsiteY2" fmla="*/ 1101985 h 2274292"/>
                  <a:gd name="connsiteX3" fmla="*/ 1234843 w 8010781"/>
                  <a:gd name="connsiteY3" fmla="*/ 2274292 h 2274292"/>
                  <a:gd name="connsiteX4" fmla="*/ 1234843 w 8010781"/>
                  <a:gd name="connsiteY4" fmla="*/ 2274292 h 2274292"/>
                  <a:gd name="connsiteX0" fmla="*/ 7982892 w 7982892"/>
                  <a:gd name="connsiteY0" fmla="*/ 280133 h 2608614"/>
                  <a:gd name="connsiteX1" fmla="*/ 3016750 w 7982892"/>
                  <a:gd name="connsiteY1" fmla="*/ 334337 h 2608614"/>
                  <a:gd name="connsiteX2" fmla="*/ 39089 w 7982892"/>
                  <a:gd name="connsiteY2" fmla="*/ 1436307 h 2608614"/>
                  <a:gd name="connsiteX3" fmla="*/ 1234843 w 7982892"/>
                  <a:gd name="connsiteY3" fmla="*/ 2608614 h 2608614"/>
                  <a:gd name="connsiteX4" fmla="*/ 1234843 w 7982892"/>
                  <a:gd name="connsiteY4" fmla="*/ 2608614 h 2608614"/>
                  <a:gd name="connsiteX0" fmla="*/ 7976551 w 7976551"/>
                  <a:gd name="connsiteY0" fmla="*/ 221907 h 2550388"/>
                  <a:gd name="connsiteX1" fmla="*/ 2835786 w 7976551"/>
                  <a:gd name="connsiteY1" fmla="*/ 509605 h 2550388"/>
                  <a:gd name="connsiteX2" fmla="*/ 32748 w 7976551"/>
                  <a:gd name="connsiteY2" fmla="*/ 1378081 h 2550388"/>
                  <a:gd name="connsiteX3" fmla="*/ 1228502 w 7976551"/>
                  <a:gd name="connsiteY3" fmla="*/ 2550388 h 2550388"/>
                  <a:gd name="connsiteX4" fmla="*/ 1228502 w 7976551"/>
                  <a:gd name="connsiteY4" fmla="*/ 2550388 h 2550388"/>
                  <a:gd name="connsiteX0" fmla="*/ 7560229 w 7560229"/>
                  <a:gd name="connsiteY0" fmla="*/ 219568 h 2548049"/>
                  <a:gd name="connsiteX1" fmla="*/ 2419464 w 7560229"/>
                  <a:gd name="connsiteY1" fmla="*/ 507266 h 2548049"/>
                  <a:gd name="connsiteX2" fmla="*/ 44254 w 7560229"/>
                  <a:gd name="connsiteY2" fmla="*/ 1295690 h 2548049"/>
                  <a:gd name="connsiteX3" fmla="*/ 812180 w 7560229"/>
                  <a:gd name="connsiteY3" fmla="*/ 2548049 h 2548049"/>
                  <a:gd name="connsiteX4" fmla="*/ 812180 w 7560229"/>
                  <a:gd name="connsiteY4" fmla="*/ 2548049 h 2548049"/>
                  <a:gd name="connsiteX0" fmla="*/ 7584657 w 7584657"/>
                  <a:gd name="connsiteY0" fmla="*/ 260139 h 2588620"/>
                  <a:gd name="connsiteX1" fmla="*/ 2952979 w 7584657"/>
                  <a:gd name="connsiteY1" fmla="*/ 372251 h 2588620"/>
                  <a:gd name="connsiteX2" fmla="*/ 68682 w 7584657"/>
                  <a:gd name="connsiteY2" fmla="*/ 1336261 h 2588620"/>
                  <a:gd name="connsiteX3" fmla="*/ 836608 w 7584657"/>
                  <a:gd name="connsiteY3" fmla="*/ 2588620 h 2588620"/>
                  <a:gd name="connsiteX4" fmla="*/ 836608 w 7584657"/>
                  <a:gd name="connsiteY4" fmla="*/ 2588620 h 2588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4657" h="2588620">
                    <a:moveTo>
                      <a:pt x="7584657" y="260139"/>
                    </a:moveTo>
                    <a:cubicBezTo>
                      <a:pt x="5751949" y="-300615"/>
                      <a:pt x="4205642" y="192897"/>
                      <a:pt x="2952979" y="372251"/>
                    </a:cubicBezTo>
                    <a:cubicBezTo>
                      <a:pt x="1700316" y="551605"/>
                      <a:pt x="421410" y="966866"/>
                      <a:pt x="68682" y="1336261"/>
                    </a:cubicBezTo>
                    <a:cubicBezTo>
                      <a:pt x="-284046" y="1705656"/>
                      <a:pt x="836608" y="2588620"/>
                      <a:pt x="836608" y="2588620"/>
                    </a:cubicBezTo>
                    <a:lnTo>
                      <a:pt x="836608" y="2588620"/>
                    </a:ln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  <p:sp>
            <p:nvSpPr>
              <p:cNvPr id="179" name="178 Forma libre"/>
              <p:cNvSpPr/>
              <p:nvPr/>
            </p:nvSpPr>
            <p:spPr>
              <a:xfrm>
                <a:off x="2021708" y="647980"/>
                <a:ext cx="6342842" cy="1956058"/>
              </a:xfrm>
              <a:custGeom>
                <a:avLst/>
                <a:gdLst>
                  <a:gd name="connsiteX0" fmla="*/ 8010781 w 8010781"/>
                  <a:gd name="connsiteY0" fmla="*/ 1125431 h 2274292"/>
                  <a:gd name="connsiteX1" fmla="*/ 3016750 w 8010781"/>
                  <a:gd name="connsiteY1" fmla="*/ 15 h 2274292"/>
                  <a:gd name="connsiteX2" fmla="*/ 39089 w 8010781"/>
                  <a:gd name="connsiteY2" fmla="*/ 1101985 h 2274292"/>
                  <a:gd name="connsiteX3" fmla="*/ 1234843 w 8010781"/>
                  <a:gd name="connsiteY3" fmla="*/ 2274292 h 2274292"/>
                  <a:gd name="connsiteX4" fmla="*/ 1234843 w 8010781"/>
                  <a:gd name="connsiteY4" fmla="*/ 2274292 h 2274292"/>
                  <a:gd name="connsiteX0" fmla="*/ 8012828 w 8012828"/>
                  <a:gd name="connsiteY0" fmla="*/ 1125431 h 2303086"/>
                  <a:gd name="connsiteX1" fmla="*/ 3018797 w 8012828"/>
                  <a:gd name="connsiteY1" fmla="*/ 15 h 2303086"/>
                  <a:gd name="connsiteX2" fmla="*/ 41136 w 8012828"/>
                  <a:gd name="connsiteY2" fmla="*/ 1101985 h 2303086"/>
                  <a:gd name="connsiteX3" fmla="*/ 1236890 w 8012828"/>
                  <a:gd name="connsiteY3" fmla="*/ 2274292 h 2303086"/>
                  <a:gd name="connsiteX4" fmla="*/ 564579 w 8012828"/>
                  <a:gd name="connsiteY4" fmla="*/ 1911775 h 2303086"/>
                  <a:gd name="connsiteX0" fmla="*/ 8084825 w 8084825"/>
                  <a:gd name="connsiteY0" fmla="*/ 1125431 h 1911775"/>
                  <a:gd name="connsiteX1" fmla="*/ 3090794 w 8084825"/>
                  <a:gd name="connsiteY1" fmla="*/ 15 h 1911775"/>
                  <a:gd name="connsiteX2" fmla="*/ 113133 w 8084825"/>
                  <a:gd name="connsiteY2" fmla="*/ 1101985 h 1911775"/>
                  <a:gd name="connsiteX3" fmla="*/ 636576 w 8084825"/>
                  <a:gd name="connsiteY3" fmla="*/ 1911775 h 1911775"/>
                  <a:gd name="connsiteX0" fmla="*/ 8110766 w 8110766"/>
                  <a:gd name="connsiteY0" fmla="*/ 1125431 h 1821146"/>
                  <a:gd name="connsiteX1" fmla="*/ 3116735 w 8110766"/>
                  <a:gd name="connsiteY1" fmla="*/ 15 h 1821146"/>
                  <a:gd name="connsiteX2" fmla="*/ 139074 w 8110766"/>
                  <a:gd name="connsiteY2" fmla="*/ 1101985 h 1821146"/>
                  <a:gd name="connsiteX3" fmla="*/ 520607 w 8110766"/>
                  <a:gd name="connsiteY3" fmla="*/ 1821146 h 1821146"/>
                  <a:gd name="connsiteX0" fmla="*/ 7678105 w 7678105"/>
                  <a:gd name="connsiteY0" fmla="*/ 197858 h 2505117"/>
                  <a:gd name="connsiteX1" fmla="*/ 3116735 w 7678105"/>
                  <a:gd name="connsiteY1" fmla="*/ 683986 h 2505117"/>
                  <a:gd name="connsiteX2" fmla="*/ 139074 w 7678105"/>
                  <a:gd name="connsiteY2" fmla="*/ 1785956 h 2505117"/>
                  <a:gd name="connsiteX3" fmla="*/ 520607 w 7678105"/>
                  <a:gd name="connsiteY3" fmla="*/ 2505117 h 2505117"/>
                  <a:gd name="connsiteX0" fmla="*/ 7678105 w 7678105"/>
                  <a:gd name="connsiteY0" fmla="*/ 213070 h 2520329"/>
                  <a:gd name="connsiteX1" fmla="*/ 3050219 w 7678105"/>
                  <a:gd name="connsiteY1" fmla="*/ 610489 h 2520329"/>
                  <a:gd name="connsiteX2" fmla="*/ 139074 w 7678105"/>
                  <a:gd name="connsiteY2" fmla="*/ 1801168 h 2520329"/>
                  <a:gd name="connsiteX3" fmla="*/ 520607 w 7678105"/>
                  <a:gd name="connsiteY3" fmla="*/ 2520329 h 2520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78105" h="2520329">
                    <a:moveTo>
                      <a:pt x="7678105" y="213070"/>
                    </a:moveTo>
                    <a:cubicBezTo>
                      <a:pt x="5845397" y="-347684"/>
                      <a:pt x="4306724" y="345806"/>
                      <a:pt x="3050219" y="610489"/>
                    </a:cubicBezTo>
                    <a:cubicBezTo>
                      <a:pt x="1793714" y="875172"/>
                      <a:pt x="571762" y="1497646"/>
                      <a:pt x="139074" y="1801168"/>
                    </a:cubicBezTo>
                    <a:cubicBezTo>
                      <a:pt x="-293614" y="2104690"/>
                      <a:pt x="411557" y="2351623"/>
                      <a:pt x="520607" y="2520329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  <p:cxnSp>
            <p:nvCxnSpPr>
              <p:cNvPr id="180" name="179 Conector recto"/>
              <p:cNvCxnSpPr>
                <a:stCxn id="179" idx="3"/>
              </p:cNvCxnSpPr>
              <p:nvPr/>
            </p:nvCxnSpPr>
            <p:spPr>
              <a:xfrm rot="20636780" flipV="1">
                <a:off x="2382079" y="2245184"/>
                <a:ext cx="162807" cy="349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180 Conector recto"/>
              <p:cNvCxnSpPr>
                <a:endCxn id="178" idx="3"/>
              </p:cNvCxnSpPr>
              <p:nvPr/>
            </p:nvCxnSpPr>
            <p:spPr>
              <a:xfrm rot="20636780" flipV="1">
                <a:off x="2410873" y="3092393"/>
                <a:ext cx="180252" cy="454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181 Conector recto"/>
              <p:cNvCxnSpPr/>
              <p:nvPr/>
            </p:nvCxnSpPr>
            <p:spPr>
              <a:xfrm flipH="1" flipV="1">
                <a:off x="2501000" y="2278653"/>
                <a:ext cx="766274" cy="6770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182 Conector recto"/>
              <p:cNvCxnSpPr/>
              <p:nvPr/>
            </p:nvCxnSpPr>
            <p:spPr>
              <a:xfrm flipH="1">
                <a:off x="2501000" y="2955731"/>
                <a:ext cx="766274" cy="5564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5" name="234 Elipse"/>
            <p:cNvSpPr/>
            <p:nvPr/>
          </p:nvSpPr>
          <p:spPr>
            <a:xfrm>
              <a:off x="3330899" y="2736453"/>
              <a:ext cx="3831712" cy="31171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spcCol="0" rtlCol="0" anchor="ctr"/>
            <a:lstStyle/>
            <a:p>
              <a:pPr algn="ctr"/>
              <a:r>
                <a:rPr lang="es-BO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ENEMIGO</a:t>
              </a:r>
              <a:endParaRPr lang="es-BO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4" name="233 Flecha izquierda"/>
            <p:cNvSpPr/>
            <p:nvPr/>
          </p:nvSpPr>
          <p:spPr>
            <a:xfrm>
              <a:off x="7162610" y="3528542"/>
              <a:ext cx="1421275" cy="1168717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spcCol="0" rtlCol="0" anchor="ctr"/>
            <a:lstStyle/>
            <a:p>
              <a:pPr algn="ctr"/>
              <a:endParaRPr lang="es-BO"/>
            </a:p>
          </p:txBody>
        </p:sp>
        <p:grpSp>
          <p:nvGrpSpPr>
            <p:cNvPr id="13" name="12 Grupo"/>
            <p:cNvGrpSpPr/>
            <p:nvPr/>
          </p:nvGrpSpPr>
          <p:grpSpPr>
            <a:xfrm>
              <a:off x="8426756" y="1363172"/>
              <a:ext cx="2163838" cy="1440160"/>
              <a:chOff x="1314674" y="6048821"/>
              <a:chExt cx="2163837" cy="1440160"/>
            </a:xfrm>
          </p:grpSpPr>
          <p:grpSp>
            <p:nvGrpSpPr>
              <p:cNvPr id="210" name="209 Grupo"/>
              <p:cNvGrpSpPr/>
              <p:nvPr/>
            </p:nvGrpSpPr>
            <p:grpSpPr>
              <a:xfrm>
                <a:off x="2002775" y="6069914"/>
                <a:ext cx="759904" cy="741988"/>
                <a:chOff x="3287444" y="3859891"/>
                <a:chExt cx="759904" cy="741988"/>
              </a:xfrm>
            </p:grpSpPr>
            <p:grpSp>
              <p:nvGrpSpPr>
                <p:cNvPr id="211" name="Group 41"/>
                <p:cNvGrpSpPr>
                  <a:grpSpLocks/>
                </p:cNvGrpSpPr>
                <p:nvPr/>
              </p:nvGrpSpPr>
              <p:grpSpPr bwMode="auto">
                <a:xfrm>
                  <a:off x="3287444" y="4127845"/>
                  <a:ext cx="759904" cy="357190"/>
                  <a:chOff x="3975" y="4005"/>
                  <a:chExt cx="1860" cy="1005"/>
                </a:xfrm>
              </p:grpSpPr>
              <p:sp>
                <p:nvSpPr>
                  <p:cNvPr id="223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975" y="4005"/>
                    <a:ext cx="1860" cy="100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  <p:sp>
                <p:nvSpPr>
                  <p:cNvPr id="224" name="AutoShape 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75" y="4005"/>
                    <a:ext cx="1860" cy="100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  <p:sp>
                <p:nvSpPr>
                  <p:cNvPr id="225" name="AutoShap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75" y="4005"/>
                    <a:ext cx="1860" cy="100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</p:grpSp>
            <p:sp>
              <p:nvSpPr>
                <p:cNvPr id="212" name="Oval 16"/>
                <p:cNvSpPr>
                  <a:spLocks noChangeArrowheads="1"/>
                </p:cNvSpPr>
                <p:nvPr/>
              </p:nvSpPr>
              <p:spPr bwMode="auto">
                <a:xfrm>
                  <a:off x="3866953" y="4480499"/>
                  <a:ext cx="94389" cy="11307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0" name="Oval 16"/>
                <p:cNvSpPr>
                  <a:spLocks noChangeArrowheads="1"/>
                </p:cNvSpPr>
                <p:nvPr/>
              </p:nvSpPr>
              <p:spPr bwMode="auto">
                <a:xfrm>
                  <a:off x="3404997" y="4488801"/>
                  <a:ext cx="94389" cy="11307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2" name="221 CuadroTexto"/>
                <p:cNvSpPr txBox="1"/>
                <p:nvPr/>
              </p:nvSpPr>
              <p:spPr>
                <a:xfrm>
                  <a:off x="3332056" y="3859891"/>
                  <a:ext cx="631925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BO" dirty="0" err="1" smtClean="0"/>
                    <a:t>xx</a:t>
                  </a:r>
                  <a:endParaRPr lang="es-BO" dirty="0"/>
                </a:p>
              </p:txBody>
            </p:sp>
          </p:grpSp>
          <p:grpSp>
            <p:nvGrpSpPr>
              <p:cNvPr id="15" name="14 Grupo"/>
              <p:cNvGrpSpPr/>
              <p:nvPr/>
            </p:nvGrpSpPr>
            <p:grpSpPr>
              <a:xfrm>
                <a:off x="1992410" y="6789994"/>
                <a:ext cx="1050748" cy="554971"/>
                <a:chOff x="1996337" y="6768901"/>
                <a:chExt cx="1050748" cy="554971"/>
              </a:xfrm>
            </p:grpSpPr>
            <p:sp>
              <p:nvSpPr>
                <p:cNvPr id="237" name="Rectangle 44"/>
                <p:cNvSpPr>
                  <a:spLocks noChangeArrowheads="1"/>
                </p:cNvSpPr>
                <p:nvPr/>
              </p:nvSpPr>
              <p:spPr bwMode="auto">
                <a:xfrm>
                  <a:off x="2016236" y="6902251"/>
                  <a:ext cx="759904" cy="3571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 dirty="0"/>
                </a:p>
              </p:txBody>
            </p:sp>
            <p:sp>
              <p:nvSpPr>
                <p:cNvPr id="238" name="237 CuadroTexto"/>
                <p:cNvSpPr txBox="1"/>
                <p:nvPr/>
              </p:nvSpPr>
              <p:spPr>
                <a:xfrm rot="5400000">
                  <a:off x="2235912" y="6606693"/>
                  <a:ext cx="351845" cy="830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BO" sz="4800" dirty="0"/>
                    <a:t>E</a:t>
                  </a:r>
                </a:p>
              </p:txBody>
            </p:sp>
            <p:cxnSp>
              <p:nvCxnSpPr>
                <p:cNvPr id="239" name="AutoShape 82"/>
                <p:cNvCxnSpPr>
                  <a:cxnSpLocks noChangeShapeType="1"/>
                </p:cNvCxnSpPr>
                <p:nvPr/>
              </p:nvCxnSpPr>
              <p:spPr bwMode="auto">
                <a:xfrm>
                  <a:off x="2391115" y="6768901"/>
                  <a:ext cx="1587" cy="13335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sp>
              <p:nvSpPr>
                <p:cNvPr id="14" name="13 CuadroTexto"/>
                <p:cNvSpPr txBox="1"/>
                <p:nvPr/>
              </p:nvSpPr>
              <p:spPr>
                <a:xfrm>
                  <a:off x="2690643" y="7046873"/>
                  <a:ext cx="35644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BO" sz="1200" dirty="0"/>
                    <a:t>(-)</a:t>
                  </a:r>
                </a:p>
              </p:txBody>
            </p:sp>
          </p:grpSp>
          <p:sp>
            <p:nvSpPr>
              <p:cNvPr id="277" name="276 Elipse"/>
              <p:cNvSpPr/>
              <p:nvPr/>
            </p:nvSpPr>
            <p:spPr>
              <a:xfrm>
                <a:off x="1314674" y="6048821"/>
                <a:ext cx="2163837" cy="144016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</p:grpSp>
        <p:grpSp>
          <p:nvGrpSpPr>
            <p:cNvPr id="24" name="23 Grupo"/>
            <p:cNvGrpSpPr/>
            <p:nvPr/>
          </p:nvGrpSpPr>
          <p:grpSpPr>
            <a:xfrm>
              <a:off x="8412890" y="5252503"/>
              <a:ext cx="2163838" cy="1491075"/>
              <a:chOff x="8854280" y="5997906"/>
              <a:chExt cx="2163837" cy="1491075"/>
            </a:xfrm>
          </p:grpSpPr>
          <p:grpSp>
            <p:nvGrpSpPr>
              <p:cNvPr id="262" name="261 Grupo"/>
              <p:cNvGrpSpPr/>
              <p:nvPr/>
            </p:nvGrpSpPr>
            <p:grpSpPr>
              <a:xfrm>
                <a:off x="9563323" y="5997906"/>
                <a:ext cx="759904" cy="741988"/>
                <a:chOff x="3287444" y="3859891"/>
                <a:chExt cx="759904" cy="741988"/>
              </a:xfrm>
            </p:grpSpPr>
            <p:grpSp>
              <p:nvGrpSpPr>
                <p:cNvPr id="263" name="Group 41"/>
                <p:cNvGrpSpPr>
                  <a:grpSpLocks/>
                </p:cNvGrpSpPr>
                <p:nvPr/>
              </p:nvGrpSpPr>
              <p:grpSpPr bwMode="auto">
                <a:xfrm>
                  <a:off x="3287444" y="4127845"/>
                  <a:ext cx="759904" cy="357190"/>
                  <a:chOff x="3975" y="4005"/>
                  <a:chExt cx="1860" cy="1005"/>
                </a:xfrm>
              </p:grpSpPr>
              <p:sp>
                <p:nvSpPr>
                  <p:cNvPr id="267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975" y="4005"/>
                    <a:ext cx="1860" cy="100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  <p:sp>
                <p:nvSpPr>
                  <p:cNvPr id="268" name="AutoShape 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75" y="4005"/>
                    <a:ext cx="1860" cy="100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  <p:sp>
                <p:nvSpPr>
                  <p:cNvPr id="269" name="AutoShap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75" y="4005"/>
                    <a:ext cx="1860" cy="100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</p:grpSp>
            <p:sp>
              <p:nvSpPr>
                <p:cNvPr id="264" name="Oval 16"/>
                <p:cNvSpPr>
                  <a:spLocks noChangeArrowheads="1"/>
                </p:cNvSpPr>
                <p:nvPr/>
              </p:nvSpPr>
              <p:spPr bwMode="auto">
                <a:xfrm>
                  <a:off x="3866953" y="4480499"/>
                  <a:ext cx="94389" cy="11307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65" name="Oval 16"/>
                <p:cNvSpPr>
                  <a:spLocks noChangeArrowheads="1"/>
                </p:cNvSpPr>
                <p:nvPr/>
              </p:nvSpPr>
              <p:spPr bwMode="auto">
                <a:xfrm>
                  <a:off x="3404997" y="4488801"/>
                  <a:ext cx="94389" cy="11307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66" name="265 CuadroTexto"/>
                <p:cNvSpPr txBox="1"/>
                <p:nvPr/>
              </p:nvSpPr>
              <p:spPr>
                <a:xfrm>
                  <a:off x="3332056" y="3859891"/>
                  <a:ext cx="631925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BO" dirty="0" err="1" smtClean="0"/>
                    <a:t>xx</a:t>
                  </a:r>
                  <a:endParaRPr lang="es-BO" dirty="0"/>
                </a:p>
              </p:txBody>
            </p:sp>
          </p:grpSp>
          <p:grpSp>
            <p:nvGrpSpPr>
              <p:cNvPr id="270" name="269 Grupo"/>
              <p:cNvGrpSpPr/>
              <p:nvPr/>
            </p:nvGrpSpPr>
            <p:grpSpPr>
              <a:xfrm>
                <a:off x="9552958" y="6717986"/>
                <a:ext cx="1050748" cy="554972"/>
                <a:chOff x="1996337" y="6768901"/>
                <a:chExt cx="1050748" cy="554972"/>
              </a:xfrm>
            </p:grpSpPr>
            <p:sp>
              <p:nvSpPr>
                <p:cNvPr id="271" name="Rectangle 44"/>
                <p:cNvSpPr>
                  <a:spLocks noChangeArrowheads="1"/>
                </p:cNvSpPr>
                <p:nvPr/>
              </p:nvSpPr>
              <p:spPr bwMode="auto">
                <a:xfrm>
                  <a:off x="2016236" y="6902251"/>
                  <a:ext cx="759904" cy="3571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 dirty="0"/>
                </a:p>
              </p:txBody>
            </p:sp>
            <p:sp>
              <p:nvSpPr>
                <p:cNvPr id="272" name="271 CuadroTexto"/>
                <p:cNvSpPr txBox="1"/>
                <p:nvPr/>
              </p:nvSpPr>
              <p:spPr>
                <a:xfrm rot="5400000">
                  <a:off x="2235912" y="6606693"/>
                  <a:ext cx="351845" cy="830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BO" sz="4800" dirty="0"/>
                    <a:t>E</a:t>
                  </a:r>
                </a:p>
              </p:txBody>
            </p:sp>
            <p:cxnSp>
              <p:nvCxnSpPr>
                <p:cNvPr id="273" name="AutoShape 82"/>
                <p:cNvCxnSpPr>
                  <a:cxnSpLocks noChangeShapeType="1"/>
                </p:cNvCxnSpPr>
                <p:nvPr/>
              </p:nvCxnSpPr>
              <p:spPr bwMode="auto">
                <a:xfrm>
                  <a:off x="2391115" y="6768901"/>
                  <a:ext cx="1587" cy="13335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sp>
              <p:nvSpPr>
                <p:cNvPr id="274" name="273 CuadroTexto"/>
                <p:cNvSpPr txBox="1"/>
                <p:nvPr/>
              </p:nvSpPr>
              <p:spPr>
                <a:xfrm>
                  <a:off x="2690643" y="7046874"/>
                  <a:ext cx="35644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BO" sz="1200" dirty="0"/>
                    <a:t>(-)</a:t>
                  </a:r>
                </a:p>
              </p:txBody>
            </p:sp>
          </p:grpSp>
          <p:sp>
            <p:nvSpPr>
              <p:cNvPr id="279" name="278 Elipse"/>
              <p:cNvSpPr/>
              <p:nvPr/>
            </p:nvSpPr>
            <p:spPr>
              <a:xfrm>
                <a:off x="8854280" y="6048821"/>
                <a:ext cx="2163837" cy="144016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</p:grpSp>
        <p:grpSp>
          <p:nvGrpSpPr>
            <p:cNvPr id="23" name="22 Grupo"/>
            <p:cNvGrpSpPr/>
            <p:nvPr/>
          </p:nvGrpSpPr>
          <p:grpSpPr>
            <a:xfrm>
              <a:off x="8580289" y="3340247"/>
              <a:ext cx="2167434" cy="1484439"/>
              <a:chOff x="5055493" y="6004542"/>
              <a:chExt cx="2167434" cy="1484439"/>
            </a:xfrm>
          </p:grpSpPr>
          <p:grpSp>
            <p:nvGrpSpPr>
              <p:cNvPr id="201" name="200 Grupo"/>
              <p:cNvGrpSpPr/>
              <p:nvPr/>
            </p:nvGrpSpPr>
            <p:grpSpPr>
              <a:xfrm>
                <a:off x="5780599" y="6004542"/>
                <a:ext cx="759904" cy="741988"/>
                <a:chOff x="3287444" y="3859891"/>
                <a:chExt cx="759904" cy="741988"/>
              </a:xfrm>
            </p:grpSpPr>
            <p:grpSp>
              <p:nvGrpSpPr>
                <p:cNvPr id="202" name="Group 41"/>
                <p:cNvGrpSpPr>
                  <a:grpSpLocks/>
                </p:cNvGrpSpPr>
                <p:nvPr/>
              </p:nvGrpSpPr>
              <p:grpSpPr bwMode="auto">
                <a:xfrm>
                  <a:off x="3287444" y="4127845"/>
                  <a:ext cx="759904" cy="357190"/>
                  <a:chOff x="3975" y="4005"/>
                  <a:chExt cx="1860" cy="1005"/>
                </a:xfrm>
              </p:grpSpPr>
              <p:sp>
                <p:nvSpPr>
                  <p:cNvPr id="206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975" y="4005"/>
                    <a:ext cx="1860" cy="100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  <p:sp>
                <p:nvSpPr>
                  <p:cNvPr id="207" name="AutoShape 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75" y="4005"/>
                    <a:ext cx="1860" cy="100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  <p:sp>
                <p:nvSpPr>
                  <p:cNvPr id="209" name="AutoShap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75" y="4005"/>
                    <a:ext cx="1860" cy="100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BO"/>
                  </a:p>
                </p:txBody>
              </p:sp>
            </p:grpSp>
            <p:sp>
              <p:nvSpPr>
                <p:cNvPr id="203" name="Oval 16"/>
                <p:cNvSpPr>
                  <a:spLocks noChangeArrowheads="1"/>
                </p:cNvSpPr>
                <p:nvPr/>
              </p:nvSpPr>
              <p:spPr bwMode="auto">
                <a:xfrm>
                  <a:off x="3866953" y="4480499"/>
                  <a:ext cx="94389" cy="11307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04" name="Oval 16"/>
                <p:cNvSpPr>
                  <a:spLocks noChangeArrowheads="1"/>
                </p:cNvSpPr>
                <p:nvPr/>
              </p:nvSpPr>
              <p:spPr bwMode="auto">
                <a:xfrm>
                  <a:off x="3404997" y="4488801"/>
                  <a:ext cx="94389" cy="11307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05" name="204 CuadroTexto"/>
                <p:cNvSpPr txBox="1"/>
                <p:nvPr/>
              </p:nvSpPr>
              <p:spPr>
                <a:xfrm>
                  <a:off x="3332056" y="3859891"/>
                  <a:ext cx="631925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BO" dirty="0" err="1" smtClean="0"/>
                    <a:t>xx</a:t>
                  </a:r>
                  <a:endParaRPr lang="es-BO" dirty="0"/>
                </a:p>
              </p:txBody>
            </p:sp>
          </p:grpSp>
          <p:grpSp>
            <p:nvGrpSpPr>
              <p:cNvPr id="241" name="240 Grupo"/>
              <p:cNvGrpSpPr/>
              <p:nvPr/>
            </p:nvGrpSpPr>
            <p:grpSpPr>
              <a:xfrm>
                <a:off x="5709506" y="6782417"/>
                <a:ext cx="830997" cy="490540"/>
                <a:chOff x="6676365" y="3471547"/>
                <a:chExt cx="830997" cy="490540"/>
              </a:xfrm>
            </p:grpSpPr>
            <p:sp>
              <p:nvSpPr>
                <p:cNvPr id="251" name="Rectangle 44"/>
                <p:cNvSpPr>
                  <a:spLocks noChangeArrowheads="1"/>
                </p:cNvSpPr>
                <p:nvPr/>
              </p:nvSpPr>
              <p:spPr bwMode="auto">
                <a:xfrm>
                  <a:off x="6696265" y="3604897"/>
                  <a:ext cx="759904" cy="3571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 dirty="0"/>
                </a:p>
              </p:txBody>
            </p:sp>
            <p:sp>
              <p:nvSpPr>
                <p:cNvPr id="252" name="251 CuadroTexto"/>
                <p:cNvSpPr txBox="1"/>
                <p:nvPr/>
              </p:nvSpPr>
              <p:spPr>
                <a:xfrm rot="5400000">
                  <a:off x="6915941" y="3309338"/>
                  <a:ext cx="35184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BO" sz="4800" dirty="0"/>
                    <a:t>E</a:t>
                  </a:r>
                </a:p>
              </p:txBody>
            </p:sp>
            <p:cxnSp>
              <p:nvCxnSpPr>
                <p:cNvPr id="256" name="AutoShape 82"/>
                <p:cNvCxnSpPr>
                  <a:cxnSpLocks noChangeShapeType="1"/>
                </p:cNvCxnSpPr>
                <p:nvPr/>
              </p:nvCxnSpPr>
              <p:spPr bwMode="auto">
                <a:xfrm>
                  <a:off x="7071144" y="3471547"/>
                  <a:ext cx="1587" cy="13335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  <p:sp>
            <p:nvSpPr>
              <p:cNvPr id="278" name="277 Elipse"/>
              <p:cNvSpPr/>
              <p:nvPr/>
            </p:nvSpPr>
            <p:spPr>
              <a:xfrm>
                <a:off x="5055493" y="6048821"/>
                <a:ext cx="2163837" cy="144016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  <p:sp>
            <p:nvSpPr>
              <p:cNvPr id="283" name="282 Elipse"/>
              <p:cNvSpPr/>
              <p:nvPr/>
            </p:nvSpPr>
            <p:spPr>
              <a:xfrm>
                <a:off x="5059090" y="6048821"/>
                <a:ext cx="2163837" cy="1440160"/>
              </a:xfrm>
              <a:prstGeom prst="ellipse">
                <a:avLst/>
              </a:prstGeom>
              <a:solidFill>
                <a:srgbClr val="FFFF00">
                  <a:alpha val="20000"/>
                </a:srgbClr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</p:grpSp>
        <p:grpSp>
          <p:nvGrpSpPr>
            <p:cNvPr id="233" name="232 Grupo"/>
            <p:cNvGrpSpPr/>
            <p:nvPr/>
          </p:nvGrpSpPr>
          <p:grpSpPr>
            <a:xfrm>
              <a:off x="1242667" y="853011"/>
              <a:ext cx="7326902" cy="2747539"/>
              <a:chOff x="1242666" y="656477"/>
              <a:chExt cx="7326902" cy="2747539"/>
            </a:xfrm>
          </p:grpSpPr>
          <p:sp>
            <p:nvSpPr>
              <p:cNvPr id="2" name="1 Forma libre"/>
              <p:cNvSpPr/>
              <p:nvPr/>
            </p:nvSpPr>
            <p:spPr>
              <a:xfrm>
                <a:off x="1242666" y="656477"/>
                <a:ext cx="7174503" cy="2274292"/>
              </a:xfrm>
              <a:custGeom>
                <a:avLst/>
                <a:gdLst>
                  <a:gd name="connsiteX0" fmla="*/ 8010781 w 8010781"/>
                  <a:gd name="connsiteY0" fmla="*/ 1125431 h 2274292"/>
                  <a:gd name="connsiteX1" fmla="*/ 3016750 w 8010781"/>
                  <a:gd name="connsiteY1" fmla="*/ 15 h 2274292"/>
                  <a:gd name="connsiteX2" fmla="*/ 39089 w 8010781"/>
                  <a:gd name="connsiteY2" fmla="*/ 1101985 h 2274292"/>
                  <a:gd name="connsiteX3" fmla="*/ 1234843 w 8010781"/>
                  <a:gd name="connsiteY3" fmla="*/ 2274292 h 2274292"/>
                  <a:gd name="connsiteX4" fmla="*/ 1234843 w 8010781"/>
                  <a:gd name="connsiteY4" fmla="*/ 2274292 h 2274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10781" h="2274292">
                    <a:moveTo>
                      <a:pt x="8010781" y="1125431"/>
                    </a:moveTo>
                    <a:cubicBezTo>
                      <a:pt x="6178073" y="564677"/>
                      <a:pt x="4345365" y="3923"/>
                      <a:pt x="3016750" y="15"/>
                    </a:cubicBezTo>
                    <a:cubicBezTo>
                      <a:pt x="1688135" y="-3893"/>
                      <a:pt x="336073" y="722939"/>
                      <a:pt x="39089" y="1101985"/>
                    </a:cubicBezTo>
                    <a:cubicBezTo>
                      <a:pt x="-257896" y="1481031"/>
                      <a:pt x="1234843" y="2274292"/>
                      <a:pt x="1234843" y="2274292"/>
                    </a:cubicBezTo>
                    <a:lnTo>
                      <a:pt x="1234843" y="2274292"/>
                    </a:ln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  <p:sp>
            <p:nvSpPr>
              <p:cNvPr id="146" name="145 Forma libre"/>
              <p:cNvSpPr/>
              <p:nvPr/>
            </p:nvSpPr>
            <p:spPr>
              <a:xfrm>
                <a:off x="1869307" y="1038225"/>
                <a:ext cx="6700261" cy="1413414"/>
              </a:xfrm>
              <a:custGeom>
                <a:avLst/>
                <a:gdLst>
                  <a:gd name="connsiteX0" fmla="*/ 8010781 w 8010781"/>
                  <a:gd name="connsiteY0" fmla="*/ 1125431 h 2274292"/>
                  <a:gd name="connsiteX1" fmla="*/ 3016750 w 8010781"/>
                  <a:gd name="connsiteY1" fmla="*/ 15 h 2274292"/>
                  <a:gd name="connsiteX2" fmla="*/ 39089 w 8010781"/>
                  <a:gd name="connsiteY2" fmla="*/ 1101985 h 2274292"/>
                  <a:gd name="connsiteX3" fmla="*/ 1234843 w 8010781"/>
                  <a:gd name="connsiteY3" fmla="*/ 2274292 h 2274292"/>
                  <a:gd name="connsiteX4" fmla="*/ 1234843 w 8010781"/>
                  <a:gd name="connsiteY4" fmla="*/ 2274292 h 2274292"/>
                  <a:gd name="connsiteX0" fmla="*/ 8012828 w 8012828"/>
                  <a:gd name="connsiteY0" fmla="*/ 1125431 h 2303086"/>
                  <a:gd name="connsiteX1" fmla="*/ 3018797 w 8012828"/>
                  <a:gd name="connsiteY1" fmla="*/ 15 h 2303086"/>
                  <a:gd name="connsiteX2" fmla="*/ 41136 w 8012828"/>
                  <a:gd name="connsiteY2" fmla="*/ 1101985 h 2303086"/>
                  <a:gd name="connsiteX3" fmla="*/ 1236890 w 8012828"/>
                  <a:gd name="connsiteY3" fmla="*/ 2274292 h 2303086"/>
                  <a:gd name="connsiteX4" fmla="*/ 564579 w 8012828"/>
                  <a:gd name="connsiteY4" fmla="*/ 1911775 h 2303086"/>
                  <a:gd name="connsiteX0" fmla="*/ 8084825 w 8084825"/>
                  <a:gd name="connsiteY0" fmla="*/ 1125431 h 1911775"/>
                  <a:gd name="connsiteX1" fmla="*/ 3090794 w 8084825"/>
                  <a:gd name="connsiteY1" fmla="*/ 15 h 1911775"/>
                  <a:gd name="connsiteX2" fmla="*/ 113133 w 8084825"/>
                  <a:gd name="connsiteY2" fmla="*/ 1101985 h 1911775"/>
                  <a:gd name="connsiteX3" fmla="*/ 636576 w 8084825"/>
                  <a:gd name="connsiteY3" fmla="*/ 1911775 h 1911775"/>
                  <a:gd name="connsiteX0" fmla="*/ 8110766 w 8110766"/>
                  <a:gd name="connsiteY0" fmla="*/ 1125431 h 1821146"/>
                  <a:gd name="connsiteX1" fmla="*/ 3116735 w 8110766"/>
                  <a:gd name="connsiteY1" fmla="*/ 15 h 1821146"/>
                  <a:gd name="connsiteX2" fmla="*/ 139074 w 8110766"/>
                  <a:gd name="connsiteY2" fmla="*/ 1101985 h 1821146"/>
                  <a:gd name="connsiteX3" fmla="*/ 520607 w 8110766"/>
                  <a:gd name="connsiteY3" fmla="*/ 1821146 h 1821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10766" h="1821146">
                    <a:moveTo>
                      <a:pt x="8110766" y="1125431"/>
                    </a:moveTo>
                    <a:cubicBezTo>
                      <a:pt x="6278058" y="564677"/>
                      <a:pt x="4445350" y="3923"/>
                      <a:pt x="3116735" y="15"/>
                    </a:cubicBezTo>
                    <a:cubicBezTo>
                      <a:pt x="1788120" y="-3893"/>
                      <a:pt x="571762" y="798463"/>
                      <a:pt x="139074" y="1101985"/>
                    </a:cubicBezTo>
                    <a:cubicBezTo>
                      <a:pt x="-293614" y="1405507"/>
                      <a:pt x="411557" y="1652440"/>
                      <a:pt x="520607" y="1821146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BO"/>
              </a:p>
            </p:txBody>
          </p:sp>
          <p:cxnSp>
            <p:nvCxnSpPr>
              <p:cNvPr id="28" name="27 Conector recto"/>
              <p:cNvCxnSpPr>
                <a:stCxn id="146" idx="3"/>
              </p:cNvCxnSpPr>
              <p:nvPr/>
            </p:nvCxnSpPr>
            <p:spPr>
              <a:xfrm flipV="1">
                <a:off x="2299378" y="2083251"/>
                <a:ext cx="23408" cy="3683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174 Conector recto"/>
              <p:cNvCxnSpPr>
                <a:endCxn id="2" idx="3"/>
              </p:cNvCxnSpPr>
              <p:nvPr/>
            </p:nvCxnSpPr>
            <p:spPr>
              <a:xfrm flipV="1">
                <a:off x="2348599" y="2930769"/>
                <a:ext cx="0" cy="47324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175 Conector recto"/>
              <p:cNvCxnSpPr/>
              <p:nvPr/>
            </p:nvCxnSpPr>
            <p:spPr>
              <a:xfrm flipH="1" flipV="1">
                <a:off x="2348600" y="2126253"/>
                <a:ext cx="766274" cy="6770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176 Conector recto"/>
              <p:cNvCxnSpPr/>
              <p:nvPr/>
            </p:nvCxnSpPr>
            <p:spPr>
              <a:xfrm flipH="1">
                <a:off x="2348600" y="2803331"/>
                <a:ext cx="766274" cy="5564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4" name="183 CuadroTexto"/>
            <p:cNvSpPr txBox="1"/>
            <p:nvPr/>
          </p:nvSpPr>
          <p:spPr>
            <a:xfrm>
              <a:off x="10064154" y="3732649"/>
              <a:ext cx="356443" cy="276995"/>
            </a:xfrm>
            <a:prstGeom prst="rect">
              <a:avLst/>
            </a:prstGeom>
            <a:noFill/>
          </p:spPr>
          <p:txBody>
            <a:bodyPr wrap="square" lIns="91438" tIns="45718" rIns="91438" bIns="45718" rtlCol="0">
              <a:spAutoFit/>
            </a:bodyPr>
            <a:lstStyle/>
            <a:p>
              <a:r>
                <a:rPr lang="es-BO" sz="1200" dirty="0"/>
                <a:t>2</a:t>
              </a:r>
            </a:p>
          </p:txBody>
        </p:sp>
        <p:sp>
          <p:nvSpPr>
            <p:cNvPr id="185" name="184 CuadroTexto"/>
            <p:cNvSpPr txBox="1"/>
            <p:nvPr/>
          </p:nvSpPr>
          <p:spPr>
            <a:xfrm>
              <a:off x="9883627" y="1819011"/>
              <a:ext cx="356443" cy="276995"/>
            </a:xfrm>
            <a:prstGeom prst="rect">
              <a:avLst/>
            </a:prstGeom>
            <a:noFill/>
          </p:spPr>
          <p:txBody>
            <a:bodyPr wrap="square" lIns="91438" tIns="45718" rIns="91438" bIns="45718" rtlCol="0">
              <a:spAutoFit/>
            </a:bodyPr>
            <a:lstStyle/>
            <a:p>
              <a:r>
                <a:rPr lang="es-BO" sz="1200" dirty="0"/>
                <a:t>1</a:t>
              </a:r>
            </a:p>
          </p:txBody>
        </p:sp>
        <p:sp>
          <p:nvSpPr>
            <p:cNvPr id="186" name="185 CuadroTexto"/>
            <p:cNvSpPr txBox="1"/>
            <p:nvPr/>
          </p:nvSpPr>
          <p:spPr>
            <a:xfrm>
              <a:off x="9918313" y="5688782"/>
              <a:ext cx="356443" cy="276995"/>
            </a:xfrm>
            <a:prstGeom prst="rect">
              <a:avLst/>
            </a:prstGeom>
            <a:noFill/>
          </p:spPr>
          <p:txBody>
            <a:bodyPr wrap="square" lIns="91438" tIns="45718" rIns="91438" bIns="45718" rtlCol="0">
              <a:spAutoFit/>
            </a:bodyPr>
            <a:lstStyle/>
            <a:p>
              <a:r>
                <a:rPr lang="es-BO" sz="12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603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60 Rectángulo"/>
          <p:cNvSpPr/>
          <p:nvPr/>
        </p:nvSpPr>
        <p:spPr>
          <a:xfrm>
            <a:off x="666602" y="4036367"/>
            <a:ext cx="10729192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La intención del Comandante del CE – III,  es </a:t>
            </a:r>
            <a:r>
              <a:rPr lang="es-BO" dirty="0" err="1"/>
              <a:t>interdictar</a:t>
            </a:r>
            <a:r>
              <a:rPr lang="es-BO" dirty="0"/>
              <a:t> y destruir al enemigo que intenta establecer y consolidar la cabecera aérea en la zona de lanzamiento, </a:t>
            </a:r>
            <a:r>
              <a:rPr lang="es-MX" dirty="0"/>
              <a:t>comprendida entre las Coordenadas: 84-79, 82-79, 82-77 y 84-77 y continúe operaciones ofensivas</a:t>
            </a:r>
            <a:r>
              <a:rPr lang="es-BO" dirty="0"/>
              <a:t>, </a:t>
            </a:r>
            <a:r>
              <a:rPr lang="es-MX" dirty="0"/>
              <a:t>para esto será necesario realizar las siguientes tareas claves, </a:t>
            </a:r>
            <a:r>
              <a:rPr lang="es-MX" b="1" dirty="0"/>
              <a:t>PRIMERO</a:t>
            </a:r>
            <a:r>
              <a:rPr lang="es-MX" dirty="0"/>
              <a:t> destruir a las unidades del RIM – IV “PUCHESMA” que ocupa el terreno defensivamente sobre la línea general  C° NODRI - C° MARTE  - C° PLUTÓN – C° SATURNO – C° </a:t>
            </a:r>
            <a:r>
              <a:rPr lang="es-MX" dirty="0" smtClean="0"/>
              <a:t>BOCA – C° DOGUI, </a:t>
            </a:r>
            <a:r>
              <a:rPr lang="es-MX" b="1" dirty="0"/>
              <a:t>SEGUNDO</a:t>
            </a:r>
            <a:r>
              <a:rPr lang="es-MX" dirty="0"/>
              <a:t> en forma simultánea cercar a unidades que hayan logrado desembarcar en la zona de la cabecera aérea </a:t>
            </a:r>
            <a:r>
              <a:rPr lang="es-MX" b="1" dirty="0"/>
              <a:t>TERCERO</a:t>
            </a:r>
            <a:r>
              <a:rPr lang="es-MX" dirty="0"/>
              <a:t>, destruir y/o capturar a las unidades enemigas, evitando posteriores olas de desembarco.</a:t>
            </a:r>
            <a:endParaRPr lang="es-BO" dirty="0"/>
          </a:p>
          <a:p>
            <a:r>
              <a:rPr lang="es-MX" dirty="0"/>
              <a:t> </a:t>
            </a:r>
            <a:endParaRPr lang="es-BO" dirty="0"/>
          </a:p>
          <a:p>
            <a:r>
              <a:rPr lang="es-MX" dirty="0"/>
              <a:t>Al finalizar la operación el RIM – IV “PUCHESMA” quedará destruido; el CE – III habrá logrado el control de todo el sector ocupado y las zonas adyacentes, en especial las vías de comunicación y poblaciones y estará preparado para conducir futuras operaciones con orden.</a:t>
            </a:r>
            <a:endParaRPr lang="es-B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930" y="641351"/>
            <a:ext cx="4464496" cy="30467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48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5" name="AutoShape 57"/>
          <p:cNvSpPr>
            <a:spLocks noChangeShapeType="1"/>
          </p:cNvSpPr>
          <p:nvPr/>
        </p:nvSpPr>
        <p:spPr bwMode="auto">
          <a:xfrm>
            <a:off x="1626459" y="3330262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2343" name="AutoShape 55"/>
          <p:cNvSpPr>
            <a:spLocks noChangeShapeType="1"/>
          </p:cNvSpPr>
          <p:nvPr/>
        </p:nvSpPr>
        <p:spPr bwMode="auto">
          <a:xfrm>
            <a:off x="8627383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2357" name="Rectangle 69"/>
          <p:cNvSpPr>
            <a:spLocks noChangeArrowheads="1"/>
          </p:cNvSpPr>
          <p:nvPr/>
        </p:nvSpPr>
        <p:spPr bwMode="auto">
          <a:xfrm>
            <a:off x="3860576" y="1296293"/>
            <a:ext cx="4420630" cy="30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" sz="1400" b="1" u="sng" dirty="0">
                <a:latin typeface="Arial" pitchFamily="34" charset="0"/>
                <a:cs typeface="Arial" pitchFamily="34" charset="0"/>
              </a:rPr>
              <a:t>ORGANIGRAMA DE LA DIVISIÓN DE INFANTERÍA</a:t>
            </a:r>
            <a:endParaRPr lang="es-BO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Rectangle 44"/>
          <p:cNvSpPr>
            <a:spLocks noChangeArrowheads="1"/>
          </p:cNvSpPr>
          <p:nvPr/>
        </p:nvSpPr>
        <p:spPr bwMode="auto">
          <a:xfrm>
            <a:off x="1234763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C y S</a:t>
            </a:r>
            <a:endParaRPr lang="es-BO" b="1" dirty="0"/>
          </a:p>
        </p:txBody>
      </p:sp>
      <p:sp>
        <p:nvSpPr>
          <p:cNvPr id="134" name="Rectangle 44"/>
          <p:cNvSpPr>
            <a:spLocks noChangeArrowheads="1"/>
          </p:cNvSpPr>
          <p:nvPr/>
        </p:nvSpPr>
        <p:spPr bwMode="auto">
          <a:xfrm>
            <a:off x="3092150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AT</a:t>
            </a:r>
            <a:endParaRPr lang="es-BO" b="1" dirty="0"/>
          </a:p>
        </p:txBody>
      </p:sp>
      <p:grpSp>
        <p:nvGrpSpPr>
          <p:cNvPr id="137" name="Group 41"/>
          <p:cNvGrpSpPr>
            <a:grpSpLocks/>
          </p:cNvGrpSpPr>
          <p:nvPr/>
        </p:nvGrpSpPr>
        <p:grpSpPr bwMode="auto">
          <a:xfrm>
            <a:off x="3949407" y="3862006"/>
            <a:ext cx="759904" cy="357190"/>
            <a:chOff x="3975" y="4005"/>
            <a:chExt cx="1860" cy="1005"/>
          </a:xfrm>
        </p:grpSpPr>
        <p:sp>
          <p:nvSpPr>
            <p:cNvPr id="138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39" name="AutoShape 43"/>
            <p:cNvSpPr>
              <a:spLocks noChangeShapeType="1"/>
            </p:cNvSpPr>
            <p:nvPr/>
          </p:nvSpPr>
          <p:spPr bwMode="auto">
            <a:xfrm flipH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42" name="Rectangle 44"/>
          <p:cNvSpPr>
            <a:spLocks noChangeArrowheads="1"/>
          </p:cNvSpPr>
          <p:nvPr/>
        </p:nvSpPr>
        <p:spPr bwMode="auto">
          <a:xfrm>
            <a:off x="4806663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46" name="Rectangle 44"/>
          <p:cNvSpPr>
            <a:spLocks noChangeArrowheads="1"/>
          </p:cNvSpPr>
          <p:nvPr/>
        </p:nvSpPr>
        <p:spPr bwMode="auto">
          <a:xfrm>
            <a:off x="5683818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 dirty="0"/>
          </a:p>
        </p:txBody>
      </p:sp>
      <p:grpSp>
        <p:nvGrpSpPr>
          <p:cNvPr id="149" name="Group 41"/>
          <p:cNvGrpSpPr>
            <a:grpSpLocks/>
          </p:cNvGrpSpPr>
          <p:nvPr/>
        </p:nvGrpSpPr>
        <p:grpSpPr bwMode="auto">
          <a:xfrm>
            <a:off x="6521175" y="3862006"/>
            <a:ext cx="759904" cy="357190"/>
            <a:chOff x="3975" y="4005"/>
            <a:chExt cx="1860" cy="1005"/>
          </a:xfrm>
        </p:grpSpPr>
        <p:sp>
          <p:nvSpPr>
            <p:cNvPr id="150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52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018" cy="6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54" name="Rectangle 44"/>
          <p:cNvSpPr>
            <a:spLocks noChangeArrowheads="1"/>
          </p:cNvSpPr>
          <p:nvPr/>
        </p:nvSpPr>
        <p:spPr bwMode="auto">
          <a:xfrm>
            <a:off x="7378431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LOG</a:t>
            </a:r>
            <a:endParaRPr lang="es-BO" b="1" dirty="0"/>
          </a:p>
        </p:txBody>
      </p:sp>
      <p:sp>
        <p:nvSpPr>
          <p:cNvPr id="158" name="Rectangle 44"/>
          <p:cNvSpPr>
            <a:spLocks noChangeArrowheads="1"/>
          </p:cNvSpPr>
          <p:nvPr/>
        </p:nvSpPr>
        <p:spPr bwMode="auto">
          <a:xfrm>
            <a:off x="8235687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PM</a:t>
            </a:r>
            <a:endParaRPr lang="es-BO" b="1" dirty="0"/>
          </a:p>
        </p:txBody>
      </p:sp>
      <p:sp>
        <p:nvSpPr>
          <p:cNvPr id="166" name="Rectangle 44"/>
          <p:cNvSpPr>
            <a:spLocks noChangeArrowheads="1"/>
          </p:cNvSpPr>
          <p:nvPr/>
        </p:nvSpPr>
        <p:spPr bwMode="auto">
          <a:xfrm>
            <a:off x="9092942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70" name="Rectangle 44"/>
          <p:cNvSpPr>
            <a:spLocks noChangeArrowheads="1"/>
          </p:cNvSpPr>
          <p:nvPr/>
        </p:nvSpPr>
        <p:spPr bwMode="auto">
          <a:xfrm>
            <a:off x="9950199" y="3862006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grpSp>
        <p:nvGrpSpPr>
          <p:cNvPr id="189" name="188 Grupo"/>
          <p:cNvGrpSpPr/>
          <p:nvPr/>
        </p:nvGrpSpPr>
        <p:grpSpPr>
          <a:xfrm>
            <a:off x="2092018" y="3862007"/>
            <a:ext cx="843269" cy="528144"/>
            <a:chOff x="1780352" y="3790155"/>
            <a:chExt cx="1081094" cy="527054"/>
          </a:xfrm>
        </p:grpSpPr>
        <p:grpSp>
          <p:nvGrpSpPr>
            <p:cNvPr id="173" name="Group 41"/>
            <p:cNvGrpSpPr>
              <a:grpSpLocks/>
            </p:cNvGrpSpPr>
            <p:nvPr/>
          </p:nvGrpSpPr>
          <p:grpSpPr bwMode="auto">
            <a:xfrm>
              <a:off x="1887228" y="3960756"/>
              <a:ext cx="974218" cy="356453"/>
              <a:chOff x="3975" y="4005"/>
              <a:chExt cx="1860" cy="1005"/>
            </a:xfrm>
          </p:grpSpPr>
          <p:sp>
            <p:nvSpPr>
              <p:cNvPr id="174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75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76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grpSp>
          <p:nvGrpSpPr>
            <p:cNvPr id="177" name="Group 41"/>
            <p:cNvGrpSpPr>
              <a:grpSpLocks/>
            </p:cNvGrpSpPr>
            <p:nvPr/>
          </p:nvGrpSpPr>
          <p:grpSpPr bwMode="auto">
            <a:xfrm>
              <a:off x="1851790" y="3902018"/>
              <a:ext cx="974218" cy="356453"/>
              <a:chOff x="3975" y="4005"/>
              <a:chExt cx="1860" cy="1005"/>
            </a:xfrm>
          </p:grpSpPr>
          <p:sp>
            <p:nvSpPr>
              <p:cNvPr id="178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79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0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grpSp>
          <p:nvGrpSpPr>
            <p:cNvPr id="181" name="Group 41"/>
            <p:cNvGrpSpPr>
              <a:grpSpLocks/>
            </p:cNvGrpSpPr>
            <p:nvPr/>
          </p:nvGrpSpPr>
          <p:grpSpPr bwMode="auto">
            <a:xfrm>
              <a:off x="1815790" y="3848893"/>
              <a:ext cx="974218" cy="356453"/>
              <a:chOff x="3975" y="4005"/>
              <a:chExt cx="1860" cy="1005"/>
            </a:xfrm>
          </p:grpSpPr>
          <p:sp>
            <p:nvSpPr>
              <p:cNvPr id="182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3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4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grpSp>
          <p:nvGrpSpPr>
            <p:cNvPr id="185" name="Group 41"/>
            <p:cNvGrpSpPr>
              <a:grpSpLocks/>
            </p:cNvGrpSpPr>
            <p:nvPr/>
          </p:nvGrpSpPr>
          <p:grpSpPr bwMode="auto">
            <a:xfrm>
              <a:off x="1780352" y="3790155"/>
              <a:ext cx="974218" cy="356453"/>
              <a:chOff x="3975" y="4005"/>
              <a:chExt cx="1860" cy="1005"/>
            </a:xfrm>
          </p:grpSpPr>
          <p:sp>
            <p:nvSpPr>
              <p:cNvPr id="186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7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8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</p:grpSp>
      <p:grpSp>
        <p:nvGrpSpPr>
          <p:cNvPr id="190" name="Group 15"/>
          <p:cNvGrpSpPr>
            <a:grpSpLocks/>
          </p:cNvGrpSpPr>
          <p:nvPr/>
        </p:nvGrpSpPr>
        <p:grpSpPr bwMode="auto">
          <a:xfrm>
            <a:off x="9373003" y="3766473"/>
            <a:ext cx="170491" cy="45719"/>
            <a:chOff x="4455" y="6678"/>
            <a:chExt cx="262" cy="57"/>
          </a:xfrm>
        </p:grpSpPr>
        <p:sp>
          <p:nvSpPr>
            <p:cNvPr id="191" name="Oval 17"/>
            <p:cNvSpPr>
              <a:spLocks noChangeArrowheads="1"/>
            </p:cNvSpPr>
            <p:nvPr/>
          </p:nvSpPr>
          <p:spPr bwMode="auto">
            <a:xfrm>
              <a:off x="4455" y="6678"/>
              <a:ext cx="57" cy="57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92" name="Oval 16"/>
            <p:cNvSpPr>
              <a:spLocks noChangeArrowheads="1"/>
            </p:cNvSpPr>
            <p:nvPr/>
          </p:nvSpPr>
          <p:spPr bwMode="auto">
            <a:xfrm>
              <a:off x="4660" y="6678"/>
              <a:ext cx="57" cy="57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93" name="Oval 16"/>
          <p:cNvSpPr>
            <a:spLocks noChangeArrowheads="1"/>
          </p:cNvSpPr>
          <p:nvPr/>
        </p:nvSpPr>
        <p:spPr bwMode="auto">
          <a:xfrm>
            <a:off x="5147455" y="3982135"/>
            <a:ext cx="94389" cy="113078"/>
          </a:xfrm>
          <a:prstGeom prst="ellipse">
            <a:avLst/>
          </a:prstGeom>
          <a:solidFill>
            <a:srgbClr val="050505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94" name="193 CuadroTexto"/>
          <p:cNvSpPr txBox="1"/>
          <p:nvPr/>
        </p:nvSpPr>
        <p:spPr>
          <a:xfrm rot="5400000">
            <a:off x="5903495" y="3566451"/>
            <a:ext cx="351845" cy="830993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r>
              <a:rPr lang="es-BO" sz="4800" dirty="0"/>
              <a:t>E</a:t>
            </a:r>
          </a:p>
        </p:txBody>
      </p:sp>
      <p:sp>
        <p:nvSpPr>
          <p:cNvPr id="195" name="AutoShape 42"/>
          <p:cNvSpPr>
            <a:spLocks noChangeShapeType="1"/>
          </p:cNvSpPr>
          <p:nvPr/>
        </p:nvSpPr>
        <p:spPr bwMode="auto">
          <a:xfrm flipH="1" flipV="1">
            <a:off x="6767116" y="3933441"/>
            <a:ext cx="501503" cy="28634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96" name="AutoShape 42"/>
          <p:cNvSpPr>
            <a:spLocks noChangeShapeType="1"/>
          </p:cNvSpPr>
          <p:nvPr/>
        </p:nvSpPr>
        <p:spPr bwMode="auto">
          <a:xfrm flipH="1" flipV="1">
            <a:off x="6758763" y="3933443"/>
            <a:ext cx="191038" cy="14287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97" name="196 Elipse"/>
          <p:cNvSpPr/>
          <p:nvPr/>
        </p:nvSpPr>
        <p:spPr>
          <a:xfrm>
            <a:off x="9341333" y="3904000"/>
            <a:ext cx="239148" cy="25315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rtlCol="0" anchor="ctr"/>
          <a:lstStyle/>
          <a:p>
            <a:pPr algn="ctr"/>
            <a:endParaRPr lang="es-BO"/>
          </a:p>
        </p:txBody>
      </p:sp>
      <p:cxnSp>
        <p:nvCxnSpPr>
          <p:cNvPr id="199" name="198 Conector recto de flecha"/>
          <p:cNvCxnSpPr>
            <a:stCxn id="197" idx="4"/>
            <a:endCxn id="197" idx="0"/>
          </p:cNvCxnSpPr>
          <p:nvPr/>
        </p:nvCxnSpPr>
        <p:spPr>
          <a:xfrm rot="5400000" flipH="1">
            <a:off x="9334329" y="4030577"/>
            <a:ext cx="253155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15"/>
          <p:cNvGrpSpPr>
            <a:grpSpLocks/>
          </p:cNvGrpSpPr>
          <p:nvPr/>
        </p:nvGrpSpPr>
        <p:grpSpPr bwMode="auto">
          <a:xfrm>
            <a:off x="10239083" y="3784304"/>
            <a:ext cx="170491" cy="45719"/>
            <a:chOff x="4455" y="6678"/>
            <a:chExt cx="262" cy="57"/>
          </a:xfrm>
        </p:grpSpPr>
        <p:sp>
          <p:nvSpPr>
            <p:cNvPr id="204" name="Oval 17"/>
            <p:cNvSpPr>
              <a:spLocks noChangeArrowheads="1"/>
            </p:cNvSpPr>
            <p:nvPr/>
          </p:nvSpPr>
          <p:spPr bwMode="auto">
            <a:xfrm>
              <a:off x="4455" y="6678"/>
              <a:ext cx="57" cy="57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05" name="Oval 16"/>
            <p:cNvSpPr>
              <a:spLocks noChangeArrowheads="1"/>
            </p:cNvSpPr>
            <p:nvPr/>
          </p:nvSpPr>
          <p:spPr bwMode="auto">
            <a:xfrm>
              <a:off x="4660" y="6678"/>
              <a:ext cx="57" cy="57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cxnSp>
        <p:nvCxnSpPr>
          <p:cNvPr id="12369" name="AutoShape 81"/>
          <p:cNvCxnSpPr>
            <a:cxnSpLocks noChangeShapeType="1"/>
          </p:cNvCxnSpPr>
          <p:nvPr/>
        </p:nvCxnSpPr>
        <p:spPr bwMode="auto">
          <a:xfrm>
            <a:off x="2401584" y="3729471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2370" name="AutoShape 82"/>
          <p:cNvCxnSpPr>
            <a:cxnSpLocks noChangeShapeType="1"/>
          </p:cNvCxnSpPr>
          <p:nvPr/>
        </p:nvCxnSpPr>
        <p:spPr bwMode="auto">
          <a:xfrm>
            <a:off x="2519059" y="3729471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08" name="AutoShape 82"/>
          <p:cNvCxnSpPr>
            <a:cxnSpLocks noChangeShapeType="1"/>
          </p:cNvCxnSpPr>
          <p:nvPr/>
        </p:nvCxnSpPr>
        <p:spPr bwMode="auto">
          <a:xfrm>
            <a:off x="1616384" y="372946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09" name="AutoShape 81"/>
          <p:cNvCxnSpPr>
            <a:cxnSpLocks noChangeShapeType="1"/>
          </p:cNvCxnSpPr>
          <p:nvPr/>
        </p:nvCxnSpPr>
        <p:spPr bwMode="auto">
          <a:xfrm>
            <a:off x="3480463" y="3733998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1" name="AutoShape 81"/>
          <p:cNvCxnSpPr>
            <a:cxnSpLocks noChangeShapeType="1"/>
          </p:cNvCxnSpPr>
          <p:nvPr/>
        </p:nvCxnSpPr>
        <p:spPr bwMode="auto">
          <a:xfrm>
            <a:off x="4270123" y="3733998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2" name="AutoShape 82"/>
          <p:cNvCxnSpPr>
            <a:cxnSpLocks noChangeShapeType="1"/>
          </p:cNvCxnSpPr>
          <p:nvPr/>
        </p:nvCxnSpPr>
        <p:spPr bwMode="auto">
          <a:xfrm>
            <a:off x="4387598" y="3733998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3" name="AutoShape 81"/>
          <p:cNvCxnSpPr>
            <a:cxnSpLocks noChangeShapeType="1"/>
          </p:cNvCxnSpPr>
          <p:nvPr/>
        </p:nvCxnSpPr>
        <p:spPr bwMode="auto">
          <a:xfrm>
            <a:off x="5119359" y="3728656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4" name="AutoShape 82"/>
          <p:cNvCxnSpPr>
            <a:cxnSpLocks noChangeShapeType="1"/>
          </p:cNvCxnSpPr>
          <p:nvPr/>
        </p:nvCxnSpPr>
        <p:spPr bwMode="auto">
          <a:xfrm>
            <a:off x="5236836" y="372865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5" name="AutoShape 82"/>
          <p:cNvCxnSpPr>
            <a:cxnSpLocks noChangeShapeType="1"/>
          </p:cNvCxnSpPr>
          <p:nvPr/>
        </p:nvCxnSpPr>
        <p:spPr bwMode="auto">
          <a:xfrm>
            <a:off x="6077834" y="372865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6" name="AutoShape 82"/>
          <p:cNvCxnSpPr>
            <a:cxnSpLocks noChangeShapeType="1"/>
          </p:cNvCxnSpPr>
          <p:nvPr/>
        </p:nvCxnSpPr>
        <p:spPr bwMode="auto">
          <a:xfrm>
            <a:off x="6900288" y="372865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7" name="AutoShape 82"/>
          <p:cNvCxnSpPr>
            <a:cxnSpLocks noChangeShapeType="1"/>
          </p:cNvCxnSpPr>
          <p:nvPr/>
        </p:nvCxnSpPr>
        <p:spPr bwMode="auto">
          <a:xfrm>
            <a:off x="7734033" y="372865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8" name="AutoShape 82"/>
          <p:cNvCxnSpPr>
            <a:cxnSpLocks noChangeShapeType="1"/>
          </p:cNvCxnSpPr>
          <p:nvPr/>
        </p:nvCxnSpPr>
        <p:spPr bwMode="auto">
          <a:xfrm>
            <a:off x="7805471" y="372865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19" name="AutoShape 82"/>
          <p:cNvCxnSpPr>
            <a:cxnSpLocks noChangeShapeType="1"/>
          </p:cNvCxnSpPr>
          <p:nvPr/>
        </p:nvCxnSpPr>
        <p:spPr bwMode="auto">
          <a:xfrm>
            <a:off x="8625143" y="3728656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221" name="Rectangle 44"/>
          <p:cNvSpPr>
            <a:spLocks noChangeArrowheads="1"/>
          </p:cNvSpPr>
          <p:nvPr/>
        </p:nvSpPr>
        <p:spPr bwMode="auto">
          <a:xfrm>
            <a:off x="5691289" y="2703354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s-BO" sz="1600" b="1" dirty="0"/>
              <a:t>EM</a:t>
            </a:r>
          </a:p>
        </p:txBody>
      </p:sp>
      <p:grpSp>
        <p:nvGrpSpPr>
          <p:cNvPr id="226" name="Group 41"/>
          <p:cNvGrpSpPr>
            <a:grpSpLocks/>
          </p:cNvGrpSpPr>
          <p:nvPr/>
        </p:nvGrpSpPr>
        <p:grpSpPr bwMode="auto">
          <a:xfrm>
            <a:off x="5696969" y="2104135"/>
            <a:ext cx="759904" cy="357190"/>
            <a:chOff x="3975" y="4005"/>
            <a:chExt cx="1860" cy="1005"/>
          </a:xfrm>
        </p:grpSpPr>
        <p:sp>
          <p:nvSpPr>
            <p:cNvPr id="227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28" name="AutoShape 43"/>
            <p:cNvSpPr>
              <a:spLocks noChangeShapeType="1"/>
            </p:cNvSpPr>
            <p:nvPr/>
          </p:nvSpPr>
          <p:spPr bwMode="auto">
            <a:xfrm flipH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229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cxnSp>
        <p:nvCxnSpPr>
          <p:cNvPr id="240" name="239 Conector recto"/>
          <p:cNvCxnSpPr/>
          <p:nvPr/>
        </p:nvCxnSpPr>
        <p:spPr>
          <a:xfrm>
            <a:off x="1626459" y="3318580"/>
            <a:ext cx="871543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AutoShape 57"/>
          <p:cNvSpPr>
            <a:spLocks noChangeShapeType="1"/>
          </p:cNvSpPr>
          <p:nvPr/>
        </p:nvSpPr>
        <p:spPr bwMode="auto">
          <a:xfrm>
            <a:off x="2450664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3" name="AutoShape 57"/>
          <p:cNvSpPr>
            <a:spLocks noChangeShapeType="1"/>
          </p:cNvSpPr>
          <p:nvPr/>
        </p:nvSpPr>
        <p:spPr bwMode="auto">
          <a:xfrm>
            <a:off x="3478511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4" name="AutoShape 57"/>
          <p:cNvSpPr>
            <a:spLocks noChangeShapeType="1"/>
          </p:cNvSpPr>
          <p:nvPr/>
        </p:nvSpPr>
        <p:spPr bwMode="auto">
          <a:xfrm>
            <a:off x="4319069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5" name="AutoShape 57"/>
          <p:cNvSpPr>
            <a:spLocks noChangeShapeType="1"/>
          </p:cNvSpPr>
          <p:nvPr/>
        </p:nvSpPr>
        <p:spPr bwMode="auto">
          <a:xfrm>
            <a:off x="5165308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6" name="AutoShape 57"/>
          <p:cNvSpPr>
            <a:spLocks noChangeShapeType="1"/>
          </p:cNvSpPr>
          <p:nvPr/>
        </p:nvSpPr>
        <p:spPr bwMode="auto">
          <a:xfrm>
            <a:off x="6088666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7" name="AutoShape 57"/>
          <p:cNvSpPr>
            <a:spLocks noChangeShapeType="1"/>
          </p:cNvSpPr>
          <p:nvPr/>
        </p:nvSpPr>
        <p:spPr bwMode="auto">
          <a:xfrm>
            <a:off x="6896517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8" name="AutoShape 57"/>
          <p:cNvSpPr>
            <a:spLocks noChangeShapeType="1"/>
          </p:cNvSpPr>
          <p:nvPr/>
        </p:nvSpPr>
        <p:spPr bwMode="auto">
          <a:xfrm>
            <a:off x="7770127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49" name="AutoShape 55"/>
          <p:cNvSpPr>
            <a:spLocks noChangeShapeType="1"/>
          </p:cNvSpPr>
          <p:nvPr/>
        </p:nvSpPr>
        <p:spPr bwMode="auto">
          <a:xfrm>
            <a:off x="9457269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0" name="AutoShape 55"/>
          <p:cNvSpPr>
            <a:spLocks noChangeShapeType="1"/>
          </p:cNvSpPr>
          <p:nvPr/>
        </p:nvSpPr>
        <p:spPr bwMode="auto">
          <a:xfrm>
            <a:off x="10336559" y="3318581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3" name="AutoShape 57"/>
          <p:cNvSpPr>
            <a:spLocks noChangeShapeType="1"/>
          </p:cNvSpPr>
          <p:nvPr/>
        </p:nvSpPr>
        <p:spPr bwMode="auto">
          <a:xfrm>
            <a:off x="6090042" y="3060544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4" name="AutoShape 57"/>
          <p:cNvSpPr>
            <a:spLocks noChangeShapeType="1"/>
          </p:cNvSpPr>
          <p:nvPr/>
        </p:nvSpPr>
        <p:spPr bwMode="auto">
          <a:xfrm>
            <a:off x="6088666" y="2461325"/>
            <a:ext cx="0" cy="248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255" name="254 CuadroTexto"/>
          <p:cNvSpPr txBox="1"/>
          <p:nvPr/>
        </p:nvSpPr>
        <p:spPr>
          <a:xfrm>
            <a:off x="5863335" y="1818382"/>
            <a:ext cx="428628" cy="384717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pPr algn="ctr"/>
            <a:r>
              <a:rPr lang="es-BO" dirty="0" smtClean="0"/>
              <a:t>xx</a:t>
            </a:r>
            <a:endParaRPr lang="es-BO" dirty="0"/>
          </a:p>
        </p:txBody>
      </p:sp>
      <p:sp>
        <p:nvSpPr>
          <p:cNvPr id="79" name="78 CuadroTexto"/>
          <p:cNvSpPr txBox="1"/>
          <p:nvPr/>
        </p:nvSpPr>
        <p:spPr>
          <a:xfrm>
            <a:off x="5390298" y="2205638"/>
            <a:ext cx="428628" cy="384717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pPr algn="ctr"/>
            <a:r>
              <a:rPr lang="es-BO" dirty="0" smtClean="0"/>
              <a:t>2</a:t>
            </a:r>
            <a:endParaRPr lang="es-BO" dirty="0"/>
          </a:p>
        </p:txBody>
      </p:sp>
      <p:sp>
        <p:nvSpPr>
          <p:cNvPr id="80" name="79 CuadroTexto"/>
          <p:cNvSpPr txBox="1"/>
          <p:nvPr/>
        </p:nvSpPr>
        <p:spPr>
          <a:xfrm>
            <a:off x="6427242" y="2205638"/>
            <a:ext cx="428628" cy="384717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pPr algn="ctr"/>
            <a:r>
              <a:rPr lang="es-BO" dirty="0" smtClean="0"/>
              <a:t>II</a:t>
            </a:r>
            <a:endParaRPr lang="es-BO" dirty="0"/>
          </a:p>
        </p:txBody>
      </p:sp>
      <p:sp>
        <p:nvSpPr>
          <p:cNvPr id="81" name="80 Elipse"/>
          <p:cNvSpPr/>
          <p:nvPr/>
        </p:nvSpPr>
        <p:spPr>
          <a:xfrm>
            <a:off x="4120830" y="3937344"/>
            <a:ext cx="428628" cy="21431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rtlCol="0" anchor="ctr"/>
          <a:lstStyle/>
          <a:p>
            <a:pPr algn="ctr"/>
            <a:endParaRPr lang="es-BO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5545411" y="5507021"/>
            <a:ext cx="5994399" cy="1261880"/>
          </a:xfrm>
          <a:prstGeom prst="rect">
            <a:avLst/>
          </a:prstGeom>
        </p:spPr>
        <p:txBody>
          <a:bodyPr lIns="91438" tIns="45718" rIns="91438" bIns="45718">
            <a:spAutoFit/>
          </a:bodyPr>
          <a:lstStyle/>
          <a:p>
            <a:r>
              <a:rPr lang="es-ES" dirty="0"/>
              <a:t>Grupo N° </a:t>
            </a:r>
            <a:r>
              <a:rPr lang="es-ES" dirty="0" smtClean="0"/>
              <a:t>4</a:t>
            </a:r>
            <a:r>
              <a:rPr lang="es-ES" dirty="0"/>
              <a:t>	</a:t>
            </a:r>
            <a:r>
              <a:rPr lang="es-ES" dirty="0" smtClean="0"/>
              <a:t>organiza la Comp. AT. de la DI-2.</a:t>
            </a:r>
            <a:endParaRPr lang="es-ES" dirty="0"/>
          </a:p>
          <a:p>
            <a:pPr lvl="0"/>
            <a:r>
              <a:rPr lang="es-ES" dirty="0" smtClean="0"/>
              <a:t>Grupo </a:t>
            </a:r>
            <a:r>
              <a:rPr lang="es-ES" dirty="0"/>
              <a:t>N° 3	organiza el COE del BI. Motz</a:t>
            </a:r>
            <a:r>
              <a:rPr lang="es-ES" dirty="0" smtClean="0"/>
              <a:t>.</a:t>
            </a:r>
          </a:p>
          <a:p>
            <a:pPr lvl="0"/>
            <a:r>
              <a:rPr lang="es-ES" dirty="0" smtClean="0"/>
              <a:t>Grupo </a:t>
            </a:r>
            <a:r>
              <a:rPr lang="es-ES" dirty="0"/>
              <a:t>N° 2	organiza el COE del BIM</a:t>
            </a:r>
            <a:r>
              <a:rPr lang="es-ES" dirty="0" smtClean="0"/>
              <a:t>.</a:t>
            </a:r>
          </a:p>
          <a:p>
            <a:r>
              <a:rPr lang="es-ES" dirty="0" smtClean="0"/>
              <a:t>Grupo </a:t>
            </a:r>
            <a:r>
              <a:rPr lang="es-ES" dirty="0"/>
              <a:t>N° 1 	organiza el COE del BIL.</a:t>
            </a:r>
            <a:endParaRPr lang="es-BO" dirty="0"/>
          </a:p>
        </p:txBody>
      </p:sp>
      <p:grpSp>
        <p:nvGrpSpPr>
          <p:cNvPr id="3" name="2 Grupo"/>
          <p:cNvGrpSpPr/>
          <p:nvPr/>
        </p:nvGrpSpPr>
        <p:grpSpPr>
          <a:xfrm>
            <a:off x="4435698" y="4755527"/>
            <a:ext cx="759904" cy="357190"/>
            <a:chOff x="8043602" y="5115567"/>
            <a:chExt cx="759904" cy="357190"/>
          </a:xfrm>
        </p:grpSpPr>
        <p:sp>
          <p:nvSpPr>
            <p:cNvPr id="102" name="Rectangle 44"/>
            <p:cNvSpPr>
              <a:spLocks noChangeArrowheads="1"/>
            </p:cNvSpPr>
            <p:nvPr/>
          </p:nvSpPr>
          <p:spPr bwMode="auto">
            <a:xfrm>
              <a:off x="8043602" y="5115567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6" name="105 Elipse"/>
            <p:cNvSpPr/>
            <p:nvPr/>
          </p:nvSpPr>
          <p:spPr>
            <a:xfrm>
              <a:off x="8216451" y="5179888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108" name="107 Grupo"/>
          <p:cNvGrpSpPr/>
          <p:nvPr/>
        </p:nvGrpSpPr>
        <p:grpSpPr>
          <a:xfrm>
            <a:off x="4371262" y="4556531"/>
            <a:ext cx="759904" cy="485198"/>
            <a:chOff x="8043602" y="4987559"/>
            <a:chExt cx="759904" cy="485198"/>
          </a:xfrm>
        </p:grpSpPr>
        <p:sp>
          <p:nvSpPr>
            <p:cNvPr id="109" name="Rectangle 44"/>
            <p:cNvSpPr>
              <a:spLocks noChangeArrowheads="1"/>
            </p:cNvSpPr>
            <p:nvPr/>
          </p:nvSpPr>
          <p:spPr bwMode="auto">
            <a:xfrm>
              <a:off x="8043602" y="5115567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110" name="AutoShape 81"/>
            <p:cNvCxnSpPr>
              <a:cxnSpLocks noChangeShapeType="1"/>
            </p:cNvCxnSpPr>
            <p:nvPr/>
          </p:nvCxnSpPr>
          <p:spPr bwMode="auto">
            <a:xfrm>
              <a:off x="8364318" y="4987559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1" name="AutoShape 82"/>
            <p:cNvCxnSpPr>
              <a:cxnSpLocks noChangeShapeType="1"/>
            </p:cNvCxnSpPr>
            <p:nvPr/>
          </p:nvCxnSpPr>
          <p:spPr bwMode="auto">
            <a:xfrm>
              <a:off x="8481793" y="4987559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12" name="111 Elipse"/>
            <p:cNvSpPr/>
            <p:nvPr/>
          </p:nvSpPr>
          <p:spPr>
            <a:xfrm>
              <a:off x="8216451" y="5179888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cxnSp>
        <p:nvCxnSpPr>
          <p:cNvPr id="5" name="4 Conector recto"/>
          <p:cNvCxnSpPr/>
          <p:nvPr/>
        </p:nvCxnSpPr>
        <p:spPr>
          <a:xfrm>
            <a:off x="4751612" y="3319374"/>
            <a:ext cx="0" cy="1165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6"/>
          <p:cNvSpPr>
            <a:spLocks noChangeArrowheads="1"/>
          </p:cNvSpPr>
          <p:nvPr/>
        </p:nvSpPr>
        <p:spPr bwMode="auto">
          <a:xfrm>
            <a:off x="10336283" y="3970893"/>
            <a:ext cx="194132" cy="113078"/>
          </a:xfrm>
          <a:prstGeom prst="ellipse">
            <a:avLst/>
          </a:prstGeom>
          <a:solidFill>
            <a:srgbClr val="050505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18" name="Oval 16"/>
          <p:cNvSpPr>
            <a:spLocks noChangeArrowheads="1"/>
          </p:cNvSpPr>
          <p:nvPr/>
        </p:nvSpPr>
        <p:spPr bwMode="auto">
          <a:xfrm>
            <a:off x="10143322" y="3970893"/>
            <a:ext cx="194132" cy="113078"/>
          </a:xfrm>
          <a:prstGeom prst="ellipse">
            <a:avLst/>
          </a:prstGeom>
          <a:solidFill>
            <a:srgbClr val="050505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grpSp>
        <p:nvGrpSpPr>
          <p:cNvPr id="122" name="Group 41"/>
          <p:cNvGrpSpPr>
            <a:grpSpLocks/>
          </p:cNvGrpSpPr>
          <p:nvPr/>
        </p:nvGrpSpPr>
        <p:grpSpPr bwMode="auto">
          <a:xfrm>
            <a:off x="2659287" y="4715440"/>
            <a:ext cx="759904" cy="357190"/>
            <a:chOff x="3975" y="4005"/>
            <a:chExt cx="1860" cy="1005"/>
          </a:xfrm>
        </p:grpSpPr>
        <p:sp>
          <p:nvSpPr>
            <p:cNvPr id="128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29" name="AutoShape 43"/>
            <p:cNvSpPr>
              <a:spLocks noChangeShapeType="1"/>
            </p:cNvSpPr>
            <p:nvPr/>
          </p:nvSpPr>
          <p:spPr bwMode="auto">
            <a:xfrm flipH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30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grpSp>
        <p:nvGrpSpPr>
          <p:cNvPr id="123" name="Group 41"/>
          <p:cNvGrpSpPr>
            <a:grpSpLocks/>
          </p:cNvGrpSpPr>
          <p:nvPr/>
        </p:nvGrpSpPr>
        <p:grpSpPr bwMode="auto">
          <a:xfrm>
            <a:off x="2631645" y="4656581"/>
            <a:ext cx="759904" cy="357190"/>
            <a:chOff x="3975" y="4005"/>
            <a:chExt cx="1860" cy="1005"/>
          </a:xfrm>
        </p:grpSpPr>
        <p:sp>
          <p:nvSpPr>
            <p:cNvPr id="124" name="Rectangle 44"/>
            <p:cNvSpPr>
              <a:spLocks noChangeArrowheads="1"/>
            </p:cNvSpPr>
            <p:nvPr/>
          </p:nvSpPr>
          <p:spPr bwMode="auto">
            <a:xfrm>
              <a:off x="3975" y="4005"/>
              <a:ext cx="1860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25" name="AutoShape 43"/>
            <p:cNvSpPr>
              <a:spLocks noChangeShapeType="1"/>
            </p:cNvSpPr>
            <p:nvPr/>
          </p:nvSpPr>
          <p:spPr bwMode="auto">
            <a:xfrm flipH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27" name="AutoShape 42"/>
            <p:cNvSpPr>
              <a:spLocks noChangeShapeType="1"/>
            </p:cNvSpPr>
            <p:nvPr/>
          </p:nvSpPr>
          <p:spPr bwMode="auto">
            <a:xfrm flipH="1" flipV="1">
              <a:off x="3975" y="4005"/>
              <a:ext cx="1860" cy="10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cxnSp>
        <p:nvCxnSpPr>
          <p:cNvPr id="141" name="AutoShape 81"/>
          <p:cNvCxnSpPr>
            <a:cxnSpLocks noChangeShapeType="1"/>
          </p:cNvCxnSpPr>
          <p:nvPr/>
        </p:nvCxnSpPr>
        <p:spPr bwMode="auto">
          <a:xfrm>
            <a:off x="2941211" y="4524045"/>
            <a:ext cx="0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43" name="AutoShape 82"/>
          <p:cNvCxnSpPr>
            <a:cxnSpLocks noChangeShapeType="1"/>
          </p:cNvCxnSpPr>
          <p:nvPr/>
        </p:nvCxnSpPr>
        <p:spPr bwMode="auto">
          <a:xfrm>
            <a:off x="3058686" y="4524045"/>
            <a:ext cx="1587" cy="133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44" name="143 Elipse"/>
          <p:cNvSpPr/>
          <p:nvPr/>
        </p:nvSpPr>
        <p:spPr>
          <a:xfrm>
            <a:off x="2806178" y="4726531"/>
            <a:ext cx="428628" cy="21431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rtlCol="0" anchor="ctr"/>
          <a:lstStyle/>
          <a:p>
            <a:pPr algn="ctr"/>
            <a:endParaRPr lang="es-BO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145" name="144 Conector recto"/>
          <p:cNvCxnSpPr/>
          <p:nvPr/>
        </p:nvCxnSpPr>
        <p:spPr>
          <a:xfrm>
            <a:off x="3003909" y="3312517"/>
            <a:ext cx="0" cy="1165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7" name="Rectangle 69"/>
          <p:cNvSpPr>
            <a:spLocks noChangeArrowheads="1"/>
          </p:cNvSpPr>
          <p:nvPr/>
        </p:nvSpPr>
        <p:spPr bwMode="auto">
          <a:xfrm>
            <a:off x="4050978" y="309671"/>
            <a:ext cx="4006286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38" tIns="45718" rIns="91438" bIns="45718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" sz="1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INTENCIÓN DEL CMTE. DE LA DI-2</a:t>
            </a:r>
            <a:endParaRPr lang="es-BO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9 Grupo"/>
          <p:cNvGrpSpPr/>
          <p:nvPr/>
        </p:nvGrpSpPr>
        <p:grpSpPr>
          <a:xfrm>
            <a:off x="8331635" y="3154985"/>
            <a:ext cx="759904" cy="452724"/>
            <a:chOff x="9092942" y="2830370"/>
            <a:chExt cx="759904" cy="452724"/>
          </a:xfrm>
        </p:grpSpPr>
        <p:sp>
          <p:nvSpPr>
            <p:cNvPr id="166" name="Rectangle 44"/>
            <p:cNvSpPr>
              <a:spLocks noChangeArrowheads="1"/>
            </p:cNvSpPr>
            <p:nvPr/>
          </p:nvSpPr>
          <p:spPr bwMode="auto">
            <a:xfrm>
              <a:off x="9092942" y="2925904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grpSp>
          <p:nvGrpSpPr>
            <p:cNvPr id="190" name="Group 15"/>
            <p:cNvGrpSpPr>
              <a:grpSpLocks/>
            </p:cNvGrpSpPr>
            <p:nvPr/>
          </p:nvGrpSpPr>
          <p:grpSpPr bwMode="auto">
            <a:xfrm>
              <a:off x="9373003" y="2830370"/>
              <a:ext cx="170491" cy="45719"/>
              <a:chOff x="4455" y="6678"/>
              <a:chExt cx="262" cy="57"/>
            </a:xfrm>
          </p:grpSpPr>
          <p:sp>
            <p:nvSpPr>
              <p:cNvPr id="191" name="Oval 17"/>
              <p:cNvSpPr>
                <a:spLocks noChangeArrowheads="1"/>
              </p:cNvSpPr>
              <p:nvPr/>
            </p:nvSpPr>
            <p:spPr bwMode="auto">
              <a:xfrm>
                <a:off x="4455" y="6678"/>
                <a:ext cx="57" cy="57"/>
              </a:xfrm>
              <a:prstGeom prst="ellipse">
                <a:avLst/>
              </a:prstGeom>
              <a:solidFill>
                <a:srgbClr val="050505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92" name="Oval 16"/>
              <p:cNvSpPr>
                <a:spLocks noChangeArrowheads="1"/>
              </p:cNvSpPr>
              <p:nvPr/>
            </p:nvSpPr>
            <p:spPr bwMode="auto">
              <a:xfrm>
                <a:off x="4660" y="6678"/>
                <a:ext cx="57" cy="57"/>
              </a:xfrm>
              <a:prstGeom prst="ellipse">
                <a:avLst/>
              </a:prstGeom>
              <a:solidFill>
                <a:srgbClr val="050505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197" name="196 Elipse"/>
            <p:cNvSpPr/>
            <p:nvPr/>
          </p:nvSpPr>
          <p:spPr>
            <a:xfrm>
              <a:off x="9341332" y="2967897"/>
              <a:ext cx="239148" cy="25315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cxnSp>
          <p:nvCxnSpPr>
            <p:cNvPr id="199" name="198 Conector recto de flecha"/>
            <p:cNvCxnSpPr>
              <a:stCxn id="197" idx="4"/>
              <a:endCxn id="197" idx="0"/>
            </p:cNvCxnSpPr>
            <p:nvPr/>
          </p:nvCxnSpPr>
          <p:spPr>
            <a:xfrm rot="5400000" flipH="1">
              <a:off x="9334328" y="3094475"/>
              <a:ext cx="253155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1 Grupo"/>
          <p:cNvGrpSpPr/>
          <p:nvPr/>
        </p:nvGrpSpPr>
        <p:grpSpPr>
          <a:xfrm>
            <a:off x="1962746" y="2088381"/>
            <a:ext cx="759904" cy="489725"/>
            <a:chOff x="2092018" y="3888581"/>
            <a:chExt cx="759904" cy="489725"/>
          </a:xfrm>
        </p:grpSpPr>
        <p:grpSp>
          <p:nvGrpSpPr>
            <p:cNvPr id="185" name="Group 41"/>
            <p:cNvGrpSpPr>
              <a:grpSpLocks/>
            </p:cNvGrpSpPr>
            <p:nvPr/>
          </p:nvGrpSpPr>
          <p:grpSpPr bwMode="auto">
            <a:xfrm>
              <a:off x="2092018" y="4021116"/>
              <a:ext cx="759904" cy="357190"/>
              <a:chOff x="3975" y="4005"/>
              <a:chExt cx="1860" cy="1005"/>
            </a:xfrm>
          </p:grpSpPr>
          <p:sp>
            <p:nvSpPr>
              <p:cNvPr id="186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7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88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12369" name="AutoShape 81"/>
            <p:cNvCxnSpPr>
              <a:cxnSpLocks noChangeShapeType="1"/>
            </p:cNvCxnSpPr>
            <p:nvPr/>
          </p:nvCxnSpPr>
          <p:spPr bwMode="auto">
            <a:xfrm>
              <a:off x="2401584" y="3888581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370" name="AutoShape 82"/>
            <p:cNvCxnSpPr>
              <a:cxnSpLocks noChangeShapeType="1"/>
            </p:cNvCxnSpPr>
            <p:nvPr/>
          </p:nvCxnSpPr>
          <p:spPr bwMode="auto">
            <a:xfrm>
              <a:off x="2519059" y="388858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6" name="5 Grupo"/>
          <p:cNvGrpSpPr/>
          <p:nvPr/>
        </p:nvGrpSpPr>
        <p:grpSpPr>
          <a:xfrm>
            <a:off x="9556585" y="3686883"/>
            <a:ext cx="759904" cy="489730"/>
            <a:chOff x="1234762" y="2793364"/>
            <a:chExt cx="759904" cy="489730"/>
          </a:xfrm>
        </p:grpSpPr>
        <p:sp>
          <p:nvSpPr>
            <p:cNvPr id="126" name="Rectangle 44"/>
            <p:cNvSpPr>
              <a:spLocks noChangeArrowheads="1"/>
            </p:cNvSpPr>
            <p:nvPr/>
          </p:nvSpPr>
          <p:spPr bwMode="auto">
            <a:xfrm>
              <a:off x="1234762" y="2925904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C y S</a:t>
              </a:r>
              <a:endParaRPr lang="es-BO" b="1" dirty="0"/>
            </a:p>
          </p:txBody>
        </p:sp>
        <p:cxnSp>
          <p:nvCxnSpPr>
            <p:cNvPr id="208" name="AutoShape 82"/>
            <p:cNvCxnSpPr>
              <a:cxnSpLocks noChangeShapeType="1"/>
            </p:cNvCxnSpPr>
            <p:nvPr/>
          </p:nvCxnSpPr>
          <p:spPr bwMode="auto">
            <a:xfrm>
              <a:off x="1616384" y="279336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5" name="4 Grupo"/>
          <p:cNvGrpSpPr/>
          <p:nvPr/>
        </p:nvGrpSpPr>
        <p:grpSpPr>
          <a:xfrm>
            <a:off x="7262860" y="2768599"/>
            <a:ext cx="759904" cy="490540"/>
            <a:chOff x="4806662" y="2792554"/>
            <a:chExt cx="759904" cy="490540"/>
          </a:xfrm>
        </p:grpSpPr>
        <p:sp>
          <p:nvSpPr>
            <p:cNvPr id="142" name="Rectangle 44"/>
            <p:cNvSpPr>
              <a:spLocks noChangeArrowheads="1"/>
            </p:cNvSpPr>
            <p:nvPr/>
          </p:nvSpPr>
          <p:spPr bwMode="auto">
            <a:xfrm>
              <a:off x="4806662" y="2925904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93" name="Oval 16"/>
            <p:cNvSpPr>
              <a:spLocks noChangeArrowheads="1"/>
            </p:cNvSpPr>
            <p:nvPr/>
          </p:nvSpPr>
          <p:spPr bwMode="auto">
            <a:xfrm>
              <a:off x="5147455" y="3046034"/>
              <a:ext cx="94389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213" name="AutoShape 81"/>
            <p:cNvCxnSpPr>
              <a:cxnSpLocks noChangeShapeType="1"/>
            </p:cNvCxnSpPr>
            <p:nvPr/>
          </p:nvCxnSpPr>
          <p:spPr bwMode="auto">
            <a:xfrm>
              <a:off x="5119360" y="2792554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14" name="AutoShape 82"/>
            <p:cNvCxnSpPr>
              <a:cxnSpLocks noChangeShapeType="1"/>
            </p:cNvCxnSpPr>
            <p:nvPr/>
          </p:nvCxnSpPr>
          <p:spPr bwMode="auto">
            <a:xfrm>
              <a:off x="5236835" y="279255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5" name="14 Grupo"/>
          <p:cNvGrpSpPr/>
          <p:nvPr/>
        </p:nvGrpSpPr>
        <p:grpSpPr>
          <a:xfrm>
            <a:off x="7227313" y="3504836"/>
            <a:ext cx="830997" cy="490540"/>
            <a:chOff x="5785356" y="4696156"/>
            <a:chExt cx="830997" cy="490540"/>
          </a:xfrm>
        </p:grpSpPr>
        <p:sp>
          <p:nvSpPr>
            <p:cNvPr id="146" name="Rectangle 44"/>
            <p:cNvSpPr>
              <a:spLocks noChangeArrowheads="1"/>
            </p:cNvSpPr>
            <p:nvPr/>
          </p:nvSpPr>
          <p:spPr bwMode="auto">
            <a:xfrm>
              <a:off x="5805256" y="4829506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 dirty="0"/>
            </a:p>
          </p:txBody>
        </p:sp>
        <p:sp>
          <p:nvSpPr>
            <p:cNvPr id="194" name="193 CuadroTexto"/>
            <p:cNvSpPr txBox="1"/>
            <p:nvPr/>
          </p:nvSpPr>
          <p:spPr>
            <a:xfrm rot="5400000">
              <a:off x="6024932" y="4533947"/>
              <a:ext cx="3518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BO" sz="4800" dirty="0"/>
                <a:t>E</a:t>
              </a:r>
            </a:p>
          </p:txBody>
        </p:sp>
        <p:cxnSp>
          <p:nvCxnSpPr>
            <p:cNvPr id="215" name="AutoShape 82"/>
            <p:cNvCxnSpPr>
              <a:cxnSpLocks noChangeShapeType="1"/>
            </p:cNvCxnSpPr>
            <p:nvPr/>
          </p:nvCxnSpPr>
          <p:spPr bwMode="auto">
            <a:xfrm>
              <a:off x="6199271" y="4696156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7" name="6 Grupo"/>
          <p:cNvGrpSpPr/>
          <p:nvPr/>
        </p:nvGrpSpPr>
        <p:grpSpPr>
          <a:xfrm>
            <a:off x="8399229" y="4423850"/>
            <a:ext cx="759904" cy="491129"/>
            <a:chOff x="6521174" y="2792554"/>
            <a:chExt cx="759904" cy="491129"/>
          </a:xfrm>
        </p:grpSpPr>
        <p:grpSp>
          <p:nvGrpSpPr>
            <p:cNvPr id="149" name="Group 41"/>
            <p:cNvGrpSpPr>
              <a:grpSpLocks/>
            </p:cNvGrpSpPr>
            <p:nvPr/>
          </p:nvGrpSpPr>
          <p:grpSpPr bwMode="auto">
            <a:xfrm>
              <a:off x="6521174" y="2925904"/>
              <a:ext cx="759904" cy="357190"/>
              <a:chOff x="3975" y="4005"/>
              <a:chExt cx="1860" cy="1005"/>
            </a:xfrm>
          </p:grpSpPr>
          <p:sp>
            <p:nvSpPr>
              <p:cNvPr id="150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52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018" cy="60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195" name="AutoShape 42"/>
            <p:cNvSpPr>
              <a:spLocks noChangeShapeType="1"/>
            </p:cNvSpPr>
            <p:nvPr/>
          </p:nvSpPr>
          <p:spPr bwMode="auto">
            <a:xfrm flipH="1" flipV="1">
              <a:off x="6767116" y="2997339"/>
              <a:ext cx="501504" cy="28634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96" name="AutoShape 42"/>
            <p:cNvSpPr>
              <a:spLocks noChangeShapeType="1"/>
            </p:cNvSpPr>
            <p:nvPr/>
          </p:nvSpPr>
          <p:spPr bwMode="auto">
            <a:xfrm flipH="1" flipV="1">
              <a:off x="6758762" y="2997340"/>
              <a:ext cx="191039" cy="1428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216" name="AutoShape 82"/>
            <p:cNvCxnSpPr>
              <a:cxnSpLocks noChangeShapeType="1"/>
            </p:cNvCxnSpPr>
            <p:nvPr/>
          </p:nvCxnSpPr>
          <p:spPr bwMode="auto">
            <a:xfrm>
              <a:off x="6900288" y="279255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8" name="7 Grupo"/>
          <p:cNvGrpSpPr/>
          <p:nvPr/>
        </p:nvGrpSpPr>
        <p:grpSpPr>
          <a:xfrm>
            <a:off x="9580934" y="3230231"/>
            <a:ext cx="759904" cy="490540"/>
            <a:chOff x="7378430" y="2792554"/>
            <a:chExt cx="759904" cy="490540"/>
          </a:xfrm>
        </p:grpSpPr>
        <p:sp>
          <p:nvSpPr>
            <p:cNvPr id="154" name="Rectangle 44"/>
            <p:cNvSpPr>
              <a:spLocks noChangeArrowheads="1"/>
            </p:cNvSpPr>
            <p:nvPr/>
          </p:nvSpPr>
          <p:spPr bwMode="auto">
            <a:xfrm>
              <a:off x="7378430" y="2925904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LOG</a:t>
              </a:r>
              <a:endParaRPr lang="es-BO" b="1" dirty="0"/>
            </a:p>
          </p:txBody>
        </p:sp>
        <p:cxnSp>
          <p:nvCxnSpPr>
            <p:cNvPr id="217" name="AutoShape 82"/>
            <p:cNvCxnSpPr>
              <a:cxnSpLocks noChangeShapeType="1"/>
            </p:cNvCxnSpPr>
            <p:nvPr/>
          </p:nvCxnSpPr>
          <p:spPr bwMode="auto">
            <a:xfrm>
              <a:off x="7734033" y="279255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18" name="AutoShape 82"/>
            <p:cNvCxnSpPr>
              <a:cxnSpLocks noChangeShapeType="1"/>
            </p:cNvCxnSpPr>
            <p:nvPr/>
          </p:nvCxnSpPr>
          <p:spPr bwMode="auto">
            <a:xfrm>
              <a:off x="7805471" y="279255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9" name="8 Grupo"/>
          <p:cNvGrpSpPr/>
          <p:nvPr/>
        </p:nvGrpSpPr>
        <p:grpSpPr>
          <a:xfrm>
            <a:off x="8331635" y="2448421"/>
            <a:ext cx="759904" cy="490540"/>
            <a:chOff x="8235686" y="2792554"/>
            <a:chExt cx="759904" cy="490540"/>
          </a:xfrm>
        </p:grpSpPr>
        <p:sp>
          <p:nvSpPr>
            <p:cNvPr id="158" name="Rectangle 44"/>
            <p:cNvSpPr>
              <a:spLocks noChangeArrowheads="1"/>
            </p:cNvSpPr>
            <p:nvPr/>
          </p:nvSpPr>
          <p:spPr bwMode="auto">
            <a:xfrm>
              <a:off x="8235686" y="2925904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PM</a:t>
              </a:r>
              <a:endParaRPr lang="es-BO" b="1" dirty="0"/>
            </a:p>
          </p:txBody>
        </p:sp>
        <p:cxnSp>
          <p:nvCxnSpPr>
            <p:cNvPr id="219" name="AutoShape 82"/>
            <p:cNvCxnSpPr>
              <a:cxnSpLocks noChangeShapeType="1"/>
            </p:cNvCxnSpPr>
            <p:nvPr/>
          </p:nvCxnSpPr>
          <p:spPr bwMode="auto">
            <a:xfrm>
              <a:off x="8625143" y="2792554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80" name="79 Grupo"/>
          <p:cNvGrpSpPr/>
          <p:nvPr/>
        </p:nvGrpSpPr>
        <p:grpSpPr>
          <a:xfrm>
            <a:off x="2000446" y="4176613"/>
            <a:ext cx="759904" cy="489725"/>
            <a:chOff x="2092018" y="3888581"/>
            <a:chExt cx="759904" cy="489725"/>
          </a:xfrm>
        </p:grpSpPr>
        <p:grpSp>
          <p:nvGrpSpPr>
            <p:cNvPr id="81" name="Group 41"/>
            <p:cNvGrpSpPr>
              <a:grpSpLocks/>
            </p:cNvGrpSpPr>
            <p:nvPr/>
          </p:nvGrpSpPr>
          <p:grpSpPr bwMode="auto">
            <a:xfrm>
              <a:off x="2092018" y="4021116"/>
              <a:ext cx="759904" cy="357190"/>
              <a:chOff x="3975" y="4005"/>
              <a:chExt cx="1860" cy="1005"/>
            </a:xfrm>
          </p:grpSpPr>
          <p:sp>
            <p:nvSpPr>
              <p:cNvPr id="84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5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86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82" name="AutoShape 81"/>
            <p:cNvCxnSpPr>
              <a:cxnSpLocks noChangeShapeType="1"/>
            </p:cNvCxnSpPr>
            <p:nvPr/>
          </p:nvCxnSpPr>
          <p:spPr bwMode="auto">
            <a:xfrm>
              <a:off x="2401584" y="3888581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3" name="AutoShape 82"/>
            <p:cNvCxnSpPr>
              <a:cxnSpLocks noChangeShapeType="1"/>
            </p:cNvCxnSpPr>
            <p:nvPr/>
          </p:nvCxnSpPr>
          <p:spPr bwMode="auto">
            <a:xfrm>
              <a:off x="2519059" y="388858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87" name="86 Grupo"/>
          <p:cNvGrpSpPr/>
          <p:nvPr/>
        </p:nvGrpSpPr>
        <p:grpSpPr>
          <a:xfrm>
            <a:off x="3739065" y="2088381"/>
            <a:ext cx="759904" cy="489725"/>
            <a:chOff x="2092018" y="3888581"/>
            <a:chExt cx="759904" cy="489725"/>
          </a:xfrm>
        </p:grpSpPr>
        <p:grpSp>
          <p:nvGrpSpPr>
            <p:cNvPr id="88" name="Group 41"/>
            <p:cNvGrpSpPr>
              <a:grpSpLocks/>
            </p:cNvGrpSpPr>
            <p:nvPr/>
          </p:nvGrpSpPr>
          <p:grpSpPr bwMode="auto">
            <a:xfrm>
              <a:off x="2092018" y="4021116"/>
              <a:ext cx="759904" cy="357190"/>
              <a:chOff x="3975" y="4005"/>
              <a:chExt cx="1860" cy="1005"/>
            </a:xfrm>
          </p:grpSpPr>
          <p:sp>
            <p:nvSpPr>
              <p:cNvPr id="91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92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93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89" name="AutoShape 81"/>
            <p:cNvCxnSpPr>
              <a:cxnSpLocks noChangeShapeType="1"/>
            </p:cNvCxnSpPr>
            <p:nvPr/>
          </p:nvCxnSpPr>
          <p:spPr bwMode="auto">
            <a:xfrm>
              <a:off x="2401584" y="3888581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90" name="AutoShape 82"/>
            <p:cNvCxnSpPr>
              <a:cxnSpLocks noChangeShapeType="1"/>
            </p:cNvCxnSpPr>
            <p:nvPr/>
          </p:nvCxnSpPr>
          <p:spPr bwMode="auto">
            <a:xfrm>
              <a:off x="2519059" y="388858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94" name="93 Grupo"/>
          <p:cNvGrpSpPr/>
          <p:nvPr/>
        </p:nvGrpSpPr>
        <p:grpSpPr>
          <a:xfrm>
            <a:off x="3762888" y="4200020"/>
            <a:ext cx="759904" cy="489725"/>
            <a:chOff x="2092018" y="3888581"/>
            <a:chExt cx="759904" cy="489725"/>
          </a:xfrm>
        </p:grpSpPr>
        <p:grpSp>
          <p:nvGrpSpPr>
            <p:cNvPr id="95" name="Group 41"/>
            <p:cNvGrpSpPr>
              <a:grpSpLocks/>
            </p:cNvGrpSpPr>
            <p:nvPr/>
          </p:nvGrpSpPr>
          <p:grpSpPr bwMode="auto">
            <a:xfrm>
              <a:off x="2092018" y="4021116"/>
              <a:ext cx="759904" cy="357190"/>
              <a:chOff x="3975" y="4005"/>
              <a:chExt cx="1860" cy="1005"/>
            </a:xfrm>
          </p:grpSpPr>
          <p:sp>
            <p:nvSpPr>
              <p:cNvPr id="98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99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00" name="AutoShape 42"/>
              <p:cNvSpPr>
                <a:spLocks noChangeShapeType="1"/>
              </p:cNvSpPr>
              <p:nvPr/>
            </p:nvSpPr>
            <p:spPr bwMode="auto">
              <a:xfrm flipH="1" flipV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96" name="AutoShape 81"/>
            <p:cNvCxnSpPr>
              <a:cxnSpLocks noChangeShapeType="1"/>
            </p:cNvCxnSpPr>
            <p:nvPr/>
          </p:nvCxnSpPr>
          <p:spPr bwMode="auto">
            <a:xfrm>
              <a:off x="2401584" y="3888581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97" name="AutoShape 82"/>
            <p:cNvCxnSpPr>
              <a:cxnSpLocks noChangeShapeType="1"/>
            </p:cNvCxnSpPr>
            <p:nvPr/>
          </p:nvCxnSpPr>
          <p:spPr bwMode="auto">
            <a:xfrm>
              <a:off x="2519059" y="3888581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134" name="Rectangle 44"/>
          <p:cNvSpPr>
            <a:spLocks noChangeArrowheads="1"/>
          </p:cNvSpPr>
          <p:nvPr/>
        </p:nvSpPr>
        <p:spPr bwMode="auto">
          <a:xfrm>
            <a:off x="2011901" y="4855461"/>
            <a:ext cx="759904" cy="3571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s-BO" b="1" dirty="0" smtClean="0"/>
              <a:t>AT</a:t>
            </a:r>
            <a:endParaRPr lang="es-BO" b="1" dirty="0"/>
          </a:p>
        </p:txBody>
      </p:sp>
      <p:grpSp>
        <p:nvGrpSpPr>
          <p:cNvPr id="104" name="103 Grupo"/>
          <p:cNvGrpSpPr/>
          <p:nvPr/>
        </p:nvGrpSpPr>
        <p:grpSpPr>
          <a:xfrm>
            <a:off x="1962746" y="2652652"/>
            <a:ext cx="759904" cy="473897"/>
            <a:chOff x="3136408" y="3339826"/>
            <a:chExt cx="759904" cy="473897"/>
          </a:xfrm>
        </p:grpSpPr>
        <p:sp>
          <p:nvSpPr>
            <p:cNvPr id="105" name="Rectangle 44"/>
            <p:cNvSpPr>
              <a:spLocks noChangeArrowheads="1"/>
            </p:cNvSpPr>
            <p:nvPr/>
          </p:nvSpPr>
          <p:spPr bwMode="auto">
            <a:xfrm>
              <a:off x="3136408" y="3456533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AT</a:t>
              </a:r>
              <a:endParaRPr lang="es-BO" b="1" dirty="0"/>
            </a:p>
          </p:txBody>
        </p:sp>
        <p:sp>
          <p:nvSpPr>
            <p:cNvPr id="106" name="Oval 16"/>
            <p:cNvSpPr>
              <a:spLocks noChangeArrowheads="1"/>
            </p:cNvSpPr>
            <p:nvPr/>
          </p:nvSpPr>
          <p:spPr bwMode="auto">
            <a:xfrm>
              <a:off x="3387783" y="3339826"/>
              <a:ext cx="94389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07" name="Oval 16"/>
            <p:cNvSpPr>
              <a:spLocks noChangeArrowheads="1"/>
            </p:cNvSpPr>
            <p:nvPr/>
          </p:nvSpPr>
          <p:spPr bwMode="auto">
            <a:xfrm>
              <a:off x="3540183" y="3341549"/>
              <a:ext cx="94389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grpSp>
        <p:nvGrpSpPr>
          <p:cNvPr id="108" name="107 Grupo"/>
          <p:cNvGrpSpPr/>
          <p:nvPr/>
        </p:nvGrpSpPr>
        <p:grpSpPr>
          <a:xfrm>
            <a:off x="3739065" y="2650521"/>
            <a:ext cx="759904" cy="473897"/>
            <a:chOff x="3136408" y="3339826"/>
            <a:chExt cx="759904" cy="473897"/>
          </a:xfrm>
        </p:grpSpPr>
        <p:sp>
          <p:nvSpPr>
            <p:cNvPr id="109" name="Rectangle 44"/>
            <p:cNvSpPr>
              <a:spLocks noChangeArrowheads="1"/>
            </p:cNvSpPr>
            <p:nvPr/>
          </p:nvSpPr>
          <p:spPr bwMode="auto">
            <a:xfrm>
              <a:off x="3136408" y="3456533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AT</a:t>
              </a:r>
              <a:endParaRPr lang="es-BO" b="1" dirty="0"/>
            </a:p>
          </p:txBody>
        </p:sp>
        <p:sp>
          <p:nvSpPr>
            <p:cNvPr id="110" name="Oval 16"/>
            <p:cNvSpPr>
              <a:spLocks noChangeArrowheads="1"/>
            </p:cNvSpPr>
            <p:nvPr/>
          </p:nvSpPr>
          <p:spPr bwMode="auto">
            <a:xfrm>
              <a:off x="3387783" y="3339826"/>
              <a:ext cx="94389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11" name="Oval 16"/>
            <p:cNvSpPr>
              <a:spLocks noChangeArrowheads="1"/>
            </p:cNvSpPr>
            <p:nvPr/>
          </p:nvSpPr>
          <p:spPr bwMode="auto">
            <a:xfrm>
              <a:off x="3540183" y="3341549"/>
              <a:ext cx="94389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738610" y="3384525"/>
            <a:ext cx="759904" cy="493389"/>
            <a:chOff x="3949406" y="3611215"/>
            <a:chExt cx="759904" cy="493390"/>
          </a:xfrm>
        </p:grpSpPr>
        <p:grpSp>
          <p:nvGrpSpPr>
            <p:cNvPr id="137" name="Group 41"/>
            <p:cNvGrpSpPr>
              <a:grpSpLocks/>
            </p:cNvGrpSpPr>
            <p:nvPr/>
          </p:nvGrpSpPr>
          <p:grpSpPr bwMode="auto">
            <a:xfrm>
              <a:off x="3949406" y="3747415"/>
              <a:ext cx="759904" cy="357190"/>
              <a:chOff x="3975" y="4005"/>
              <a:chExt cx="1860" cy="1005"/>
            </a:xfrm>
          </p:grpSpPr>
          <p:sp>
            <p:nvSpPr>
              <p:cNvPr id="138" name="Rectangle 44"/>
              <p:cNvSpPr>
                <a:spLocks noChangeArrowheads="1"/>
              </p:cNvSpPr>
              <p:nvPr/>
            </p:nvSpPr>
            <p:spPr bwMode="auto">
              <a:xfrm>
                <a:off x="3975" y="4005"/>
                <a:ext cx="1860" cy="10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139" name="AutoShape 43"/>
              <p:cNvSpPr>
                <a:spLocks noChangeShapeType="1"/>
              </p:cNvSpPr>
              <p:nvPr/>
            </p:nvSpPr>
            <p:spPr bwMode="auto">
              <a:xfrm flipH="1">
                <a:off x="3975" y="4005"/>
                <a:ext cx="1860" cy="100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cxnSp>
          <p:nvCxnSpPr>
            <p:cNvPr id="113" name="AutoShape 81"/>
            <p:cNvCxnSpPr>
              <a:cxnSpLocks noChangeShapeType="1"/>
            </p:cNvCxnSpPr>
            <p:nvPr/>
          </p:nvCxnSpPr>
          <p:spPr bwMode="auto">
            <a:xfrm>
              <a:off x="4275580" y="3611215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4" name="AutoShape 82"/>
            <p:cNvCxnSpPr>
              <a:cxnSpLocks noChangeShapeType="1"/>
            </p:cNvCxnSpPr>
            <p:nvPr/>
          </p:nvCxnSpPr>
          <p:spPr bwMode="auto">
            <a:xfrm>
              <a:off x="4393055" y="3611215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1" name="10 Grupo"/>
          <p:cNvGrpSpPr/>
          <p:nvPr/>
        </p:nvGrpSpPr>
        <p:grpSpPr>
          <a:xfrm>
            <a:off x="8383689" y="3805402"/>
            <a:ext cx="759904" cy="434892"/>
            <a:chOff x="9950198" y="2848202"/>
            <a:chExt cx="759904" cy="434892"/>
          </a:xfrm>
        </p:grpSpPr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9950198" y="2925904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grpSp>
          <p:nvGrpSpPr>
            <p:cNvPr id="203" name="Group 15"/>
            <p:cNvGrpSpPr>
              <a:grpSpLocks/>
            </p:cNvGrpSpPr>
            <p:nvPr/>
          </p:nvGrpSpPr>
          <p:grpSpPr bwMode="auto">
            <a:xfrm>
              <a:off x="10239082" y="2848202"/>
              <a:ext cx="170491" cy="45719"/>
              <a:chOff x="4455" y="6678"/>
              <a:chExt cx="262" cy="57"/>
            </a:xfrm>
          </p:grpSpPr>
          <p:sp>
            <p:nvSpPr>
              <p:cNvPr id="204" name="Oval 17"/>
              <p:cNvSpPr>
                <a:spLocks noChangeArrowheads="1"/>
              </p:cNvSpPr>
              <p:nvPr/>
            </p:nvSpPr>
            <p:spPr bwMode="auto">
              <a:xfrm>
                <a:off x="4455" y="6678"/>
                <a:ext cx="57" cy="57"/>
              </a:xfrm>
              <a:prstGeom prst="ellipse">
                <a:avLst/>
              </a:prstGeom>
              <a:solidFill>
                <a:srgbClr val="050505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  <p:sp>
            <p:nvSpPr>
              <p:cNvPr id="205" name="Oval 16"/>
              <p:cNvSpPr>
                <a:spLocks noChangeArrowheads="1"/>
              </p:cNvSpPr>
              <p:nvPr/>
            </p:nvSpPr>
            <p:spPr bwMode="auto">
              <a:xfrm>
                <a:off x="4660" y="6678"/>
                <a:ext cx="57" cy="57"/>
              </a:xfrm>
              <a:prstGeom prst="ellipse">
                <a:avLst/>
              </a:prstGeom>
              <a:solidFill>
                <a:srgbClr val="050505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BO"/>
              </a:p>
            </p:txBody>
          </p:sp>
        </p:grpSp>
        <p:sp>
          <p:nvSpPr>
            <p:cNvPr id="122" name="Oval 16"/>
            <p:cNvSpPr>
              <a:spLocks noChangeArrowheads="1"/>
            </p:cNvSpPr>
            <p:nvPr/>
          </p:nvSpPr>
          <p:spPr bwMode="auto">
            <a:xfrm>
              <a:off x="10321453" y="3042895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23" name="Oval 16"/>
            <p:cNvSpPr>
              <a:spLocks noChangeArrowheads="1"/>
            </p:cNvSpPr>
            <p:nvPr/>
          </p:nvSpPr>
          <p:spPr bwMode="auto">
            <a:xfrm>
              <a:off x="10090254" y="3042895"/>
              <a:ext cx="238405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27" name="Oval 16"/>
          <p:cNvSpPr>
            <a:spLocks noChangeArrowheads="1"/>
          </p:cNvSpPr>
          <p:nvPr/>
        </p:nvSpPr>
        <p:spPr bwMode="auto">
          <a:xfrm>
            <a:off x="2254872" y="4743070"/>
            <a:ext cx="94389" cy="113078"/>
          </a:xfrm>
          <a:prstGeom prst="ellipse">
            <a:avLst/>
          </a:prstGeom>
          <a:solidFill>
            <a:srgbClr val="050505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28" name="Oval 16"/>
          <p:cNvSpPr>
            <a:spLocks noChangeArrowheads="1"/>
          </p:cNvSpPr>
          <p:nvPr/>
        </p:nvSpPr>
        <p:spPr bwMode="auto">
          <a:xfrm>
            <a:off x="2407273" y="4744793"/>
            <a:ext cx="94389" cy="113078"/>
          </a:xfrm>
          <a:prstGeom prst="ellipse">
            <a:avLst/>
          </a:prstGeom>
          <a:solidFill>
            <a:srgbClr val="050505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grpSp>
        <p:nvGrpSpPr>
          <p:cNvPr id="17" name="16 Grupo"/>
          <p:cNvGrpSpPr/>
          <p:nvPr/>
        </p:nvGrpSpPr>
        <p:grpSpPr>
          <a:xfrm>
            <a:off x="4904698" y="2880469"/>
            <a:ext cx="771065" cy="1242161"/>
            <a:chOff x="8392482" y="882280"/>
            <a:chExt cx="771065" cy="1242161"/>
          </a:xfrm>
        </p:grpSpPr>
        <p:grpSp>
          <p:nvGrpSpPr>
            <p:cNvPr id="12" name="11 Grupo"/>
            <p:cNvGrpSpPr/>
            <p:nvPr/>
          </p:nvGrpSpPr>
          <p:grpSpPr>
            <a:xfrm>
              <a:off x="8403643" y="882280"/>
              <a:ext cx="759904" cy="642942"/>
              <a:chOff x="5696969" y="882280"/>
              <a:chExt cx="759904" cy="642942"/>
            </a:xfrm>
          </p:grpSpPr>
          <p:grpSp>
            <p:nvGrpSpPr>
              <p:cNvPr id="226" name="Group 41"/>
              <p:cNvGrpSpPr>
                <a:grpSpLocks/>
              </p:cNvGrpSpPr>
              <p:nvPr/>
            </p:nvGrpSpPr>
            <p:grpSpPr bwMode="auto">
              <a:xfrm>
                <a:off x="5696969" y="1168032"/>
                <a:ext cx="759904" cy="357190"/>
                <a:chOff x="3975" y="4005"/>
                <a:chExt cx="1860" cy="1005"/>
              </a:xfrm>
            </p:grpSpPr>
            <p:sp>
              <p:nvSpPr>
                <p:cNvPr id="227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8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9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sp>
            <p:nvSpPr>
              <p:cNvPr id="255" name="254 CuadroTexto"/>
              <p:cNvSpPr txBox="1"/>
              <p:nvPr/>
            </p:nvSpPr>
            <p:spPr>
              <a:xfrm>
                <a:off x="5863336" y="882280"/>
                <a:ext cx="428628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BO" dirty="0" smtClean="0"/>
                  <a:t>xx</a:t>
                </a:r>
                <a:endParaRPr lang="es-BO" dirty="0"/>
              </a:p>
            </p:txBody>
          </p:sp>
        </p:grpSp>
        <p:cxnSp>
          <p:nvCxnSpPr>
            <p:cNvPr id="14" name="13 Conector recto"/>
            <p:cNvCxnSpPr/>
            <p:nvPr/>
          </p:nvCxnSpPr>
          <p:spPr>
            <a:xfrm>
              <a:off x="8392482" y="1251612"/>
              <a:ext cx="0" cy="8728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132 CuadroTexto"/>
          <p:cNvSpPr txBox="1"/>
          <p:nvPr/>
        </p:nvSpPr>
        <p:spPr>
          <a:xfrm>
            <a:off x="5710759" y="3312517"/>
            <a:ext cx="356443" cy="276995"/>
          </a:xfrm>
          <a:prstGeom prst="rect">
            <a:avLst/>
          </a:prstGeom>
          <a:noFill/>
        </p:spPr>
        <p:txBody>
          <a:bodyPr wrap="square" lIns="91438" tIns="45718" rIns="91438" bIns="45718" rtlCol="0">
            <a:spAutoFit/>
          </a:bodyPr>
          <a:lstStyle/>
          <a:p>
            <a:r>
              <a:rPr lang="es-BO" sz="1200" dirty="0"/>
              <a:t>2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3926864" y="6591493"/>
            <a:ext cx="7684954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lvl="0" indent="-182563">
              <a:buFont typeface="Arial" pitchFamily="34" charset="0"/>
              <a:buChar char="•"/>
            </a:pP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Agrupaciones Tácticas (</a:t>
            </a:r>
            <a:r>
              <a:rPr lang="es-MX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ATIs</a:t>
            </a: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.): “SUCRE”, “LOA”, “JUNÍN” y “WARNES”</a:t>
            </a:r>
            <a:endParaRPr lang="es-BO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82563" lvl="0" indent="-182563">
              <a:buFont typeface="Arial" pitchFamily="34" charset="0"/>
              <a:buChar char="•"/>
            </a:pP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Dos BB.TT.QQ. “INGAVI” y “CALAMA”</a:t>
            </a:r>
            <a:endParaRPr lang="es-BO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82563" lvl="0" indent="-182563">
              <a:buFont typeface="Arial" pitchFamily="34" charset="0"/>
              <a:buChar char="•"/>
            </a:pP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Dos BIM. “FLORIDA” y “MENDEZ ARCOS”</a:t>
            </a:r>
            <a:endParaRPr lang="es-BO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36" name="135 Grupo"/>
          <p:cNvGrpSpPr/>
          <p:nvPr/>
        </p:nvGrpSpPr>
        <p:grpSpPr>
          <a:xfrm>
            <a:off x="3769258" y="4776084"/>
            <a:ext cx="759904" cy="473897"/>
            <a:chOff x="3136408" y="3339826"/>
            <a:chExt cx="759904" cy="473897"/>
          </a:xfrm>
        </p:grpSpPr>
        <p:sp>
          <p:nvSpPr>
            <p:cNvPr id="140" name="Rectangle 44"/>
            <p:cNvSpPr>
              <a:spLocks noChangeArrowheads="1"/>
            </p:cNvSpPr>
            <p:nvPr/>
          </p:nvSpPr>
          <p:spPr bwMode="auto">
            <a:xfrm>
              <a:off x="3136408" y="3456533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s-BO" b="1" dirty="0" smtClean="0"/>
                <a:t>AT</a:t>
              </a:r>
              <a:endParaRPr lang="es-BO" b="1" dirty="0"/>
            </a:p>
          </p:txBody>
        </p:sp>
        <p:sp>
          <p:nvSpPr>
            <p:cNvPr id="141" name="Oval 16"/>
            <p:cNvSpPr>
              <a:spLocks noChangeArrowheads="1"/>
            </p:cNvSpPr>
            <p:nvPr/>
          </p:nvSpPr>
          <p:spPr bwMode="auto">
            <a:xfrm>
              <a:off x="3387783" y="3339826"/>
              <a:ext cx="94389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sp>
          <p:nvSpPr>
            <p:cNvPr id="143" name="Oval 16"/>
            <p:cNvSpPr>
              <a:spLocks noChangeArrowheads="1"/>
            </p:cNvSpPr>
            <p:nvPr/>
          </p:nvSpPr>
          <p:spPr bwMode="auto">
            <a:xfrm>
              <a:off x="3540183" y="3341549"/>
              <a:ext cx="94389" cy="113078"/>
            </a:xfrm>
            <a:prstGeom prst="ellipse">
              <a:avLst/>
            </a:prstGeom>
            <a:solidFill>
              <a:srgbClr val="05050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</p:grpSp>
      <p:sp>
        <p:nvSpPr>
          <p:cNvPr id="18" name="17 CuadroTexto"/>
          <p:cNvSpPr txBox="1"/>
          <p:nvPr/>
        </p:nvSpPr>
        <p:spPr>
          <a:xfrm>
            <a:off x="4498969" y="2782335"/>
            <a:ext cx="74474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(-)</a:t>
            </a:r>
            <a:endParaRPr lang="es-BO" dirty="0"/>
          </a:p>
        </p:txBody>
      </p:sp>
      <p:sp>
        <p:nvSpPr>
          <p:cNvPr id="144" name="143 CuadroTexto"/>
          <p:cNvSpPr txBox="1"/>
          <p:nvPr/>
        </p:nvSpPr>
        <p:spPr>
          <a:xfrm>
            <a:off x="4530310" y="4895419"/>
            <a:ext cx="74474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(-)</a:t>
            </a:r>
            <a:endParaRPr lang="es-BO" dirty="0"/>
          </a:p>
        </p:txBody>
      </p:sp>
      <p:sp>
        <p:nvSpPr>
          <p:cNvPr id="19" name="18 Rectángulo"/>
          <p:cNvSpPr/>
          <p:nvPr/>
        </p:nvSpPr>
        <p:spPr>
          <a:xfrm>
            <a:off x="2676450" y="2298327"/>
            <a:ext cx="1055097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MX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SUCRE</a:t>
            </a:r>
            <a:r>
              <a:rPr lang="es-MX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BO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5" name="144 Rectángulo"/>
          <p:cNvSpPr/>
          <p:nvPr/>
        </p:nvSpPr>
        <p:spPr>
          <a:xfrm>
            <a:off x="2771805" y="4414888"/>
            <a:ext cx="79265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MX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</a:t>
            </a:r>
            <a:r>
              <a:rPr lang="es-MX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BO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7" name="146 Rectángulo"/>
          <p:cNvSpPr/>
          <p:nvPr/>
        </p:nvSpPr>
        <p:spPr>
          <a:xfrm>
            <a:off x="4498969" y="2273613"/>
            <a:ext cx="1011174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MX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JUNÍN</a:t>
            </a:r>
            <a:r>
              <a:rPr lang="es-MX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BO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8" name="147 Rectángulo"/>
          <p:cNvSpPr/>
          <p:nvPr/>
        </p:nvSpPr>
        <p:spPr>
          <a:xfrm>
            <a:off x="4537120" y="4433743"/>
            <a:ext cx="128265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MX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WARNES”</a:t>
            </a:r>
            <a:endParaRPr lang="es-BO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" name="19 Grupo"/>
          <p:cNvGrpSpPr/>
          <p:nvPr/>
        </p:nvGrpSpPr>
        <p:grpSpPr>
          <a:xfrm>
            <a:off x="6115491" y="4824685"/>
            <a:ext cx="759904" cy="485198"/>
            <a:chOff x="10355430" y="4988579"/>
            <a:chExt cx="759904" cy="485198"/>
          </a:xfrm>
        </p:grpSpPr>
        <p:sp>
          <p:nvSpPr>
            <p:cNvPr id="157" name="Rectangle 44"/>
            <p:cNvSpPr>
              <a:spLocks noChangeArrowheads="1"/>
            </p:cNvSpPr>
            <p:nvPr/>
          </p:nvSpPr>
          <p:spPr bwMode="auto">
            <a:xfrm>
              <a:off x="10355430" y="5116587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159" name="AutoShape 81"/>
            <p:cNvCxnSpPr>
              <a:cxnSpLocks noChangeShapeType="1"/>
            </p:cNvCxnSpPr>
            <p:nvPr/>
          </p:nvCxnSpPr>
          <p:spPr bwMode="auto">
            <a:xfrm>
              <a:off x="10676146" y="4988579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60" name="AutoShape 82"/>
            <p:cNvCxnSpPr>
              <a:cxnSpLocks noChangeShapeType="1"/>
            </p:cNvCxnSpPr>
            <p:nvPr/>
          </p:nvCxnSpPr>
          <p:spPr bwMode="auto">
            <a:xfrm>
              <a:off x="10793621" y="4988579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61" name="160 Elipse"/>
            <p:cNvSpPr/>
            <p:nvPr/>
          </p:nvSpPr>
          <p:spPr>
            <a:xfrm>
              <a:off x="10528279" y="5180908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162" name="161 Grupo"/>
          <p:cNvGrpSpPr/>
          <p:nvPr/>
        </p:nvGrpSpPr>
        <p:grpSpPr>
          <a:xfrm>
            <a:off x="6067202" y="1317494"/>
            <a:ext cx="759904" cy="485198"/>
            <a:chOff x="10355430" y="4988579"/>
            <a:chExt cx="759904" cy="485198"/>
          </a:xfrm>
        </p:grpSpPr>
        <p:sp>
          <p:nvSpPr>
            <p:cNvPr id="163" name="Rectangle 44"/>
            <p:cNvSpPr>
              <a:spLocks noChangeArrowheads="1"/>
            </p:cNvSpPr>
            <p:nvPr/>
          </p:nvSpPr>
          <p:spPr bwMode="auto">
            <a:xfrm>
              <a:off x="10355430" y="5116587"/>
              <a:ext cx="759904" cy="3571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BO"/>
            </a:p>
          </p:txBody>
        </p:sp>
        <p:cxnSp>
          <p:nvCxnSpPr>
            <p:cNvPr id="164" name="AutoShape 81"/>
            <p:cNvCxnSpPr>
              <a:cxnSpLocks noChangeShapeType="1"/>
            </p:cNvCxnSpPr>
            <p:nvPr/>
          </p:nvCxnSpPr>
          <p:spPr bwMode="auto">
            <a:xfrm>
              <a:off x="10676146" y="4988579"/>
              <a:ext cx="0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65" name="AutoShape 82"/>
            <p:cNvCxnSpPr>
              <a:cxnSpLocks noChangeShapeType="1"/>
            </p:cNvCxnSpPr>
            <p:nvPr/>
          </p:nvCxnSpPr>
          <p:spPr bwMode="auto">
            <a:xfrm>
              <a:off x="10793621" y="4988579"/>
              <a:ext cx="1587" cy="1333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67" name="166 Elipse"/>
            <p:cNvSpPr/>
            <p:nvPr/>
          </p:nvSpPr>
          <p:spPr>
            <a:xfrm>
              <a:off x="10528279" y="5180908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sp>
        <p:nvSpPr>
          <p:cNvPr id="21" name="20 Rectángulo"/>
          <p:cNvSpPr/>
          <p:nvPr/>
        </p:nvSpPr>
        <p:spPr>
          <a:xfrm>
            <a:off x="6816667" y="1508837"/>
            <a:ext cx="112274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“INGAVI”</a:t>
            </a:r>
            <a:endParaRPr lang="es-BO" dirty="0"/>
          </a:p>
        </p:txBody>
      </p:sp>
      <p:sp>
        <p:nvSpPr>
          <p:cNvPr id="22" name="21 Rectángulo"/>
          <p:cNvSpPr/>
          <p:nvPr/>
        </p:nvSpPr>
        <p:spPr>
          <a:xfrm>
            <a:off x="6850798" y="5017263"/>
            <a:ext cx="1271567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“CALAMA”</a:t>
            </a:r>
            <a:endParaRPr lang="es-BO" dirty="0"/>
          </a:p>
        </p:txBody>
      </p:sp>
      <p:grpSp>
        <p:nvGrpSpPr>
          <p:cNvPr id="23" name="22 Grupo"/>
          <p:cNvGrpSpPr/>
          <p:nvPr/>
        </p:nvGrpSpPr>
        <p:grpSpPr>
          <a:xfrm>
            <a:off x="6099386" y="1893558"/>
            <a:ext cx="759904" cy="489725"/>
            <a:chOff x="6099386" y="1440309"/>
            <a:chExt cx="759904" cy="489725"/>
          </a:xfrm>
        </p:grpSpPr>
        <p:grpSp>
          <p:nvGrpSpPr>
            <p:cNvPr id="168" name="167 Grupo"/>
            <p:cNvGrpSpPr/>
            <p:nvPr/>
          </p:nvGrpSpPr>
          <p:grpSpPr>
            <a:xfrm>
              <a:off x="6099386" y="1440309"/>
              <a:ext cx="759904" cy="489725"/>
              <a:chOff x="2092018" y="3888581"/>
              <a:chExt cx="759904" cy="489725"/>
            </a:xfrm>
          </p:grpSpPr>
          <p:grpSp>
            <p:nvGrpSpPr>
              <p:cNvPr id="169" name="Group 41"/>
              <p:cNvGrpSpPr>
                <a:grpSpLocks/>
              </p:cNvGrpSpPr>
              <p:nvPr/>
            </p:nvGrpSpPr>
            <p:grpSpPr bwMode="auto">
              <a:xfrm>
                <a:off x="2092018" y="4021116"/>
                <a:ext cx="759904" cy="357190"/>
                <a:chOff x="3975" y="4005"/>
                <a:chExt cx="1860" cy="1005"/>
              </a:xfrm>
            </p:grpSpPr>
            <p:sp>
              <p:nvSpPr>
                <p:cNvPr id="198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00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01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cxnSp>
            <p:nvCxnSpPr>
              <p:cNvPr id="171" name="AutoShape 81"/>
              <p:cNvCxnSpPr>
                <a:cxnSpLocks noChangeShapeType="1"/>
              </p:cNvCxnSpPr>
              <p:nvPr/>
            </p:nvCxnSpPr>
            <p:spPr bwMode="auto">
              <a:xfrm>
                <a:off x="2401584" y="3888581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72" name="AutoShape 82"/>
              <p:cNvCxnSpPr>
                <a:cxnSpLocks noChangeShapeType="1"/>
              </p:cNvCxnSpPr>
              <p:nvPr/>
            </p:nvCxnSpPr>
            <p:spPr bwMode="auto">
              <a:xfrm>
                <a:off x="2519059" y="3888581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25" name="124 Elipse"/>
            <p:cNvSpPr/>
            <p:nvPr/>
          </p:nvSpPr>
          <p:spPr>
            <a:xfrm>
              <a:off x="6266527" y="1644244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202" name="201 Grupo"/>
          <p:cNvGrpSpPr/>
          <p:nvPr/>
        </p:nvGrpSpPr>
        <p:grpSpPr>
          <a:xfrm>
            <a:off x="6123444" y="5395729"/>
            <a:ext cx="759904" cy="489725"/>
            <a:chOff x="6099386" y="1440309"/>
            <a:chExt cx="759904" cy="489725"/>
          </a:xfrm>
        </p:grpSpPr>
        <p:grpSp>
          <p:nvGrpSpPr>
            <p:cNvPr id="206" name="205 Grupo"/>
            <p:cNvGrpSpPr/>
            <p:nvPr/>
          </p:nvGrpSpPr>
          <p:grpSpPr>
            <a:xfrm>
              <a:off x="6099386" y="1440309"/>
              <a:ext cx="759904" cy="489725"/>
              <a:chOff x="2092018" y="3888581"/>
              <a:chExt cx="759904" cy="489725"/>
            </a:xfrm>
          </p:grpSpPr>
          <p:grpSp>
            <p:nvGrpSpPr>
              <p:cNvPr id="210" name="Group 41"/>
              <p:cNvGrpSpPr>
                <a:grpSpLocks/>
              </p:cNvGrpSpPr>
              <p:nvPr/>
            </p:nvGrpSpPr>
            <p:grpSpPr bwMode="auto">
              <a:xfrm>
                <a:off x="2092018" y="4021116"/>
                <a:ext cx="759904" cy="357190"/>
                <a:chOff x="3975" y="4005"/>
                <a:chExt cx="1860" cy="1005"/>
              </a:xfrm>
            </p:grpSpPr>
            <p:sp>
              <p:nvSpPr>
                <p:cNvPr id="223" name="Rectangle 44"/>
                <p:cNvSpPr>
                  <a:spLocks noChangeArrowheads="1"/>
                </p:cNvSpPr>
                <p:nvPr/>
              </p:nvSpPr>
              <p:spPr bwMode="auto">
                <a:xfrm>
                  <a:off x="3975" y="4005"/>
                  <a:ext cx="1860" cy="10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4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  <p:sp>
              <p:nvSpPr>
                <p:cNvPr id="225" name="AutoShap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3975" y="4005"/>
                  <a:ext cx="1860" cy="10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BO"/>
                </a:p>
              </p:txBody>
            </p:sp>
          </p:grpSp>
          <p:cxnSp>
            <p:nvCxnSpPr>
              <p:cNvPr id="220" name="AutoShape 81"/>
              <p:cNvCxnSpPr>
                <a:cxnSpLocks noChangeShapeType="1"/>
              </p:cNvCxnSpPr>
              <p:nvPr/>
            </p:nvCxnSpPr>
            <p:spPr bwMode="auto">
              <a:xfrm>
                <a:off x="2401584" y="3888581"/>
                <a:ext cx="0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222" name="AutoShape 82"/>
              <p:cNvCxnSpPr>
                <a:cxnSpLocks noChangeShapeType="1"/>
              </p:cNvCxnSpPr>
              <p:nvPr/>
            </p:nvCxnSpPr>
            <p:spPr bwMode="auto">
              <a:xfrm>
                <a:off x="2519059" y="3888581"/>
                <a:ext cx="1587" cy="133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207" name="206 Elipse"/>
            <p:cNvSpPr/>
            <p:nvPr/>
          </p:nvSpPr>
          <p:spPr>
            <a:xfrm>
              <a:off x="6266527" y="1644244"/>
              <a:ext cx="428628" cy="2143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8" rIns="91438" bIns="45718" rtlCol="0" anchor="ctr"/>
            <a:lstStyle/>
            <a:p>
              <a:pPr algn="ctr"/>
              <a:endParaRPr lang="es-BO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sp>
        <p:nvSpPr>
          <p:cNvPr id="24" name="23 Rectángulo"/>
          <p:cNvSpPr/>
          <p:nvPr/>
        </p:nvSpPr>
        <p:spPr>
          <a:xfrm>
            <a:off x="6823466" y="2135708"/>
            <a:ext cx="1259960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“FLORIDA”</a:t>
            </a:r>
            <a:endParaRPr lang="es-BO" dirty="0"/>
          </a:p>
        </p:txBody>
      </p:sp>
      <p:sp>
        <p:nvSpPr>
          <p:cNvPr id="25" name="24 Rectángulo"/>
          <p:cNvSpPr/>
          <p:nvPr/>
        </p:nvSpPr>
        <p:spPr>
          <a:xfrm>
            <a:off x="6944225" y="5545200"/>
            <a:ext cx="2019335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“MENDEZ ARCOS”</a:t>
            </a:r>
            <a:endParaRPr lang="es-BO" dirty="0"/>
          </a:p>
        </p:txBody>
      </p:sp>
      <p:sp>
        <p:nvSpPr>
          <p:cNvPr id="230" name="229 Elipse"/>
          <p:cNvSpPr/>
          <p:nvPr/>
        </p:nvSpPr>
        <p:spPr>
          <a:xfrm>
            <a:off x="892848" y="3589532"/>
            <a:ext cx="428628" cy="21431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rtlCol="0" anchor="ctr"/>
          <a:lstStyle/>
          <a:p>
            <a:pPr algn="ctr"/>
            <a:endParaRPr lang="es-BO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4729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99279" y="86413"/>
            <a:ext cx="10191830" cy="1296194"/>
          </a:xfrm>
          <a:noFill/>
        </p:spPr>
        <p:txBody>
          <a:bodyPr>
            <a:normAutofit fontScale="90000"/>
          </a:bodyPr>
          <a:lstStyle/>
          <a:p>
            <a:r>
              <a:rPr lang="es-ES_tradnl" sz="4900"/>
              <a:t>SÍMBOLOS DE </a:t>
            </a:r>
            <a:br>
              <a:rPr lang="es-ES_tradnl" sz="4900"/>
            </a:br>
            <a:r>
              <a:rPr lang="es-ES_tradnl" sz="4900"/>
              <a:t>UNIDAD ABREVIADOS</a:t>
            </a:r>
          </a:p>
        </p:txBody>
      </p:sp>
      <p:sp>
        <p:nvSpPr>
          <p:cNvPr id="10243" name="AutoShape 3"/>
          <p:cNvSpPr>
            <a:spLocks noChangeArrowheads="1"/>
          </p:cNvSpPr>
          <p:nvPr/>
        </p:nvSpPr>
        <p:spPr bwMode="auto">
          <a:xfrm>
            <a:off x="1675742" y="2203530"/>
            <a:ext cx="1099119" cy="604890"/>
          </a:xfrm>
          <a:prstGeom prst="flowChartExtra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1775660" y="3067659"/>
            <a:ext cx="1099119" cy="604890"/>
          </a:xfrm>
          <a:prstGeom prst="flowChartExtra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775660" y="4191027"/>
            <a:ext cx="1199039" cy="6048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775660" y="5227982"/>
            <a:ext cx="1199039" cy="60489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grpSp>
        <p:nvGrpSpPr>
          <p:cNvPr id="10247" name="Group 7"/>
          <p:cNvGrpSpPr>
            <a:grpSpLocks/>
          </p:cNvGrpSpPr>
          <p:nvPr/>
        </p:nvGrpSpPr>
        <p:grpSpPr bwMode="auto">
          <a:xfrm>
            <a:off x="1875580" y="6178524"/>
            <a:ext cx="999199" cy="518478"/>
            <a:chOff x="2832" y="1536"/>
            <a:chExt cx="480" cy="288"/>
          </a:xfrm>
        </p:grpSpPr>
        <p:sp>
          <p:nvSpPr>
            <p:cNvPr id="10269" name="Line 8"/>
            <p:cNvSpPr>
              <a:spLocks noChangeShapeType="1"/>
            </p:cNvSpPr>
            <p:nvPr/>
          </p:nvSpPr>
          <p:spPr bwMode="auto">
            <a:xfrm flipH="1">
              <a:off x="2832" y="153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0270" name="Line 9"/>
            <p:cNvSpPr>
              <a:spLocks noChangeShapeType="1"/>
            </p:cNvSpPr>
            <p:nvPr/>
          </p:nvSpPr>
          <p:spPr bwMode="auto">
            <a:xfrm>
              <a:off x="3072" y="153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</p:grpSp>
      <p:grpSp>
        <p:nvGrpSpPr>
          <p:cNvPr id="10248" name="Group 10"/>
          <p:cNvGrpSpPr>
            <a:grpSpLocks/>
          </p:cNvGrpSpPr>
          <p:nvPr/>
        </p:nvGrpSpPr>
        <p:grpSpPr bwMode="auto">
          <a:xfrm>
            <a:off x="6172136" y="5660046"/>
            <a:ext cx="899279" cy="259239"/>
            <a:chOff x="2880" y="2112"/>
            <a:chExt cx="384" cy="192"/>
          </a:xfrm>
        </p:grpSpPr>
        <p:sp>
          <p:nvSpPr>
            <p:cNvPr id="10265" name="Line 11"/>
            <p:cNvSpPr>
              <a:spLocks noChangeShapeType="1"/>
            </p:cNvSpPr>
            <p:nvPr/>
          </p:nvSpPr>
          <p:spPr bwMode="auto">
            <a:xfrm flipH="1" flipV="1">
              <a:off x="2880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0266" name="Line 12"/>
            <p:cNvSpPr>
              <a:spLocks noChangeShapeType="1"/>
            </p:cNvSpPr>
            <p:nvPr/>
          </p:nvSpPr>
          <p:spPr bwMode="auto">
            <a:xfrm>
              <a:off x="2880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0267" name="Line 13"/>
            <p:cNvSpPr>
              <a:spLocks noChangeShapeType="1"/>
            </p:cNvSpPr>
            <p:nvPr/>
          </p:nvSpPr>
          <p:spPr bwMode="auto">
            <a:xfrm>
              <a:off x="3072" y="21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0268" name="Line 14"/>
            <p:cNvSpPr>
              <a:spLocks noChangeShapeType="1"/>
            </p:cNvSpPr>
            <p:nvPr/>
          </p:nvSpPr>
          <p:spPr bwMode="auto">
            <a:xfrm flipH="1" flipV="1">
              <a:off x="3264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</p:grpSp>
      <p:sp>
        <p:nvSpPr>
          <p:cNvPr id="10249" name="AutoShape 15"/>
          <p:cNvSpPr>
            <a:spLocks noChangeArrowheads="1"/>
          </p:cNvSpPr>
          <p:nvPr/>
        </p:nvSpPr>
        <p:spPr bwMode="auto">
          <a:xfrm rot="5324550">
            <a:off x="6287597" y="3111518"/>
            <a:ext cx="518478" cy="949239"/>
          </a:xfrm>
          <a:prstGeom prst="flowChartCollate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0250" name="AutoShape 16"/>
          <p:cNvSpPr>
            <a:spLocks noChangeArrowheads="1"/>
          </p:cNvSpPr>
          <p:nvPr/>
        </p:nvSpPr>
        <p:spPr bwMode="auto">
          <a:xfrm rot="5324550">
            <a:off x="6362537" y="4173453"/>
            <a:ext cx="518478" cy="899279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0251" name="Oval 17"/>
          <p:cNvSpPr>
            <a:spLocks noChangeArrowheads="1"/>
          </p:cNvSpPr>
          <p:nvPr/>
        </p:nvSpPr>
        <p:spPr bwMode="auto">
          <a:xfrm>
            <a:off x="6371976" y="2462768"/>
            <a:ext cx="399680" cy="345652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0252" name="Rectangle 18"/>
          <p:cNvSpPr>
            <a:spLocks noChangeArrowheads="1"/>
          </p:cNvSpPr>
          <p:nvPr/>
        </p:nvSpPr>
        <p:spPr bwMode="auto">
          <a:xfrm>
            <a:off x="1475902" y="1944292"/>
            <a:ext cx="9092711" cy="49255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0253" name="Arc 19"/>
          <p:cNvSpPr>
            <a:spLocks/>
          </p:cNvSpPr>
          <p:nvPr/>
        </p:nvSpPr>
        <p:spPr bwMode="auto">
          <a:xfrm>
            <a:off x="5820334" y="6315344"/>
            <a:ext cx="1609127" cy="1036955"/>
          </a:xfrm>
          <a:custGeom>
            <a:avLst/>
            <a:gdLst>
              <a:gd name="T0" fmla="*/ 0 w 31758"/>
              <a:gd name="T1" fmla="*/ 2147483647 h 21600"/>
              <a:gd name="T2" fmla="*/ 2147483647 w 31758"/>
              <a:gd name="T3" fmla="*/ 2147483647 h 21600"/>
              <a:gd name="T4" fmla="*/ 2147483647 w 31758"/>
              <a:gd name="T5" fmla="*/ 2147483647 h 21600"/>
              <a:gd name="T6" fmla="*/ 0 60000 65536"/>
              <a:gd name="T7" fmla="*/ 0 60000 65536"/>
              <a:gd name="T8" fmla="*/ 0 60000 65536"/>
              <a:gd name="T9" fmla="*/ 0 w 31758"/>
              <a:gd name="T10" fmla="*/ 0 h 21600"/>
              <a:gd name="T11" fmla="*/ 31758 w 3175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58" h="21600" fill="none" extrusionOk="0">
                <a:moveTo>
                  <a:pt x="0" y="6862"/>
                </a:moveTo>
                <a:cubicBezTo>
                  <a:pt x="4085" y="2485"/>
                  <a:pt x="9803" y="-1"/>
                  <a:pt x="15791" y="0"/>
                </a:cubicBezTo>
                <a:cubicBezTo>
                  <a:pt x="21868" y="0"/>
                  <a:pt x="27664" y="2560"/>
                  <a:pt x="31757" y="7052"/>
                </a:cubicBezTo>
              </a:path>
              <a:path w="31758" h="21600" stroke="0" extrusionOk="0">
                <a:moveTo>
                  <a:pt x="0" y="6862"/>
                </a:moveTo>
                <a:cubicBezTo>
                  <a:pt x="4085" y="2485"/>
                  <a:pt x="9803" y="-1"/>
                  <a:pt x="15791" y="0"/>
                </a:cubicBezTo>
                <a:cubicBezTo>
                  <a:pt x="21868" y="0"/>
                  <a:pt x="27664" y="2560"/>
                  <a:pt x="31757" y="7052"/>
                </a:cubicBezTo>
                <a:lnTo>
                  <a:pt x="15791" y="21600"/>
                </a:lnTo>
                <a:lnTo>
                  <a:pt x="0" y="686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12953" tIns="56477" rIns="112953" bIns="56477" anchor="ctr"/>
          <a:lstStyle/>
          <a:p>
            <a:endParaRPr lang="es-BO"/>
          </a:p>
        </p:txBody>
      </p:sp>
      <p:sp>
        <p:nvSpPr>
          <p:cNvPr id="10254" name="Text Box 20"/>
          <p:cNvSpPr txBox="1">
            <a:spLocks noChangeArrowheads="1"/>
          </p:cNvSpPr>
          <p:nvPr/>
        </p:nvSpPr>
        <p:spPr bwMode="auto">
          <a:xfrm>
            <a:off x="2142033" y="4257638"/>
            <a:ext cx="399634" cy="48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 dirty="0"/>
              <a:t>L</a:t>
            </a:r>
          </a:p>
        </p:txBody>
      </p:sp>
      <p:sp>
        <p:nvSpPr>
          <p:cNvPr id="10255" name="Text Box 21"/>
          <p:cNvSpPr txBox="1">
            <a:spLocks noChangeArrowheads="1"/>
          </p:cNvSpPr>
          <p:nvPr/>
        </p:nvSpPr>
        <p:spPr bwMode="auto">
          <a:xfrm>
            <a:off x="3320256" y="2291744"/>
            <a:ext cx="1326170" cy="48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Blindaje</a:t>
            </a:r>
          </a:p>
        </p:txBody>
      </p:sp>
      <p:sp>
        <p:nvSpPr>
          <p:cNvPr id="10256" name="Text Box 22"/>
          <p:cNvSpPr txBox="1">
            <a:spLocks noChangeArrowheads="1"/>
          </p:cNvSpPr>
          <p:nvPr/>
        </p:nvSpPr>
        <p:spPr bwMode="auto">
          <a:xfrm>
            <a:off x="3301522" y="2918239"/>
            <a:ext cx="1718905" cy="85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Caballería </a:t>
            </a:r>
          </a:p>
          <a:p>
            <a:r>
              <a:rPr lang="es-MX"/>
              <a:t>blindada</a:t>
            </a:r>
          </a:p>
        </p:txBody>
      </p:sp>
      <p:sp>
        <p:nvSpPr>
          <p:cNvPr id="10257" name="Text Box 23"/>
          <p:cNvSpPr txBox="1">
            <a:spLocks noChangeArrowheads="1"/>
          </p:cNvSpPr>
          <p:nvPr/>
        </p:nvSpPr>
        <p:spPr bwMode="auto">
          <a:xfrm>
            <a:off x="3266132" y="4020004"/>
            <a:ext cx="1528148" cy="85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Infantería</a:t>
            </a:r>
          </a:p>
          <a:p>
            <a:r>
              <a:rPr lang="es-MX"/>
              <a:t>ligera</a:t>
            </a:r>
          </a:p>
        </p:txBody>
      </p:sp>
      <p:sp>
        <p:nvSpPr>
          <p:cNvPr id="10258" name="Text Box 24"/>
          <p:cNvSpPr txBox="1">
            <a:spLocks noChangeArrowheads="1"/>
          </p:cNvSpPr>
          <p:nvPr/>
        </p:nvSpPr>
        <p:spPr bwMode="auto">
          <a:xfrm>
            <a:off x="3082946" y="5056959"/>
            <a:ext cx="1890427" cy="85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Infantería</a:t>
            </a:r>
          </a:p>
          <a:p>
            <a:r>
              <a:rPr lang="es-MX"/>
              <a:t>Mecanizada</a:t>
            </a:r>
          </a:p>
        </p:txBody>
      </p:sp>
      <p:sp>
        <p:nvSpPr>
          <p:cNvPr id="10259" name="Text Box 25"/>
          <p:cNvSpPr txBox="1">
            <a:spLocks noChangeArrowheads="1"/>
          </p:cNvSpPr>
          <p:nvPr/>
        </p:nvSpPr>
        <p:spPr bwMode="auto">
          <a:xfrm>
            <a:off x="3053802" y="6093913"/>
            <a:ext cx="1701272" cy="48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Antitanque</a:t>
            </a:r>
          </a:p>
        </p:txBody>
      </p:sp>
      <p:sp>
        <p:nvSpPr>
          <p:cNvPr id="10260" name="Text Box 26"/>
          <p:cNvSpPr txBox="1">
            <a:spLocks noChangeArrowheads="1"/>
          </p:cNvSpPr>
          <p:nvPr/>
        </p:nvSpPr>
        <p:spPr bwMode="auto">
          <a:xfrm>
            <a:off x="7446117" y="2291744"/>
            <a:ext cx="1358230" cy="48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Artillería</a:t>
            </a:r>
          </a:p>
        </p:txBody>
      </p:sp>
      <p:sp>
        <p:nvSpPr>
          <p:cNvPr id="10261" name="Text Box 27"/>
          <p:cNvSpPr txBox="1">
            <a:spLocks noChangeArrowheads="1"/>
          </p:cNvSpPr>
          <p:nvPr/>
        </p:nvSpPr>
        <p:spPr bwMode="auto">
          <a:xfrm>
            <a:off x="7444035" y="3069462"/>
            <a:ext cx="1941723" cy="85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Helicópteros</a:t>
            </a:r>
          </a:p>
          <a:p>
            <a:r>
              <a:rPr lang="en-US"/>
              <a:t>d</a:t>
            </a:r>
            <a:r>
              <a:rPr lang="es-MX"/>
              <a:t>e ataque </a:t>
            </a:r>
          </a:p>
        </p:txBody>
      </p:sp>
      <p:sp>
        <p:nvSpPr>
          <p:cNvPr id="10262" name="Text Box 28"/>
          <p:cNvSpPr txBox="1">
            <a:spLocks noChangeArrowheads="1"/>
          </p:cNvSpPr>
          <p:nvPr/>
        </p:nvSpPr>
        <p:spPr bwMode="auto">
          <a:xfrm>
            <a:off x="7456522" y="4279241"/>
            <a:ext cx="2507582" cy="48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Caballería aérea</a:t>
            </a:r>
          </a:p>
        </p:txBody>
      </p:sp>
      <p:sp>
        <p:nvSpPr>
          <p:cNvPr id="10263" name="Text Box 29"/>
          <p:cNvSpPr txBox="1">
            <a:spLocks noChangeArrowheads="1"/>
          </p:cNvSpPr>
          <p:nvPr/>
        </p:nvSpPr>
        <p:spPr bwMode="auto">
          <a:xfrm>
            <a:off x="7521057" y="5424212"/>
            <a:ext cx="1667609" cy="48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Ingenieros</a:t>
            </a:r>
          </a:p>
        </p:txBody>
      </p:sp>
      <p:sp>
        <p:nvSpPr>
          <p:cNvPr id="10264" name="Text Box 30"/>
          <p:cNvSpPr txBox="1">
            <a:spLocks noChangeArrowheads="1"/>
          </p:cNvSpPr>
          <p:nvPr/>
        </p:nvSpPr>
        <p:spPr bwMode="auto">
          <a:xfrm>
            <a:off x="7496076" y="6050707"/>
            <a:ext cx="1513720" cy="85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s-MX"/>
              <a:t>Defensa </a:t>
            </a:r>
          </a:p>
          <a:p>
            <a:r>
              <a:rPr lang="es-MX"/>
              <a:t>antiaérea</a:t>
            </a:r>
          </a:p>
        </p:txBody>
      </p:sp>
    </p:spTree>
    <p:extLst>
      <p:ext uri="{BB962C8B-B14F-4D97-AF65-F5344CB8AC3E}">
        <p14:creationId xmlns:p14="http://schemas.microsoft.com/office/powerpoint/2010/main" val="18997524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99279" y="-19802"/>
            <a:ext cx="10191830" cy="1296195"/>
          </a:xfrm>
          <a:noFill/>
        </p:spPr>
        <p:txBody>
          <a:bodyPr/>
          <a:lstStyle/>
          <a:p>
            <a:r>
              <a:rPr lang="es-ES_tradnl" sz="3000" b="1" u="sng"/>
              <a:t>EJEMPLO COMPOSICIÓN DE LAS UNIDADES ORGANIZADAS PARA LA TAREA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4661" y="1247587"/>
            <a:ext cx="11022415" cy="5624041"/>
          </a:xfrm>
          <a:noFill/>
        </p:spPr>
        <p:txBody>
          <a:bodyPr/>
          <a:lstStyle/>
          <a:p>
            <a:pPr>
              <a:buFontTx/>
              <a:buNone/>
            </a:pPr>
            <a:endParaRPr lang="es-ES_tradnl" sz="3000" b="1">
              <a:solidFill>
                <a:schemeClr val="bg2"/>
              </a:solidFill>
            </a:endParaRPr>
          </a:p>
          <a:p>
            <a:pPr>
              <a:buFontTx/>
              <a:buNone/>
            </a:pPr>
            <a:r>
              <a:rPr lang="es-ES_tradnl" smtClean="0">
                <a:solidFill>
                  <a:schemeClr val="bg2"/>
                </a:solidFill>
              </a:rPr>
              <a:t>     </a:t>
            </a:r>
          </a:p>
        </p:txBody>
      </p:sp>
      <p:grpSp>
        <p:nvGrpSpPr>
          <p:cNvPr id="11268" name="Group 80"/>
          <p:cNvGrpSpPr>
            <a:grpSpLocks/>
          </p:cNvGrpSpPr>
          <p:nvPr/>
        </p:nvGrpSpPr>
        <p:grpSpPr bwMode="auto">
          <a:xfrm>
            <a:off x="4105043" y="5236984"/>
            <a:ext cx="4816972" cy="2325948"/>
            <a:chOff x="1972" y="2909"/>
            <a:chExt cx="2314" cy="1292"/>
          </a:xfrm>
        </p:grpSpPr>
        <p:sp>
          <p:nvSpPr>
            <p:cNvPr id="11318" name="Line 7"/>
            <p:cNvSpPr>
              <a:spLocks noChangeShapeType="1"/>
            </p:cNvSpPr>
            <p:nvPr/>
          </p:nvSpPr>
          <p:spPr bwMode="auto">
            <a:xfrm>
              <a:off x="3198" y="3022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1319" name="Group 75"/>
            <p:cNvGrpSpPr>
              <a:grpSpLocks/>
            </p:cNvGrpSpPr>
            <p:nvPr/>
          </p:nvGrpSpPr>
          <p:grpSpPr bwMode="auto">
            <a:xfrm>
              <a:off x="1972" y="2909"/>
              <a:ext cx="2314" cy="1292"/>
              <a:chOff x="792" y="1468"/>
              <a:chExt cx="816" cy="714"/>
            </a:xfrm>
          </p:grpSpPr>
          <p:grpSp>
            <p:nvGrpSpPr>
              <p:cNvPr id="11320" name="Group 12"/>
              <p:cNvGrpSpPr>
                <a:grpSpLocks/>
              </p:cNvGrpSpPr>
              <p:nvPr/>
            </p:nvGrpSpPr>
            <p:grpSpPr bwMode="auto">
              <a:xfrm>
                <a:off x="1224" y="2040"/>
                <a:ext cx="288" cy="102"/>
                <a:chOff x="1152" y="2400"/>
                <a:chExt cx="288" cy="96"/>
              </a:xfrm>
            </p:grpSpPr>
            <p:sp>
              <p:nvSpPr>
                <p:cNvPr id="11330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24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331" name="Line 14"/>
                <p:cNvSpPr>
                  <a:spLocks noChangeShapeType="1"/>
                </p:cNvSpPr>
                <p:nvPr/>
              </p:nvSpPr>
              <p:spPr bwMode="auto">
                <a:xfrm>
                  <a:off x="1152" y="2400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332" name="Line 15"/>
                <p:cNvSpPr>
                  <a:spLocks noChangeShapeType="1"/>
                </p:cNvSpPr>
                <p:nvPr/>
              </p:nvSpPr>
              <p:spPr bwMode="auto">
                <a:xfrm>
                  <a:off x="1296" y="24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333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440" y="240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1321" name="Group 74"/>
              <p:cNvGrpSpPr>
                <a:grpSpLocks/>
              </p:cNvGrpSpPr>
              <p:nvPr/>
            </p:nvGrpSpPr>
            <p:grpSpPr bwMode="auto">
              <a:xfrm>
                <a:off x="792" y="1468"/>
                <a:ext cx="816" cy="714"/>
                <a:chOff x="792" y="1500"/>
                <a:chExt cx="816" cy="714"/>
              </a:xfrm>
            </p:grpSpPr>
            <p:sp>
              <p:nvSpPr>
                <p:cNvPr id="11322" name="Rectangle 5"/>
                <p:cNvSpPr>
                  <a:spLocks noChangeArrowheads="1"/>
                </p:cNvSpPr>
                <p:nvPr/>
              </p:nvSpPr>
              <p:spPr bwMode="auto">
                <a:xfrm>
                  <a:off x="792" y="1704"/>
                  <a:ext cx="816" cy="51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1323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1128" y="1560"/>
                  <a:ext cx="1" cy="15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324" name="Rectangle 8"/>
                <p:cNvSpPr>
                  <a:spLocks noChangeArrowheads="1"/>
                </p:cNvSpPr>
                <p:nvPr/>
              </p:nvSpPr>
              <p:spPr bwMode="auto">
                <a:xfrm>
                  <a:off x="1032" y="1500"/>
                  <a:ext cx="288" cy="20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1325" name="Rectangle 9"/>
                <p:cNvSpPr>
                  <a:spLocks noChangeArrowheads="1"/>
                </p:cNvSpPr>
                <p:nvPr/>
              </p:nvSpPr>
              <p:spPr bwMode="auto">
                <a:xfrm>
                  <a:off x="888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1326" name="Rectangle 10"/>
                <p:cNvSpPr>
                  <a:spLocks noChangeArrowheads="1"/>
                </p:cNvSpPr>
                <p:nvPr/>
              </p:nvSpPr>
              <p:spPr bwMode="auto">
                <a:xfrm>
                  <a:off x="1272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1327" name="AutoShape 11"/>
                <p:cNvSpPr>
                  <a:spLocks noChangeArrowheads="1"/>
                </p:cNvSpPr>
                <p:nvPr/>
              </p:nvSpPr>
              <p:spPr bwMode="auto">
                <a:xfrm>
                  <a:off x="888" y="1944"/>
                  <a:ext cx="144" cy="153"/>
                </a:xfrm>
                <a:prstGeom prst="flowChartExtract">
                  <a:avLst/>
                </a:prstGeom>
                <a:solidFill>
                  <a:schemeClr val="bg2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1328" name="Oval 18"/>
                <p:cNvSpPr>
                  <a:spLocks noChangeArrowheads="1"/>
                </p:cNvSpPr>
                <p:nvPr/>
              </p:nvSpPr>
              <p:spPr bwMode="auto">
                <a:xfrm>
                  <a:off x="1292" y="194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1329" name="Oval 19"/>
                <p:cNvSpPr>
                  <a:spLocks noChangeArrowheads="1"/>
                </p:cNvSpPr>
                <p:nvPr/>
              </p:nvSpPr>
              <p:spPr bwMode="auto">
                <a:xfrm>
                  <a:off x="1383" y="194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</p:grpSp>
      </p:grpSp>
      <p:grpSp>
        <p:nvGrpSpPr>
          <p:cNvPr id="11269" name="Group 70"/>
          <p:cNvGrpSpPr>
            <a:grpSpLocks/>
          </p:cNvGrpSpPr>
          <p:nvPr/>
        </p:nvGrpSpPr>
        <p:grpSpPr bwMode="auto">
          <a:xfrm>
            <a:off x="2974700" y="1193581"/>
            <a:ext cx="6621774" cy="3085661"/>
            <a:chOff x="2184" y="890"/>
            <a:chExt cx="3181" cy="1714"/>
          </a:xfrm>
        </p:grpSpPr>
        <p:grpSp>
          <p:nvGrpSpPr>
            <p:cNvPr id="11273" name="Group 69"/>
            <p:cNvGrpSpPr>
              <a:grpSpLocks/>
            </p:cNvGrpSpPr>
            <p:nvPr/>
          </p:nvGrpSpPr>
          <p:grpSpPr bwMode="auto">
            <a:xfrm>
              <a:off x="2184" y="2076"/>
              <a:ext cx="864" cy="528"/>
              <a:chOff x="2184" y="2076"/>
              <a:chExt cx="864" cy="528"/>
            </a:xfrm>
          </p:grpSpPr>
          <p:sp>
            <p:nvSpPr>
              <p:cNvPr id="11310" name="Line 21"/>
              <p:cNvSpPr>
                <a:spLocks noChangeShapeType="1"/>
              </p:cNvSpPr>
              <p:nvPr/>
            </p:nvSpPr>
            <p:spPr bwMode="auto">
              <a:xfrm>
                <a:off x="2184" y="2076"/>
                <a:ext cx="72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11311" name="Line 22"/>
              <p:cNvSpPr>
                <a:spLocks noChangeShapeType="1"/>
              </p:cNvSpPr>
              <p:nvPr/>
            </p:nvSpPr>
            <p:spPr bwMode="auto">
              <a:xfrm>
                <a:off x="2952" y="217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11312" name="Line 23"/>
              <p:cNvSpPr>
                <a:spLocks noChangeShapeType="1"/>
              </p:cNvSpPr>
              <p:nvPr/>
            </p:nvSpPr>
            <p:spPr bwMode="auto">
              <a:xfrm>
                <a:off x="2280" y="25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11313" name="Line 24"/>
              <p:cNvSpPr>
                <a:spLocks noChangeShapeType="1"/>
              </p:cNvSpPr>
              <p:nvPr/>
            </p:nvSpPr>
            <p:spPr bwMode="auto">
              <a:xfrm>
                <a:off x="2904" y="2508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11314" name="Line 25"/>
              <p:cNvSpPr>
                <a:spLocks noChangeShapeType="1"/>
              </p:cNvSpPr>
              <p:nvPr/>
            </p:nvSpPr>
            <p:spPr bwMode="auto">
              <a:xfrm flipV="1">
                <a:off x="2280" y="2508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11315" name="Line 26"/>
              <p:cNvSpPr>
                <a:spLocks noChangeShapeType="1"/>
              </p:cNvSpPr>
              <p:nvPr/>
            </p:nvSpPr>
            <p:spPr bwMode="auto">
              <a:xfrm flipH="1">
                <a:off x="2952" y="2172"/>
                <a:ext cx="96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11316" name="Line 34"/>
              <p:cNvSpPr>
                <a:spLocks noChangeShapeType="1"/>
              </p:cNvSpPr>
              <p:nvPr/>
            </p:nvSpPr>
            <p:spPr bwMode="auto">
              <a:xfrm flipV="1">
                <a:off x="2197" y="2076"/>
                <a:ext cx="768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11317" name="Oval 35"/>
              <p:cNvSpPr>
                <a:spLocks noChangeArrowheads="1"/>
              </p:cNvSpPr>
              <p:nvPr/>
            </p:nvSpPr>
            <p:spPr bwMode="auto">
              <a:xfrm>
                <a:off x="2341" y="2172"/>
                <a:ext cx="432" cy="24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11274" name="Group 68"/>
            <p:cNvGrpSpPr>
              <a:grpSpLocks/>
            </p:cNvGrpSpPr>
            <p:nvPr/>
          </p:nvGrpSpPr>
          <p:grpSpPr bwMode="auto">
            <a:xfrm>
              <a:off x="2197" y="890"/>
              <a:ext cx="3168" cy="1714"/>
              <a:chOff x="2197" y="890"/>
              <a:chExt cx="3168" cy="1714"/>
            </a:xfrm>
          </p:grpSpPr>
          <p:grpSp>
            <p:nvGrpSpPr>
              <p:cNvPr id="11275" name="Group 47"/>
              <p:cNvGrpSpPr>
                <a:grpSpLocks/>
              </p:cNvGrpSpPr>
              <p:nvPr/>
            </p:nvGrpSpPr>
            <p:grpSpPr bwMode="auto">
              <a:xfrm>
                <a:off x="2197" y="2076"/>
                <a:ext cx="864" cy="528"/>
                <a:chOff x="2112" y="2880"/>
                <a:chExt cx="864" cy="528"/>
              </a:xfrm>
            </p:grpSpPr>
            <p:sp>
              <p:nvSpPr>
                <p:cNvPr id="11307" name="Rectangle 48"/>
                <p:cNvSpPr>
                  <a:spLocks noChangeArrowheads="1"/>
                </p:cNvSpPr>
                <p:nvPr/>
              </p:nvSpPr>
              <p:spPr bwMode="auto">
                <a:xfrm>
                  <a:off x="2112" y="2880"/>
                  <a:ext cx="768" cy="43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1308" name="Line 49"/>
                <p:cNvSpPr>
                  <a:spLocks noChangeShapeType="1"/>
                </p:cNvSpPr>
                <p:nvPr/>
              </p:nvSpPr>
              <p:spPr bwMode="auto">
                <a:xfrm>
                  <a:off x="2208" y="3408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309" name="Line 50"/>
                <p:cNvSpPr>
                  <a:spLocks noChangeShapeType="1"/>
                </p:cNvSpPr>
                <p:nvPr/>
              </p:nvSpPr>
              <p:spPr bwMode="auto">
                <a:xfrm>
                  <a:off x="2976" y="2976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1276" name="Group 67"/>
              <p:cNvGrpSpPr>
                <a:grpSpLocks/>
              </p:cNvGrpSpPr>
              <p:nvPr/>
            </p:nvGrpSpPr>
            <p:grpSpPr bwMode="auto">
              <a:xfrm>
                <a:off x="2568" y="890"/>
                <a:ext cx="2797" cy="1666"/>
                <a:chOff x="2568" y="890"/>
                <a:chExt cx="2797" cy="1666"/>
              </a:xfrm>
            </p:grpSpPr>
            <p:grpSp>
              <p:nvGrpSpPr>
                <p:cNvPr id="11277" name="Group 66"/>
                <p:cNvGrpSpPr>
                  <a:grpSpLocks/>
                </p:cNvGrpSpPr>
                <p:nvPr/>
              </p:nvGrpSpPr>
              <p:grpSpPr bwMode="auto">
                <a:xfrm>
                  <a:off x="2581" y="890"/>
                  <a:ext cx="2784" cy="1666"/>
                  <a:chOff x="2581" y="890"/>
                  <a:chExt cx="2784" cy="1666"/>
                </a:xfrm>
              </p:grpSpPr>
              <p:sp>
                <p:nvSpPr>
                  <p:cNvPr id="11281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685" y="1692"/>
                    <a:ext cx="0" cy="9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  <p:grpSp>
                <p:nvGrpSpPr>
                  <p:cNvPr id="11282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2581" y="890"/>
                    <a:ext cx="2784" cy="1666"/>
                    <a:chOff x="2581" y="890"/>
                    <a:chExt cx="2784" cy="1666"/>
                  </a:xfrm>
                </p:grpSpPr>
                <p:grpSp>
                  <p:nvGrpSpPr>
                    <p:cNvPr id="11283" name="Group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53" y="890"/>
                      <a:ext cx="864" cy="768"/>
                      <a:chOff x="2928" y="1776"/>
                      <a:chExt cx="864" cy="768"/>
                    </a:xfrm>
                  </p:grpSpPr>
                  <p:sp>
                    <p:nvSpPr>
                      <p:cNvPr id="11300" name="Rectangle 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2016"/>
                        <a:ext cx="864" cy="52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301" name="Oval 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20" y="2160"/>
                        <a:ext cx="480" cy="240"/>
                      </a:xfrm>
                      <a:prstGeom prst="ellips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302" name="Line 4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28" y="2016"/>
                        <a:ext cx="816" cy="528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BO"/>
                      </a:p>
                    </p:txBody>
                  </p:sp>
                  <p:sp>
                    <p:nvSpPr>
                      <p:cNvPr id="11303" name="Line 42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928" y="2016"/>
                        <a:ext cx="864" cy="528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BO"/>
                      </a:p>
                    </p:txBody>
                  </p:sp>
                  <p:sp>
                    <p:nvSpPr>
                      <p:cNvPr id="11304" name="Rectangle 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1776"/>
                        <a:ext cx="384" cy="24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305" name="Line 4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12" y="1824"/>
                        <a:ext cx="0" cy="192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BO"/>
                      </a:p>
                    </p:txBody>
                  </p:sp>
                  <p:sp>
                    <p:nvSpPr>
                      <p:cNvPr id="11306" name="Line 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08" y="1824"/>
                        <a:ext cx="0" cy="192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BO"/>
                      </a:p>
                    </p:txBody>
                  </p:sp>
                </p:grpSp>
                <p:sp>
                  <p:nvSpPr>
                    <p:cNvPr id="11284" name="Line 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81" y="1932"/>
                      <a:ext cx="0" cy="14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grpSp>
                  <p:nvGrpSpPr>
                    <p:cNvPr id="11285" name="Group 5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01" y="1932"/>
                      <a:ext cx="816" cy="624"/>
                      <a:chOff x="3312" y="2736"/>
                      <a:chExt cx="816" cy="624"/>
                    </a:xfrm>
                  </p:grpSpPr>
                  <p:sp>
                    <p:nvSpPr>
                      <p:cNvPr id="11297" name="Rectangle 5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12" y="2880"/>
                        <a:ext cx="816" cy="48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298" name="Oval 5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3024"/>
                        <a:ext cx="480" cy="240"/>
                      </a:xfrm>
                      <a:prstGeom prst="ellips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299" name="Line 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96" y="2736"/>
                        <a:ext cx="0" cy="144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BO"/>
                      </a:p>
                    </p:txBody>
                  </p:sp>
                </p:grpSp>
                <p:grpSp>
                  <p:nvGrpSpPr>
                    <p:cNvPr id="11286" name="Group 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97" y="1932"/>
                      <a:ext cx="768" cy="624"/>
                      <a:chOff x="4597" y="1932"/>
                      <a:chExt cx="768" cy="624"/>
                    </a:xfrm>
                  </p:grpSpPr>
                  <p:grpSp>
                    <p:nvGrpSpPr>
                      <p:cNvPr id="11288" name="Group 2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24" y="2268"/>
                        <a:ext cx="288" cy="96"/>
                        <a:chOff x="1152" y="2400"/>
                        <a:chExt cx="288" cy="96"/>
                      </a:xfrm>
                    </p:grpSpPr>
                    <p:sp>
                      <p:nvSpPr>
                        <p:cNvPr id="11293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52" y="2400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s-BO"/>
                        </a:p>
                      </p:txBody>
                    </p:sp>
                    <p:sp>
                      <p:nvSpPr>
                        <p:cNvPr id="11294" name="Line 2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152" y="2400"/>
                          <a:ext cx="288" cy="0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s-BO"/>
                        </a:p>
                      </p:txBody>
                    </p:sp>
                    <p:sp>
                      <p:nvSpPr>
                        <p:cNvPr id="11295" name="Line 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96" y="2400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s-BO"/>
                        </a:p>
                      </p:txBody>
                    </p:sp>
                    <p:sp>
                      <p:nvSpPr>
                        <p:cNvPr id="11296" name="Line 3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440" y="2400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s-BO"/>
                        </a:p>
                      </p:txBody>
                    </p:sp>
                  </p:grpSp>
                  <p:sp>
                    <p:nvSpPr>
                      <p:cNvPr id="11289" name="Oval 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80" y="2172"/>
                        <a:ext cx="576" cy="288"/>
                      </a:xfrm>
                      <a:prstGeom prst="ellips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290" name="Oval 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33" y="1932"/>
                        <a:ext cx="48" cy="48"/>
                      </a:xfrm>
                      <a:prstGeom prst="ellipse">
                        <a:avLst/>
                      </a:prstGeom>
                      <a:solidFill>
                        <a:schemeClr val="bg2"/>
                      </a:solidFill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291" name="Oval 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77" y="1932"/>
                        <a:ext cx="48" cy="48"/>
                      </a:xfrm>
                      <a:prstGeom prst="ellipse">
                        <a:avLst/>
                      </a:prstGeom>
                      <a:solidFill>
                        <a:schemeClr val="bg2"/>
                      </a:solidFill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  <p:sp>
                    <p:nvSpPr>
                      <p:cNvPr id="11292" name="Rectangle 5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597" y="2076"/>
                        <a:ext cx="768" cy="48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s-ES"/>
                      </a:p>
                    </p:txBody>
                  </p:sp>
                </p:grpSp>
                <p:sp>
                  <p:nvSpPr>
                    <p:cNvPr id="11287" name="Line 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81" y="1788"/>
                      <a:ext cx="2400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</p:grpSp>
            <p:sp>
              <p:nvSpPr>
                <p:cNvPr id="11278" name="Line 59"/>
                <p:cNvSpPr>
                  <a:spLocks noChangeShapeType="1"/>
                </p:cNvSpPr>
                <p:nvPr/>
              </p:nvSpPr>
              <p:spPr bwMode="auto">
                <a:xfrm>
                  <a:off x="2568" y="1788"/>
                  <a:ext cx="0" cy="4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279" name="Line 60"/>
                <p:cNvSpPr>
                  <a:spLocks noChangeShapeType="1"/>
                </p:cNvSpPr>
                <p:nvPr/>
              </p:nvSpPr>
              <p:spPr bwMode="auto">
                <a:xfrm>
                  <a:off x="4968" y="1788"/>
                  <a:ext cx="0" cy="4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280" name="Line 61"/>
                <p:cNvSpPr>
                  <a:spLocks noChangeShapeType="1"/>
                </p:cNvSpPr>
                <p:nvPr/>
              </p:nvSpPr>
              <p:spPr bwMode="auto">
                <a:xfrm>
                  <a:off x="3672" y="1788"/>
                  <a:ext cx="0" cy="4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</p:grpSp>
      </p:grpSp>
      <p:sp>
        <p:nvSpPr>
          <p:cNvPr id="11270" name="AutoShape 77"/>
          <p:cNvSpPr>
            <a:spLocks noChangeArrowheads="1"/>
          </p:cNvSpPr>
          <p:nvPr/>
        </p:nvSpPr>
        <p:spPr bwMode="auto">
          <a:xfrm>
            <a:off x="1180306" y="1766066"/>
            <a:ext cx="1794395" cy="4491671"/>
          </a:xfrm>
          <a:prstGeom prst="curvedRightArrow">
            <a:avLst>
              <a:gd name="adj1" fmla="val 57889"/>
              <a:gd name="adj2" fmla="val 11577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12953" tIns="56477" rIns="112953" bIns="56477" anchor="ctr"/>
          <a:lstStyle/>
          <a:p>
            <a:endParaRPr lang="es-ES"/>
          </a:p>
        </p:txBody>
      </p:sp>
      <p:sp>
        <p:nvSpPr>
          <p:cNvPr id="11271" name="Rectangle 78"/>
          <p:cNvSpPr>
            <a:spLocks noChangeArrowheads="1"/>
          </p:cNvSpPr>
          <p:nvPr/>
        </p:nvSpPr>
        <p:spPr bwMode="auto">
          <a:xfrm>
            <a:off x="2" y="5910285"/>
            <a:ext cx="4109206" cy="126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53" tIns="56477" rIns="112953" bIns="56477">
            <a:spAutoFit/>
          </a:bodyPr>
          <a:lstStyle/>
          <a:p>
            <a:pPr algn="l"/>
            <a:r>
              <a:rPr lang="es-MX" sz="2500" b="1"/>
              <a:t>Presentan la composición un escalón más abajo que la organización de pertenencia</a:t>
            </a:r>
          </a:p>
        </p:txBody>
      </p:sp>
      <p:sp>
        <p:nvSpPr>
          <p:cNvPr id="11272" name="Text Box 79"/>
          <p:cNvSpPr txBox="1">
            <a:spLocks noChangeArrowheads="1"/>
          </p:cNvSpPr>
          <p:nvPr/>
        </p:nvSpPr>
        <p:spPr bwMode="auto">
          <a:xfrm>
            <a:off x="518335" y="5388207"/>
            <a:ext cx="1273979" cy="65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53" tIns="56477" rIns="112953" bIns="564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" sz="3500"/>
              <a:t>OJO</a:t>
            </a:r>
          </a:p>
        </p:txBody>
      </p:sp>
    </p:spTree>
    <p:extLst>
      <p:ext uri="{BB962C8B-B14F-4D97-AF65-F5344CB8AC3E}">
        <p14:creationId xmlns:p14="http://schemas.microsoft.com/office/powerpoint/2010/main" val="351036340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99279" y="64810"/>
            <a:ext cx="10191830" cy="1296194"/>
          </a:xfrm>
          <a:noFill/>
        </p:spPr>
        <p:txBody>
          <a:bodyPr/>
          <a:lstStyle/>
          <a:p>
            <a:r>
              <a:rPr lang="es-ES_tradnl" sz="4900"/>
              <a:t>OTRO EJEMPLO</a:t>
            </a:r>
          </a:p>
        </p:txBody>
      </p:sp>
      <p:pic>
        <p:nvPicPr>
          <p:cNvPr id="12291" name="Picture 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42" t="57666" r="48241" b="29333"/>
          <a:stretch>
            <a:fillRect/>
          </a:stretch>
        </p:blipFill>
        <p:spPr bwMode="auto">
          <a:xfrm>
            <a:off x="4483905" y="1683252"/>
            <a:ext cx="3705363" cy="1863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5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30" t="27077" r="24001" b="56000"/>
          <a:stretch>
            <a:fillRect/>
          </a:stretch>
        </p:blipFill>
        <p:spPr bwMode="auto">
          <a:xfrm>
            <a:off x="5097292" y="4612290"/>
            <a:ext cx="3778222" cy="207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AutoShape 60"/>
          <p:cNvSpPr>
            <a:spLocks noChangeArrowheads="1"/>
          </p:cNvSpPr>
          <p:nvPr/>
        </p:nvSpPr>
        <p:spPr bwMode="auto">
          <a:xfrm>
            <a:off x="2123300" y="2091915"/>
            <a:ext cx="1794395" cy="4491672"/>
          </a:xfrm>
          <a:prstGeom prst="curvedRightArrow">
            <a:avLst>
              <a:gd name="adj1" fmla="val 57889"/>
              <a:gd name="adj2" fmla="val 11577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12953" tIns="56477" rIns="112953" bIns="56477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67460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is imágenes\mapa pap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0" y="458900"/>
            <a:ext cx="11637730" cy="777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3" name="1052 Rectángulo"/>
          <p:cNvSpPr/>
          <p:nvPr/>
        </p:nvSpPr>
        <p:spPr>
          <a:xfrm>
            <a:off x="3737565" y="50605"/>
            <a:ext cx="4779352" cy="729606"/>
          </a:xfrm>
          <a:prstGeom prst="rect">
            <a:avLst/>
          </a:prstGeom>
          <a:noFill/>
        </p:spPr>
        <p:txBody>
          <a:bodyPr wrap="none" lIns="112950" tIns="56475" rIns="112950" bIns="56475">
            <a:spAutoFit/>
          </a:bodyPr>
          <a:lstStyle/>
          <a:p>
            <a:pPr algn="ctr" defTabSz="1129503"/>
            <a:r>
              <a:rPr lang="es-ES" sz="4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CROQUIS JENECHERÚ</a:t>
            </a:r>
          </a:p>
        </p:txBody>
      </p:sp>
      <p:sp>
        <p:nvSpPr>
          <p:cNvPr id="1054" name="1053 CuadroTexto"/>
          <p:cNvSpPr txBox="1"/>
          <p:nvPr/>
        </p:nvSpPr>
        <p:spPr>
          <a:xfrm>
            <a:off x="518660" y="382182"/>
            <a:ext cx="2738267" cy="329497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1400" b="1" dirty="0">
                <a:solidFill>
                  <a:prstClr val="black"/>
                </a:solidFill>
              </a:rPr>
              <a:t>ESC.       1:30.000 APROX.</a:t>
            </a:r>
          </a:p>
        </p:txBody>
      </p:sp>
      <p:sp>
        <p:nvSpPr>
          <p:cNvPr id="229" name="228 CuadroTexto"/>
          <p:cNvSpPr txBox="1"/>
          <p:nvPr/>
        </p:nvSpPr>
        <p:spPr>
          <a:xfrm>
            <a:off x="9016731" y="377241"/>
            <a:ext cx="2738267" cy="283330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1100" b="1" dirty="0">
                <a:solidFill>
                  <a:prstClr val="black"/>
                </a:solidFill>
              </a:rPr>
              <a:t>SOLO PARA FINES ACADÉMICOS</a:t>
            </a:r>
          </a:p>
        </p:txBody>
      </p:sp>
    </p:spTree>
    <p:extLst>
      <p:ext uri="{BB962C8B-B14F-4D97-AF65-F5344CB8AC3E}">
        <p14:creationId xmlns:p14="http://schemas.microsoft.com/office/powerpoint/2010/main" val="113848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21 Grupo"/>
          <p:cNvGrpSpPr/>
          <p:nvPr/>
        </p:nvGrpSpPr>
        <p:grpSpPr>
          <a:xfrm>
            <a:off x="3540196" y="213923"/>
            <a:ext cx="283269" cy="326636"/>
            <a:chOff x="2915816" y="332656"/>
            <a:chExt cx="216024" cy="288032"/>
          </a:xfrm>
        </p:grpSpPr>
        <p:sp>
          <p:nvSpPr>
            <p:cNvPr id="4" name="3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" name="2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4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8" name="7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9" name="8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23" name="22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24 Grupo"/>
          <p:cNvGrpSpPr/>
          <p:nvPr/>
        </p:nvGrpSpPr>
        <p:grpSpPr>
          <a:xfrm>
            <a:off x="2638120" y="1279629"/>
            <a:ext cx="283269" cy="326636"/>
            <a:chOff x="2915816" y="332656"/>
            <a:chExt cx="216024" cy="288032"/>
          </a:xfrm>
        </p:grpSpPr>
        <p:sp>
          <p:nvSpPr>
            <p:cNvPr id="26" name="25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27" name="26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27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29" name="28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0" name="29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1" name="30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31 Grupo"/>
          <p:cNvGrpSpPr/>
          <p:nvPr/>
        </p:nvGrpSpPr>
        <p:grpSpPr>
          <a:xfrm>
            <a:off x="1953288" y="1986358"/>
            <a:ext cx="283269" cy="326636"/>
            <a:chOff x="2915816" y="332656"/>
            <a:chExt cx="216024" cy="288032"/>
          </a:xfrm>
        </p:grpSpPr>
        <p:sp>
          <p:nvSpPr>
            <p:cNvPr id="33" name="32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4" name="33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34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6" name="35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7" name="36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8" name="37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38 Grupo"/>
          <p:cNvGrpSpPr/>
          <p:nvPr/>
        </p:nvGrpSpPr>
        <p:grpSpPr>
          <a:xfrm>
            <a:off x="1272376" y="2827014"/>
            <a:ext cx="283269" cy="326636"/>
            <a:chOff x="2915816" y="332656"/>
            <a:chExt cx="216024" cy="288032"/>
          </a:xfrm>
        </p:grpSpPr>
        <p:sp>
          <p:nvSpPr>
            <p:cNvPr id="40" name="39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1" name="40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41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43" name="42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44" name="43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5" name="44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45 Grupo"/>
          <p:cNvGrpSpPr/>
          <p:nvPr/>
        </p:nvGrpSpPr>
        <p:grpSpPr>
          <a:xfrm>
            <a:off x="1058553" y="4419366"/>
            <a:ext cx="283269" cy="326636"/>
            <a:chOff x="2915816" y="332656"/>
            <a:chExt cx="216024" cy="288032"/>
          </a:xfrm>
        </p:grpSpPr>
        <p:sp>
          <p:nvSpPr>
            <p:cNvPr id="47" name="46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8" name="47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48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0" name="49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1" name="50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2" name="51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52 Grupo"/>
          <p:cNvGrpSpPr/>
          <p:nvPr/>
        </p:nvGrpSpPr>
        <p:grpSpPr>
          <a:xfrm>
            <a:off x="1303758" y="5358445"/>
            <a:ext cx="283269" cy="326636"/>
            <a:chOff x="2915816" y="332656"/>
            <a:chExt cx="216024" cy="288032"/>
          </a:xfrm>
        </p:grpSpPr>
        <p:sp>
          <p:nvSpPr>
            <p:cNvPr id="54" name="53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5" name="54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55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7" name="56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8" name="57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9" name="58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83 Grupo"/>
          <p:cNvGrpSpPr/>
          <p:nvPr/>
        </p:nvGrpSpPr>
        <p:grpSpPr>
          <a:xfrm>
            <a:off x="1274044" y="3481554"/>
            <a:ext cx="283269" cy="325371"/>
            <a:chOff x="172281" y="4388926"/>
            <a:chExt cx="216024" cy="286916"/>
          </a:xfrm>
        </p:grpSpPr>
        <p:sp>
          <p:nvSpPr>
            <p:cNvPr id="76" name="75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77" name="76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77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78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68 Grupo"/>
          <p:cNvGrpSpPr/>
          <p:nvPr/>
        </p:nvGrpSpPr>
        <p:grpSpPr>
          <a:xfrm>
            <a:off x="1123973" y="462616"/>
            <a:ext cx="283269" cy="325371"/>
            <a:chOff x="179512" y="3661678"/>
            <a:chExt cx="216024" cy="286916"/>
          </a:xfrm>
        </p:grpSpPr>
        <p:sp>
          <p:nvSpPr>
            <p:cNvPr id="61" name="60 Rombo"/>
            <p:cNvSpPr/>
            <p:nvPr/>
          </p:nvSpPr>
          <p:spPr>
            <a:xfrm>
              <a:off x="179512" y="373257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62" name="61 Conector recto"/>
            <p:cNvCxnSpPr/>
            <p:nvPr/>
          </p:nvCxnSpPr>
          <p:spPr>
            <a:xfrm flipH="1">
              <a:off x="232472" y="379029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65 Conector recto"/>
            <p:cNvCxnSpPr/>
            <p:nvPr/>
          </p:nvCxnSpPr>
          <p:spPr>
            <a:xfrm rot="16200000" flipH="1">
              <a:off x="236957" y="379267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"/>
            <p:cNvCxnSpPr/>
            <p:nvPr/>
          </p:nvCxnSpPr>
          <p:spPr>
            <a:xfrm flipV="1">
              <a:off x="287524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79 Conector recto"/>
            <p:cNvCxnSpPr/>
            <p:nvPr/>
          </p:nvCxnSpPr>
          <p:spPr>
            <a:xfrm flipV="1">
              <a:off x="306427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80 Conector recto"/>
            <p:cNvCxnSpPr/>
            <p:nvPr/>
          </p:nvCxnSpPr>
          <p:spPr>
            <a:xfrm flipV="1">
              <a:off x="269605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85 Grupo"/>
          <p:cNvGrpSpPr/>
          <p:nvPr/>
        </p:nvGrpSpPr>
        <p:grpSpPr>
          <a:xfrm>
            <a:off x="2506534" y="867198"/>
            <a:ext cx="283269" cy="325371"/>
            <a:chOff x="172281" y="4388926"/>
            <a:chExt cx="216024" cy="286916"/>
          </a:xfrm>
        </p:grpSpPr>
        <p:sp>
          <p:nvSpPr>
            <p:cNvPr id="87" name="86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88" name="87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88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89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90 Grupo"/>
          <p:cNvGrpSpPr/>
          <p:nvPr/>
        </p:nvGrpSpPr>
        <p:grpSpPr>
          <a:xfrm>
            <a:off x="1070657" y="1739331"/>
            <a:ext cx="283269" cy="325371"/>
            <a:chOff x="172281" y="4388926"/>
            <a:chExt cx="216024" cy="286916"/>
          </a:xfrm>
        </p:grpSpPr>
        <p:sp>
          <p:nvSpPr>
            <p:cNvPr id="92" name="91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93" name="92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93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94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103 Grupo"/>
          <p:cNvGrpSpPr/>
          <p:nvPr/>
        </p:nvGrpSpPr>
        <p:grpSpPr>
          <a:xfrm>
            <a:off x="4295803" y="213923"/>
            <a:ext cx="283269" cy="326636"/>
            <a:chOff x="3068216" y="28942"/>
            <a:chExt cx="216024" cy="288032"/>
          </a:xfrm>
        </p:grpSpPr>
        <p:sp>
          <p:nvSpPr>
            <p:cNvPr id="99" name="98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97" name="96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98" name="97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101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105 Grupo"/>
          <p:cNvGrpSpPr/>
          <p:nvPr/>
        </p:nvGrpSpPr>
        <p:grpSpPr>
          <a:xfrm>
            <a:off x="3323442" y="543643"/>
            <a:ext cx="283269" cy="326636"/>
            <a:chOff x="3068216" y="28942"/>
            <a:chExt cx="216024" cy="288032"/>
          </a:xfrm>
        </p:grpSpPr>
        <p:sp>
          <p:nvSpPr>
            <p:cNvPr id="107" name="10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08" name="10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09" name="10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10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110 Grupo"/>
          <p:cNvGrpSpPr/>
          <p:nvPr/>
        </p:nvGrpSpPr>
        <p:grpSpPr>
          <a:xfrm>
            <a:off x="3294873" y="948855"/>
            <a:ext cx="283269" cy="326636"/>
            <a:chOff x="3068216" y="28942"/>
            <a:chExt cx="216024" cy="288032"/>
          </a:xfrm>
        </p:grpSpPr>
        <p:sp>
          <p:nvSpPr>
            <p:cNvPr id="112" name="11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13" name="11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14" name="11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11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115 Grupo"/>
          <p:cNvGrpSpPr/>
          <p:nvPr/>
        </p:nvGrpSpPr>
        <p:grpSpPr>
          <a:xfrm>
            <a:off x="2644000" y="1667103"/>
            <a:ext cx="283269" cy="326636"/>
            <a:chOff x="3068216" y="28942"/>
            <a:chExt cx="216024" cy="288032"/>
          </a:xfrm>
        </p:grpSpPr>
        <p:sp>
          <p:nvSpPr>
            <p:cNvPr id="117" name="11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18" name="11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19" name="11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11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120 Grupo"/>
          <p:cNvGrpSpPr/>
          <p:nvPr/>
        </p:nvGrpSpPr>
        <p:grpSpPr>
          <a:xfrm>
            <a:off x="2599967" y="2012855"/>
            <a:ext cx="283269" cy="326636"/>
            <a:chOff x="3068216" y="28942"/>
            <a:chExt cx="216024" cy="288032"/>
          </a:xfrm>
        </p:grpSpPr>
        <p:sp>
          <p:nvSpPr>
            <p:cNvPr id="122" name="12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23" name="12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24" name="12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12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125 Grupo"/>
          <p:cNvGrpSpPr/>
          <p:nvPr/>
        </p:nvGrpSpPr>
        <p:grpSpPr>
          <a:xfrm>
            <a:off x="2053717" y="2335498"/>
            <a:ext cx="283269" cy="326636"/>
            <a:chOff x="3068216" y="28942"/>
            <a:chExt cx="216024" cy="288032"/>
          </a:xfrm>
        </p:grpSpPr>
        <p:sp>
          <p:nvSpPr>
            <p:cNvPr id="127" name="12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28" name="12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29" name="12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12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130 Grupo"/>
          <p:cNvGrpSpPr/>
          <p:nvPr/>
        </p:nvGrpSpPr>
        <p:grpSpPr>
          <a:xfrm>
            <a:off x="2082686" y="2908673"/>
            <a:ext cx="283269" cy="326636"/>
            <a:chOff x="3068216" y="28942"/>
            <a:chExt cx="216024" cy="288032"/>
          </a:xfrm>
        </p:grpSpPr>
        <p:sp>
          <p:nvSpPr>
            <p:cNvPr id="132" name="13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33" name="13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34" name="13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13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135 Grupo"/>
          <p:cNvGrpSpPr/>
          <p:nvPr/>
        </p:nvGrpSpPr>
        <p:grpSpPr>
          <a:xfrm>
            <a:off x="1972698" y="3480286"/>
            <a:ext cx="283269" cy="326636"/>
            <a:chOff x="3068216" y="28942"/>
            <a:chExt cx="216024" cy="288032"/>
          </a:xfrm>
        </p:grpSpPr>
        <p:sp>
          <p:nvSpPr>
            <p:cNvPr id="137" name="13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38" name="13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39" name="13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13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140 Grupo"/>
          <p:cNvGrpSpPr/>
          <p:nvPr/>
        </p:nvGrpSpPr>
        <p:grpSpPr>
          <a:xfrm>
            <a:off x="1495561" y="4150958"/>
            <a:ext cx="283269" cy="326636"/>
            <a:chOff x="3068216" y="28942"/>
            <a:chExt cx="216024" cy="288032"/>
          </a:xfrm>
        </p:grpSpPr>
        <p:sp>
          <p:nvSpPr>
            <p:cNvPr id="142" name="14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43" name="14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44" name="14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14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145 Grupo"/>
          <p:cNvGrpSpPr/>
          <p:nvPr/>
        </p:nvGrpSpPr>
        <p:grpSpPr>
          <a:xfrm>
            <a:off x="1353926" y="4786832"/>
            <a:ext cx="283269" cy="326636"/>
            <a:chOff x="3068216" y="28942"/>
            <a:chExt cx="216024" cy="288032"/>
          </a:xfrm>
        </p:grpSpPr>
        <p:sp>
          <p:nvSpPr>
            <p:cNvPr id="147" name="14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48" name="14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49" name="14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14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150 Grupo"/>
          <p:cNvGrpSpPr/>
          <p:nvPr/>
        </p:nvGrpSpPr>
        <p:grpSpPr>
          <a:xfrm>
            <a:off x="1644376" y="5015681"/>
            <a:ext cx="283269" cy="326636"/>
            <a:chOff x="3068216" y="28942"/>
            <a:chExt cx="216024" cy="288032"/>
          </a:xfrm>
        </p:grpSpPr>
        <p:sp>
          <p:nvSpPr>
            <p:cNvPr id="152" name="15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53" name="15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54" name="15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15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155 Grupo"/>
          <p:cNvGrpSpPr/>
          <p:nvPr/>
        </p:nvGrpSpPr>
        <p:grpSpPr>
          <a:xfrm>
            <a:off x="2126306" y="5256182"/>
            <a:ext cx="283269" cy="326636"/>
            <a:chOff x="3068216" y="28942"/>
            <a:chExt cx="216024" cy="288032"/>
          </a:xfrm>
        </p:grpSpPr>
        <p:sp>
          <p:nvSpPr>
            <p:cNvPr id="157" name="15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58" name="15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59" name="15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15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160 Grupo"/>
          <p:cNvGrpSpPr/>
          <p:nvPr/>
        </p:nvGrpSpPr>
        <p:grpSpPr>
          <a:xfrm>
            <a:off x="1719701" y="5533182"/>
            <a:ext cx="283269" cy="326636"/>
            <a:chOff x="3068216" y="28942"/>
            <a:chExt cx="216024" cy="288032"/>
          </a:xfrm>
        </p:grpSpPr>
        <p:sp>
          <p:nvSpPr>
            <p:cNvPr id="162" name="16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63" name="16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64" name="16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16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4" name="1023 Conector recto"/>
          <p:cNvCxnSpPr/>
          <p:nvPr/>
        </p:nvCxnSpPr>
        <p:spPr>
          <a:xfrm>
            <a:off x="1062619" y="1941211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167 Conector recto"/>
          <p:cNvCxnSpPr/>
          <p:nvPr/>
        </p:nvCxnSpPr>
        <p:spPr>
          <a:xfrm>
            <a:off x="1113138" y="659228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168 Conector recto"/>
          <p:cNvCxnSpPr/>
          <p:nvPr/>
        </p:nvCxnSpPr>
        <p:spPr>
          <a:xfrm>
            <a:off x="2501543" y="1070739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1026 Conector recto"/>
          <p:cNvCxnSpPr/>
          <p:nvPr/>
        </p:nvCxnSpPr>
        <p:spPr>
          <a:xfrm>
            <a:off x="2272441" y="1165373"/>
            <a:ext cx="234093" cy="2250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171 Conector recto"/>
          <p:cNvCxnSpPr/>
          <p:nvPr/>
        </p:nvCxnSpPr>
        <p:spPr>
          <a:xfrm>
            <a:off x="1267440" y="3675740"/>
            <a:ext cx="4137" cy="418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172 Conector recto"/>
          <p:cNvCxnSpPr/>
          <p:nvPr/>
        </p:nvCxnSpPr>
        <p:spPr>
          <a:xfrm flipV="1">
            <a:off x="1206341" y="4094361"/>
            <a:ext cx="69157" cy="1084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180 Conector recto"/>
          <p:cNvCxnSpPr/>
          <p:nvPr/>
        </p:nvCxnSpPr>
        <p:spPr>
          <a:xfrm flipH="1">
            <a:off x="1058555" y="1780161"/>
            <a:ext cx="610024" cy="4807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1036 CuadroTexto"/>
          <p:cNvSpPr txBox="1"/>
          <p:nvPr/>
        </p:nvSpPr>
        <p:spPr>
          <a:xfrm>
            <a:off x="456019" y="603820"/>
            <a:ext cx="655267" cy="221775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700" b="1" dirty="0">
                <a:solidFill>
                  <a:prstClr val="black"/>
                </a:solidFill>
              </a:rPr>
              <a:t>A 800 M.</a:t>
            </a:r>
          </a:p>
        </p:txBody>
      </p:sp>
      <p:cxnSp>
        <p:nvCxnSpPr>
          <p:cNvPr id="185" name="184 Conector recto"/>
          <p:cNvCxnSpPr/>
          <p:nvPr/>
        </p:nvCxnSpPr>
        <p:spPr>
          <a:xfrm>
            <a:off x="896352" y="754698"/>
            <a:ext cx="214933" cy="220080"/>
          </a:xfrm>
          <a:prstGeom prst="line">
            <a:avLst/>
          </a:prstGeom>
          <a:ln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1" name="190 Grupo"/>
          <p:cNvGrpSpPr/>
          <p:nvPr/>
        </p:nvGrpSpPr>
        <p:grpSpPr>
          <a:xfrm>
            <a:off x="3569312" y="1859045"/>
            <a:ext cx="283269" cy="326636"/>
            <a:chOff x="3068216" y="28942"/>
            <a:chExt cx="216024" cy="288032"/>
          </a:xfrm>
        </p:grpSpPr>
        <p:sp>
          <p:nvSpPr>
            <p:cNvPr id="192" name="19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93" name="19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94" name="19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19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195 Grupo"/>
          <p:cNvGrpSpPr/>
          <p:nvPr/>
        </p:nvGrpSpPr>
        <p:grpSpPr>
          <a:xfrm>
            <a:off x="2305481" y="4069299"/>
            <a:ext cx="283269" cy="326636"/>
            <a:chOff x="3068216" y="28942"/>
            <a:chExt cx="216024" cy="288032"/>
          </a:xfrm>
        </p:grpSpPr>
        <p:sp>
          <p:nvSpPr>
            <p:cNvPr id="197" name="19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98" name="19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99" name="19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19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174 Grupo"/>
          <p:cNvGrpSpPr/>
          <p:nvPr/>
        </p:nvGrpSpPr>
        <p:grpSpPr>
          <a:xfrm>
            <a:off x="9893103" y="680510"/>
            <a:ext cx="789462" cy="653401"/>
            <a:chOff x="7544588" y="600080"/>
            <a:chExt cx="602052" cy="576177"/>
          </a:xfrm>
        </p:grpSpPr>
        <p:cxnSp>
          <p:nvCxnSpPr>
            <p:cNvPr id="176" name="175 Conector recto"/>
            <p:cNvCxnSpPr/>
            <p:nvPr/>
          </p:nvCxnSpPr>
          <p:spPr>
            <a:xfrm>
              <a:off x="7740352" y="759318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176 Conector recto"/>
            <p:cNvCxnSpPr/>
            <p:nvPr/>
          </p:nvCxnSpPr>
          <p:spPr>
            <a:xfrm rot="16200000">
              <a:off x="7753058" y="728587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177 CuadroTexto"/>
            <p:cNvSpPr txBox="1"/>
            <p:nvPr/>
          </p:nvSpPr>
          <p:spPr>
            <a:xfrm>
              <a:off x="8007399" y="867989"/>
              <a:ext cx="139241" cy="149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srgbClr val="002060"/>
                  </a:solidFill>
                </a:rPr>
                <a:t>77</a:t>
              </a:r>
            </a:p>
          </p:txBody>
        </p:sp>
        <p:sp>
          <p:nvSpPr>
            <p:cNvPr id="179" name="178 CuadroTexto"/>
            <p:cNvSpPr txBox="1"/>
            <p:nvPr/>
          </p:nvSpPr>
          <p:spPr>
            <a:xfrm>
              <a:off x="7675695" y="600080"/>
              <a:ext cx="139241" cy="149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srgbClr val="002060"/>
                  </a:solidFill>
                </a:rPr>
                <a:t>94</a:t>
              </a:r>
            </a:p>
          </p:txBody>
        </p:sp>
      </p:grpSp>
      <p:grpSp>
        <p:nvGrpSpPr>
          <p:cNvPr id="180" name="179 Grupo"/>
          <p:cNvGrpSpPr/>
          <p:nvPr/>
        </p:nvGrpSpPr>
        <p:grpSpPr>
          <a:xfrm>
            <a:off x="1337575" y="6052482"/>
            <a:ext cx="755519" cy="653401"/>
            <a:chOff x="7385360" y="600080"/>
            <a:chExt cx="576167" cy="576177"/>
          </a:xfrm>
        </p:grpSpPr>
        <p:cxnSp>
          <p:nvCxnSpPr>
            <p:cNvPr id="182" name="181 Conector recto"/>
            <p:cNvCxnSpPr/>
            <p:nvPr/>
          </p:nvCxnSpPr>
          <p:spPr>
            <a:xfrm>
              <a:off x="7740352" y="759318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182 Conector recto"/>
            <p:cNvCxnSpPr/>
            <p:nvPr/>
          </p:nvCxnSpPr>
          <p:spPr>
            <a:xfrm rot="16200000">
              <a:off x="7753058" y="728587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183 CuadroTexto"/>
            <p:cNvSpPr txBox="1"/>
            <p:nvPr/>
          </p:nvSpPr>
          <p:spPr>
            <a:xfrm>
              <a:off x="7385360" y="867989"/>
              <a:ext cx="139241" cy="149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67</a:t>
              </a:r>
            </a:p>
          </p:txBody>
        </p:sp>
        <p:sp>
          <p:nvSpPr>
            <p:cNvPr id="186" name="185 CuadroTexto"/>
            <p:cNvSpPr txBox="1"/>
            <p:nvPr/>
          </p:nvSpPr>
          <p:spPr>
            <a:xfrm>
              <a:off x="7675695" y="600080"/>
              <a:ext cx="139241" cy="149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84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30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1042 Forma libre"/>
          <p:cNvSpPr/>
          <p:nvPr/>
        </p:nvSpPr>
        <p:spPr>
          <a:xfrm>
            <a:off x="3753513" y="78902"/>
            <a:ext cx="7659091" cy="2378082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0906" h="2097023">
                <a:moveTo>
                  <a:pt x="0" y="0"/>
                </a:moveTo>
                <a:cubicBezTo>
                  <a:pt x="477078" y="295689"/>
                  <a:pt x="954157" y="591378"/>
                  <a:pt x="1451113" y="725556"/>
                </a:cubicBezTo>
                <a:cubicBezTo>
                  <a:pt x="1948070" y="859734"/>
                  <a:pt x="2521226" y="727212"/>
                  <a:pt x="2981739" y="805069"/>
                </a:cubicBezTo>
                <a:cubicBezTo>
                  <a:pt x="3442252" y="882926"/>
                  <a:pt x="3761961" y="990600"/>
                  <a:pt x="4214191" y="1192696"/>
                </a:cubicBezTo>
                <a:cubicBezTo>
                  <a:pt x="4666421" y="1394792"/>
                  <a:pt x="5446643" y="1880152"/>
                  <a:pt x="5695121" y="2017643"/>
                </a:cubicBezTo>
                <a:cubicBezTo>
                  <a:pt x="5943599" y="2155134"/>
                  <a:pt x="5824329" y="2086388"/>
                  <a:pt x="5705060" y="2017643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2" name="201 Forma libre"/>
          <p:cNvSpPr/>
          <p:nvPr/>
        </p:nvSpPr>
        <p:spPr>
          <a:xfrm>
            <a:off x="1003820" y="2291245"/>
            <a:ext cx="9966210" cy="2972845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3051313 w 5840906"/>
              <a:gd name="connsiteY2" fmla="*/ 1073426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6473"/>
              <a:gd name="connsiteY0" fmla="*/ 0 h 2075253"/>
              <a:gd name="connsiteX1" fmla="*/ 1451113 w 5846473"/>
              <a:gd name="connsiteY1" fmla="*/ 725556 h 2075253"/>
              <a:gd name="connsiteX2" fmla="*/ 3051313 w 5846473"/>
              <a:gd name="connsiteY2" fmla="*/ 1073426 h 2075253"/>
              <a:gd name="connsiteX3" fmla="*/ 4134678 w 5846473"/>
              <a:gd name="connsiteY3" fmla="*/ 1510748 h 2075253"/>
              <a:gd name="connsiteX4" fmla="*/ 5695121 w 5846473"/>
              <a:gd name="connsiteY4" fmla="*/ 2017643 h 2075253"/>
              <a:gd name="connsiteX5" fmla="*/ 5705060 w 5846473"/>
              <a:gd name="connsiteY5" fmla="*/ 2017643 h 2075253"/>
              <a:gd name="connsiteX0" fmla="*/ 0 w 7600472"/>
              <a:gd name="connsiteY0" fmla="*/ 0 h 2620659"/>
              <a:gd name="connsiteX1" fmla="*/ 1451113 w 7600472"/>
              <a:gd name="connsiteY1" fmla="*/ 725556 h 2620659"/>
              <a:gd name="connsiteX2" fmla="*/ 3051313 w 7600472"/>
              <a:gd name="connsiteY2" fmla="*/ 1073426 h 2620659"/>
              <a:gd name="connsiteX3" fmla="*/ 4134678 w 7600472"/>
              <a:gd name="connsiteY3" fmla="*/ 1510748 h 2620659"/>
              <a:gd name="connsiteX4" fmla="*/ 5695121 w 7600472"/>
              <a:gd name="connsiteY4" fmla="*/ 2017643 h 2620659"/>
              <a:gd name="connsiteX5" fmla="*/ 7593494 w 7600472"/>
              <a:gd name="connsiteY5" fmla="*/ 2613991 h 2620659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0340" h="2621492">
                <a:moveTo>
                  <a:pt x="0" y="0"/>
                </a:moveTo>
                <a:cubicBezTo>
                  <a:pt x="477078" y="295689"/>
                  <a:pt x="942561" y="546652"/>
                  <a:pt x="1451113" y="725556"/>
                </a:cubicBezTo>
                <a:cubicBezTo>
                  <a:pt x="1959665" y="904460"/>
                  <a:pt x="2604052" y="942561"/>
                  <a:pt x="3051313" y="1073426"/>
                </a:cubicBezTo>
                <a:cubicBezTo>
                  <a:pt x="3498574" y="1204291"/>
                  <a:pt x="3699013" y="1343439"/>
                  <a:pt x="4134678" y="1510748"/>
                </a:cubicBezTo>
                <a:cubicBezTo>
                  <a:pt x="4570343" y="1678057"/>
                  <a:pt x="5088834" y="1893404"/>
                  <a:pt x="5665303" y="2077278"/>
                </a:cubicBezTo>
                <a:cubicBezTo>
                  <a:pt x="6241772" y="2261152"/>
                  <a:pt x="7712763" y="2682736"/>
                  <a:pt x="7593494" y="2613991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3" name="202 Forma libre"/>
          <p:cNvSpPr/>
          <p:nvPr/>
        </p:nvSpPr>
        <p:spPr>
          <a:xfrm>
            <a:off x="801931" y="5440103"/>
            <a:ext cx="7780717" cy="1972468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3051313 w 5840906"/>
              <a:gd name="connsiteY2" fmla="*/ 1073426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6473"/>
              <a:gd name="connsiteY0" fmla="*/ 0 h 2075253"/>
              <a:gd name="connsiteX1" fmla="*/ 1451113 w 5846473"/>
              <a:gd name="connsiteY1" fmla="*/ 725556 h 2075253"/>
              <a:gd name="connsiteX2" fmla="*/ 3051313 w 5846473"/>
              <a:gd name="connsiteY2" fmla="*/ 1073426 h 2075253"/>
              <a:gd name="connsiteX3" fmla="*/ 4134678 w 5846473"/>
              <a:gd name="connsiteY3" fmla="*/ 1510748 h 2075253"/>
              <a:gd name="connsiteX4" fmla="*/ 5695121 w 5846473"/>
              <a:gd name="connsiteY4" fmla="*/ 2017643 h 2075253"/>
              <a:gd name="connsiteX5" fmla="*/ 5705060 w 5846473"/>
              <a:gd name="connsiteY5" fmla="*/ 2017643 h 2075253"/>
              <a:gd name="connsiteX0" fmla="*/ 0 w 7600472"/>
              <a:gd name="connsiteY0" fmla="*/ 0 h 2620659"/>
              <a:gd name="connsiteX1" fmla="*/ 1451113 w 7600472"/>
              <a:gd name="connsiteY1" fmla="*/ 725556 h 2620659"/>
              <a:gd name="connsiteX2" fmla="*/ 3051313 w 7600472"/>
              <a:gd name="connsiteY2" fmla="*/ 1073426 h 2620659"/>
              <a:gd name="connsiteX3" fmla="*/ 4134678 w 7600472"/>
              <a:gd name="connsiteY3" fmla="*/ 1510748 h 2620659"/>
              <a:gd name="connsiteX4" fmla="*/ 5695121 w 7600472"/>
              <a:gd name="connsiteY4" fmla="*/ 2017643 h 2620659"/>
              <a:gd name="connsiteX5" fmla="*/ 7593494 w 7600472"/>
              <a:gd name="connsiteY5" fmla="*/ 2613991 h 2620659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  <a:gd name="connsiteX0" fmla="*/ 0 w 5665303"/>
              <a:gd name="connsiteY0" fmla="*/ 0 h 2077278"/>
              <a:gd name="connsiteX1" fmla="*/ 1451113 w 5665303"/>
              <a:gd name="connsiteY1" fmla="*/ 725556 h 2077278"/>
              <a:gd name="connsiteX2" fmla="*/ 3051313 w 5665303"/>
              <a:gd name="connsiteY2" fmla="*/ 1073426 h 2077278"/>
              <a:gd name="connsiteX3" fmla="*/ 4134678 w 5665303"/>
              <a:gd name="connsiteY3" fmla="*/ 1510748 h 2077278"/>
              <a:gd name="connsiteX4" fmla="*/ 5665303 w 5665303"/>
              <a:gd name="connsiteY4" fmla="*/ 2077278 h 2077278"/>
              <a:gd name="connsiteX0" fmla="*/ 0 w 5933659"/>
              <a:gd name="connsiteY0" fmla="*/ 0 h 1739347"/>
              <a:gd name="connsiteX1" fmla="*/ 1451113 w 5933659"/>
              <a:gd name="connsiteY1" fmla="*/ 725556 h 1739347"/>
              <a:gd name="connsiteX2" fmla="*/ 3051313 w 5933659"/>
              <a:gd name="connsiteY2" fmla="*/ 1073426 h 1739347"/>
              <a:gd name="connsiteX3" fmla="*/ 4134678 w 5933659"/>
              <a:gd name="connsiteY3" fmla="*/ 1510748 h 1739347"/>
              <a:gd name="connsiteX4" fmla="*/ 5933659 w 5933659"/>
              <a:gd name="connsiteY4" fmla="*/ 1739347 h 1739347"/>
              <a:gd name="connsiteX0" fmla="*/ 0 w 5933659"/>
              <a:gd name="connsiteY0" fmla="*/ 0 h 1739347"/>
              <a:gd name="connsiteX1" fmla="*/ 1451113 w 5933659"/>
              <a:gd name="connsiteY1" fmla="*/ 725556 h 1739347"/>
              <a:gd name="connsiteX2" fmla="*/ 3051313 w 5933659"/>
              <a:gd name="connsiteY2" fmla="*/ 1073426 h 1739347"/>
              <a:gd name="connsiteX3" fmla="*/ 4263887 w 5933659"/>
              <a:gd name="connsiteY3" fmla="*/ 1292087 h 1739347"/>
              <a:gd name="connsiteX4" fmla="*/ 5933659 w 5933659"/>
              <a:gd name="connsiteY4" fmla="*/ 1739347 h 173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3659" h="1739347">
                <a:moveTo>
                  <a:pt x="0" y="0"/>
                </a:moveTo>
                <a:cubicBezTo>
                  <a:pt x="477078" y="295689"/>
                  <a:pt x="942561" y="546652"/>
                  <a:pt x="1451113" y="725556"/>
                </a:cubicBezTo>
                <a:cubicBezTo>
                  <a:pt x="1959665" y="904460"/>
                  <a:pt x="2582517" y="979004"/>
                  <a:pt x="3051313" y="1073426"/>
                </a:cubicBezTo>
                <a:cubicBezTo>
                  <a:pt x="3520109" y="1167848"/>
                  <a:pt x="3783496" y="1181100"/>
                  <a:pt x="4263887" y="1292087"/>
                </a:cubicBezTo>
                <a:cubicBezTo>
                  <a:pt x="4744278" y="1403074"/>
                  <a:pt x="5357190" y="1555473"/>
                  <a:pt x="5933659" y="173934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1046" name="1045 Forma libre"/>
          <p:cNvSpPr/>
          <p:nvPr/>
        </p:nvSpPr>
        <p:spPr>
          <a:xfrm>
            <a:off x="3127930" y="541021"/>
            <a:ext cx="2802101" cy="6661309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6913" h="5874026">
                <a:moveTo>
                  <a:pt x="2136913" y="0"/>
                </a:moveTo>
                <a:cubicBezTo>
                  <a:pt x="2082248" y="81998"/>
                  <a:pt x="2027583" y="163996"/>
                  <a:pt x="1948070" y="337931"/>
                </a:cubicBezTo>
                <a:cubicBezTo>
                  <a:pt x="1868557" y="511866"/>
                  <a:pt x="1769165" y="819979"/>
                  <a:pt x="1659835" y="1043609"/>
                </a:cubicBezTo>
                <a:cubicBezTo>
                  <a:pt x="1550505" y="1267239"/>
                  <a:pt x="1396448" y="1427922"/>
                  <a:pt x="1292087" y="1679713"/>
                </a:cubicBezTo>
                <a:cubicBezTo>
                  <a:pt x="1187726" y="1931504"/>
                  <a:pt x="1149627" y="2170044"/>
                  <a:pt x="1033670" y="2554357"/>
                </a:cubicBezTo>
                <a:cubicBezTo>
                  <a:pt x="917713" y="2938670"/>
                  <a:pt x="768626" y="3432314"/>
                  <a:pt x="596348" y="3985592"/>
                </a:cubicBezTo>
                <a:cubicBezTo>
                  <a:pt x="424070" y="4538870"/>
                  <a:pt x="119269" y="5499652"/>
                  <a:pt x="0" y="5874026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7" name="206 Forma libre"/>
          <p:cNvSpPr/>
          <p:nvPr/>
        </p:nvSpPr>
        <p:spPr>
          <a:xfrm>
            <a:off x="5458181" y="713848"/>
            <a:ext cx="2489308" cy="6785293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795130 w 1898373"/>
              <a:gd name="connsiteY4" fmla="*/ 2554357 h 5983357"/>
              <a:gd name="connsiteX5" fmla="*/ 357808 w 1898373"/>
              <a:gd name="connsiteY5" fmla="*/ 3985592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795130 w 1898373"/>
              <a:gd name="connsiteY4" fmla="*/ 2554357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894521 w 1898373"/>
              <a:gd name="connsiteY4" fmla="*/ 2584174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242391 w 1898373"/>
              <a:gd name="connsiteY3" fmla="*/ 1739348 h 5983357"/>
              <a:gd name="connsiteX4" fmla="*/ 894521 w 1898373"/>
              <a:gd name="connsiteY4" fmla="*/ 2584174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8373" h="5983357">
                <a:moveTo>
                  <a:pt x="1898373" y="0"/>
                </a:moveTo>
                <a:cubicBezTo>
                  <a:pt x="1843708" y="81998"/>
                  <a:pt x="1789043" y="163996"/>
                  <a:pt x="1709530" y="337931"/>
                </a:cubicBezTo>
                <a:cubicBezTo>
                  <a:pt x="1630017" y="511866"/>
                  <a:pt x="1499152" y="810039"/>
                  <a:pt x="1421295" y="1043609"/>
                </a:cubicBezTo>
                <a:cubicBezTo>
                  <a:pt x="1343438" y="1277179"/>
                  <a:pt x="1330187" y="1482587"/>
                  <a:pt x="1242391" y="1739348"/>
                </a:cubicBezTo>
                <a:cubicBezTo>
                  <a:pt x="1154595" y="1996109"/>
                  <a:pt x="1017104" y="2203174"/>
                  <a:pt x="894521" y="2584174"/>
                </a:cubicBezTo>
                <a:cubicBezTo>
                  <a:pt x="771938" y="2965174"/>
                  <a:pt x="655982" y="3458818"/>
                  <a:pt x="506895" y="4025348"/>
                </a:cubicBezTo>
                <a:cubicBezTo>
                  <a:pt x="357808" y="4591878"/>
                  <a:pt x="119269" y="5608983"/>
                  <a:pt x="0" y="598335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8" name="207 Forma libre"/>
          <p:cNvSpPr/>
          <p:nvPr/>
        </p:nvSpPr>
        <p:spPr>
          <a:xfrm>
            <a:off x="7041829" y="886672"/>
            <a:ext cx="2541440" cy="6638766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725556 w 2136913"/>
              <a:gd name="connsiteY5" fmla="*/ 4015410 h 5874026"/>
              <a:gd name="connsiteX6" fmla="*/ 0 w 2136913"/>
              <a:gd name="connsiteY6" fmla="*/ 5874026 h 5874026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725556 w 2136913"/>
              <a:gd name="connsiteY5" fmla="*/ 4015410 h 5874026"/>
              <a:gd name="connsiteX6" fmla="*/ 414400 w 2136913"/>
              <a:gd name="connsiteY6" fmla="*/ 5251175 h 5874026"/>
              <a:gd name="connsiteX7" fmla="*/ 0 w 2136913"/>
              <a:gd name="connsiteY7" fmla="*/ 5874026 h 5874026"/>
              <a:gd name="connsiteX0" fmla="*/ 1938130 w 1938130"/>
              <a:gd name="connsiteY0" fmla="*/ 0 h 5854147"/>
              <a:gd name="connsiteX1" fmla="*/ 1749287 w 1938130"/>
              <a:gd name="connsiteY1" fmla="*/ 337931 h 5854147"/>
              <a:gd name="connsiteX2" fmla="*/ 1461052 w 1938130"/>
              <a:gd name="connsiteY2" fmla="*/ 1043609 h 5854147"/>
              <a:gd name="connsiteX3" fmla="*/ 1093304 w 1938130"/>
              <a:gd name="connsiteY3" fmla="*/ 1679713 h 5854147"/>
              <a:gd name="connsiteX4" fmla="*/ 834887 w 1938130"/>
              <a:gd name="connsiteY4" fmla="*/ 2554357 h 5854147"/>
              <a:gd name="connsiteX5" fmla="*/ 526773 w 1938130"/>
              <a:gd name="connsiteY5" fmla="*/ 4015410 h 5854147"/>
              <a:gd name="connsiteX6" fmla="*/ 215617 w 1938130"/>
              <a:gd name="connsiteY6" fmla="*/ 5251175 h 5854147"/>
              <a:gd name="connsiteX7" fmla="*/ 0 w 1938130"/>
              <a:gd name="connsiteY7" fmla="*/ 5854147 h 585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8130" h="5854147">
                <a:moveTo>
                  <a:pt x="1938130" y="0"/>
                </a:moveTo>
                <a:cubicBezTo>
                  <a:pt x="1883465" y="81998"/>
                  <a:pt x="1828800" y="163996"/>
                  <a:pt x="1749287" y="337931"/>
                </a:cubicBezTo>
                <a:cubicBezTo>
                  <a:pt x="1669774" y="511866"/>
                  <a:pt x="1570382" y="819979"/>
                  <a:pt x="1461052" y="1043609"/>
                </a:cubicBezTo>
                <a:cubicBezTo>
                  <a:pt x="1351722" y="1267239"/>
                  <a:pt x="1197665" y="1427922"/>
                  <a:pt x="1093304" y="1679713"/>
                </a:cubicBezTo>
                <a:cubicBezTo>
                  <a:pt x="988943" y="1931504"/>
                  <a:pt x="929309" y="2165074"/>
                  <a:pt x="834887" y="2554357"/>
                </a:cubicBezTo>
                <a:cubicBezTo>
                  <a:pt x="740465" y="2943640"/>
                  <a:pt x="629985" y="3565940"/>
                  <a:pt x="526773" y="4015410"/>
                </a:cubicBezTo>
                <a:cubicBezTo>
                  <a:pt x="423561" y="4464880"/>
                  <a:pt x="336543" y="4941406"/>
                  <a:pt x="215617" y="5251175"/>
                </a:cubicBezTo>
                <a:cubicBezTo>
                  <a:pt x="94691" y="5560944"/>
                  <a:pt x="44219" y="5742056"/>
                  <a:pt x="0" y="585414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grpSp>
        <p:nvGrpSpPr>
          <p:cNvPr id="1051" name="1050 Grupo"/>
          <p:cNvGrpSpPr/>
          <p:nvPr/>
        </p:nvGrpSpPr>
        <p:grpSpPr>
          <a:xfrm>
            <a:off x="10433075" y="3159489"/>
            <a:ext cx="755384" cy="414681"/>
            <a:chOff x="7825410" y="2712633"/>
            <a:chExt cx="576064" cy="365671"/>
          </a:xfrm>
        </p:grpSpPr>
        <p:sp>
          <p:nvSpPr>
            <p:cNvPr id="210" name="209 Elipse"/>
            <p:cNvSpPr/>
            <p:nvPr/>
          </p:nvSpPr>
          <p:spPr>
            <a:xfrm>
              <a:off x="7825410" y="2712633"/>
              <a:ext cx="576064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048" name="1047 CuadroTexto"/>
            <p:cNvSpPr txBox="1"/>
            <p:nvPr/>
          </p:nvSpPr>
          <p:spPr>
            <a:xfrm>
              <a:off x="8009778" y="2929033"/>
              <a:ext cx="216024" cy="149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NZR</a:t>
              </a:r>
            </a:p>
          </p:txBody>
        </p:sp>
      </p:grpSp>
      <p:grpSp>
        <p:nvGrpSpPr>
          <p:cNvPr id="1052" name="1051 Grupo"/>
          <p:cNvGrpSpPr/>
          <p:nvPr/>
        </p:nvGrpSpPr>
        <p:grpSpPr>
          <a:xfrm>
            <a:off x="10149806" y="6501685"/>
            <a:ext cx="755384" cy="420511"/>
            <a:chOff x="7956376" y="5805264"/>
            <a:chExt cx="576064" cy="370812"/>
          </a:xfrm>
        </p:grpSpPr>
        <p:sp>
          <p:nvSpPr>
            <p:cNvPr id="1047" name="1046 Elipse"/>
            <p:cNvSpPr/>
            <p:nvPr/>
          </p:nvSpPr>
          <p:spPr>
            <a:xfrm>
              <a:off x="7956376" y="5805264"/>
              <a:ext cx="576064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212" name="211 CuadroTexto"/>
            <p:cNvSpPr txBox="1"/>
            <p:nvPr/>
          </p:nvSpPr>
          <p:spPr>
            <a:xfrm>
              <a:off x="8130686" y="6026805"/>
              <a:ext cx="216024" cy="149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NZR</a:t>
              </a:r>
            </a:p>
          </p:txBody>
        </p:sp>
      </p:grpSp>
      <p:sp>
        <p:nvSpPr>
          <p:cNvPr id="214" name="213 CuadroTexto"/>
          <p:cNvSpPr txBox="1"/>
          <p:nvPr/>
        </p:nvSpPr>
        <p:spPr>
          <a:xfrm rot="17901436">
            <a:off x="9270341" y="997947"/>
            <a:ext cx="61098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LP D(0400)</a:t>
            </a:r>
          </a:p>
        </p:txBody>
      </p:sp>
      <p:sp>
        <p:nvSpPr>
          <p:cNvPr id="215" name="214 CuadroTexto"/>
          <p:cNvSpPr txBox="1"/>
          <p:nvPr/>
        </p:nvSpPr>
        <p:spPr>
          <a:xfrm rot="17332151">
            <a:off x="7022944" y="7055166"/>
            <a:ext cx="61098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LP D(0400)</a:t>
            </a:r>
          </a:p>
        </p:txBody>
      </p:sp>
      <p:sp>
        <p:nvSpPr>
          <p:cNvPr id="216" name="215 CuadroTexto"/>
          <p:cNvSpPr txBox="1"/>
          <p:nvPr/>
        </p:nvSpPr>
        <p:spPr>
          <a:xfrm rot="17901436">
            <a:off x="5507052" y="3726570"/>
            <a:ext cx="114044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AT LOA </a:t>
            </a:r>
            <a:r>
              <a:rPr lang="es-ES" sz="1100" b="1" dirty="0">
                <a:solidFill>
                  <a:prstClr val="black"/>
                </a:solidFill>
              </a:rPr>
              <a:t>= </a:t>
            </a:r>
            <a:r>
              <a:rPr lang="es-ES" sz="1100" b="1" dirty="0" smtClean="0">
                <a:solidFill>
                  <a:prstClr val="black"/>
                </a:solidFill>
              </a:rPr>
              <a:t>AT SUCRE</a:t>
            </a:r>
            <a:endParaRPr lang="es-ES" sz="1100" b="1" dirty="0">
              <a:solidFill>
                <a:prstClr val="black"/>
              </a:solidFill>
            </a:endParaRPr>
          </a:p>
        </p:txBody>
      </p:sp>
      <p:sp>
        <p:nvSpPr>
          <p:cNvPr id="217" name="216 CuadroTexto"/>
          <p:cNvSpPr txBox="1"/>
          <p:nvPr/>
        </p:nvSpPr>
        <p:spPr>
          <a:xfrm rot="17901436">
            <a:off x="7697112" y="622051"/>
            <a:ext cx="476877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GRIS</a:t>
            </a:r>
          </a:p>
        </p:txBody>
      </p:sp>
      <p:sp>
        <p:nvSpPr>
          <p:cNvPr id="218" name="217 CuadroTexto"/>
          <p:cNvSpPr txBox="1"/>
          <p:nvPr/>
        </p:nvSpPr>
        <p:spPr>
          <a:xfrm rot="16925145">
            <a:off x="5369416" y="6994196"/>
            <a:ext cx="476877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GRIS</a:t>
            </a:r>
          </a:p>
        </p:txBody>
      </p:sp>
      <p:sp>
        <p:nvSpPr>
          <p:cNvPr id="219" name="218 CuadroTexto"/>
          <p:cNvSpPr txBox="1"/>
          <p:nvPr/>
        </p:nvSpPr>
        <p:spPr>
          <a:xfrm rot="17315848">
            <a:off x="3064281" y="6552674"/>
            <a:ext cx="47626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AZUL</a:t>
            </a:r>
          </a:p>
        </p:txBody>
      </p:sp>
      <p:sp>
        <p:nvSpPr>
          <p:cNvPr id="220" name="219 CuadroTexto"/>
          <p:cNvSpPr txBox="1"/>
          <p:nvPr/>
        </p:nvSpPr>
        <p:spPr>
          <a:xfrm rot="17315848">
            <a:off x="5574909" y="455099"/>
            <a:ext cx="47626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AZUL</a:t>
            </a:r>
          </a:p>
        </p:txBody>
      </p:sp>
      <p:sp>
        <p:nvSpPr>
          <p:cNvPr id="1049" name="1048 Elipse"/>
          <p:cNvSpPr/>
          <p:nvPr/>
        </p:nvSpPr>
        <p:spPr>
          <a:xfrm rot="2218078">
            <a:off x="2335595" y="94247"/>
            <a:ext cx="1341583" cy="26675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 dirty="0">
              <a:solidFill>
                <a:srgbClr val="002060"/>
              </a:solidFill>
            </a:endParaRPr>
          </a:p>
        </p:txBody>
      </p:sp>
      <p:sp>
        <p:nvSpPr>
          <p:cNvPr id="222" name="221 Elipse"/>
          <p:cNvSpPr/>
          <p:nvPr/>
        </p:nvSpPr>
        <p:spPr>
          <a:xfrm rot="361667">
            <a:off x="1599706" y="3065923"/>
            <a:ext cx="1341583" cy="27217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1050" name="1049 CuadroTexto"/>
          <p:cNvSpPr txBox="1"/>
          <p:nvPr/>
        </p:nvSpPr>
        <p:spPr>
          <a:xfrm>
            <a:off x="2430822" y="1141387"/>
            <a:ext cx="1045474" cy="791161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4400" dirty="0">
                <a:solidFill>
                  <a:prstClr val="black"/>
                </a:solidFill>
              </a:rPr>
              <a:t>O1</a:t>
            </a:r>
          </a:p>
        </p:txBody>
      </p:sp>
      <p:grpSp>
        <p:nvGrpSpPr>
          <p:cNvPr id="7" name="6 Grupo"/>
          <p:cNvGrpSpPr/>
          <p:nvPr/>
        </p:nvGrpSpPr>
        <p:grpSpPr>
          <a:xfrm>
            <a:off x="9893103" y="680510"/>
            <a:ext cx="789462" cy="653401"/>
            <a:chOff x="7544588" y="600080"/>
            <a:chExt cx="602052" cy="576177"/>
          </a:xfrm>
        </p:grpSpPr>
        <p:cxnSp>
          <p:nvCxnSpPr>
            <p:cNvPr id="6" name="5 Conector recto"/>
            <p:cNvCxnSpPr/>
            <p:nvPr/>
          </p:nvCxnSpPr>
          <p:spPr>
            <a:xfrm>
              <a:off x="7740352" y="759318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177 Conector recto"/>
            <p:cNvCxnSpPr/>
            <p:nvPr/>
          </p:nvCxnSpPr>
          <p:spPr>
            <a:xfrm rot="16200000">
              <a:off x="7753058" y="728587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178 CuadroTexto"/>
            <p:cNvSpPr txBox="1"/>
            <p:nvPr/>
          </p:nvSpPr>
          <p:spPr>
            <a:xfrm>
              <a:off x="8007399" y="867989"/>
              <a:ext cx="139241" cy="149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srgbClr val="002060"/>
                  </a:solidFill>
                </a:rPr>
                <a:t>77</a:t>
              </a:r>
            </a:p>
          </p:txBody>
        </p:sp>
        <p:sp>
          <p:nvSpPr>
            <p:cNvPr id="180" name="179 CuadroTexto"/>
            <p:cNvSpPr txBox="1"/>
            <p:nvPr/>
          </p:nvSpPr>
          <p:spPr>
            <a:xfrm>
              <a:off x="7675695" y="600080"/>
              <a:ext cx="139241" cy="149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srgbClr val="002060"/>
                  </a:solidFill>
                </a:rPr>
                <a:t>94</a:t>
              </a:r>
            </a:p>
          </p:txBody>
        </p:sp>
      </p:grpSp>
      <p:grpSp>
        <p:nvGrpSpPr>
          <p:cNvPr id="182" name="181 Grupo"/>
          <p:cNvGrpSpPr/>
          <p:nvPr/>
        </p:nvGrpSpPr>
        <p:grpSpPr>
          <a:xfrm>
            <a:off x="1337575" y="6052482"/>
            <a:ext cx="755519" cy="653401"/>
            <a:chOff x="7385360" y="600080"/>
            <a:chExt cx="576167" cy="576177"/>
          </a:xfrm>
        </p:grpSpPr>
        <p:cxnSp>
          <p:nvCxnSpPr>
            <p:cNvPr id="183" name="182 Conector recto"/>
            <p:cNvCxnSpPr/>
            <p:nvPr/>
          </p:nvCxnSpPr>
          <p:spPr>
            <a:xfrm>
              <a:off x="7740352" y="759318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183 Conector recto"/>
            <p:cNvCxnSpPr/>
            <p:nvPr/>
          </p:nvCxnSpPr>
          <p:spPr>
            <a:xfrm rot="16200000">
              <a:off x="7753058" y="728587"/>
              <a:ext cx="0" cy="416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185 CuadroTexto"/>
            <p:cNvSpPr txBox="1"/>
            <p:nvPr/>
          </p:nvSpPr>
          <p:spPr>
            <a:xfrm>
              <a:off x="7385360" y="867989"/>
              <a:ext cx="139241" cy="149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67</a:t>
              </a:r>
            </a:p>
          </p:txBody>
        </p:sp>
        <p:sp>
          <p:nvSpPr>
            <p:cNvPr id="187" name="186 CuadroTexto"/>
            <p:cNvSpPr txBox="1"/>
            <p:nvPr/>
          </p:nvSpPr>
          <p:spPr>
            <a:xfrm>
              <a:off x="7675695" y="600080"/>
              <a:ext cx="139241" cy="149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84</a:t>
              </a:r>
            </a:p>
          </p:txBody>
        </p:sp>
      </p:grpSp>
      <p:sp>
        <p:nvSpPr>
          <p:cNvPr id="188" name="187 CuadroTexto"/>
          <p:cNvSpPr txBox="1"/>
          <p:nvPr/>
        </p:nvSpPr>
        <p:spPr>
          <a:xfrm>
            <a:off x="1718284" y="4060302"/>
            <a:ext cx="1045474" cy="791161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4400" dirty="0">
                <a:solidFill>
                  <a:prstClr val="black"/>
                </a:solidFill>
              </a:rPr>
              <a:t>O2</a:t>
            </a:r>
          </a:p>
        </p:txBody>
      </p:sp>
      <p:grpSp>
        <p:nvGrpSpPr>
          <p:cNvPr id="36" name="Group 80"/>
          <p:cNvGrpSpPr>
            <a:grpSpLocks/>
          </p:cNvGrpSpPr>
          <p:nvPr/>
        </p:nvGrpSpPr>
        <p:grpSpPr bwMode="auto">
          <a:xfrm>
            <a:off x="9091538" y="2808461"/>
            <a:ext cx="692911" cy="486131"/>
            <a:chOff x="1972" y="2909"/>
            <a:chExt cx="2314" cy="1292"/>
          </a:xfrm>
        </p:grpSpPr>
        <p:sp>
          <p:nvSpPr>
            <p:cNvPr id="37" name="Line 7"/>
            <p:cNvSpPr>
              <a:spLocks noChangeShapeType="1"/>
            </p:cNvSpPr>
            <p:nvPr/>
          </p:nvSpPr>
          <p:spPr bwMode="auto">
            <a:xfrm>
              <a:off x="3198" y="2990"/>
              <a:ext cx="0" cy="27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38" name="Group 75"/>
            <p:cNvGrpSpPr>
              <a:grpSpLocks/>
            </p:cNvGrpSpPr>
            <p:nvPr/>
          </p:nvGrpSpPr>
          <p:grpSpPr bwMode="auto">
            <a:xfrm>
              <a:off x="1972" y="2909"/>
              <a:ext cx="2314" cy="1292"/>
              <a:chOff x="792" y="1468"/>
              <a:chExt cx="816" cy="714"/>
            </a:xfrm>
          </p:grpSpPr>
          <p:grpSp>
            <p:nvGrpSpPr>
              <p:cNvPr id="39" name="Group 12"/>
              <p:cNvGrpSpPr>
                <a:grpSpLocks/>
              </p:cNvGrpSpPr>
              <p:nvPr/>
            </p:nvGrpSpPr>
            <p:grpSpPr bwMode="auto">
              <a:xfrm>
                <a:off x="1224" y="2040"/>
                <a:ext cx="288" cy="102"/>
                <a:chOff x="1152" y="2400"/>
                <a:chExt cx="288" cy="96"/>
              </a:xfrm>
            </p:grpSpPr>
            <p:sp>
              <p:nvSpPr>
                <p:cNvPr id="4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50" name="Line 14"/>
                <p:cNvSpPr>
                  <a:spLocks noChangeShapeType="1"/>
                </p:cNvSpPr>
                <p:nvPr/>
              </p:nvSpPr>
              <p:spPr bwMode="auto">
                <a:xfrm>
                  <a:off x="1152" y="2400"/>
                  <a:ext cx="288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51" name="Line 15"/>
                <p:cNvSpPr>
                  <a:spLocks noChangeShapeType="1"/>
                </p:cNvSpPr>
                <p:nvPr/>
              </p:nvSpPr>
              <p:spPr bwMode="auto">
                <a:xfrm>
                  <a:off x="1296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52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440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40" name="Group 74"/>
              <p:cNvGrpSpPr>
                <a:grpSpLocks/>
              </p:cNvGrpSpPr>
              <p:nvPr/>
            </p:nvGrpSpPr>
            <p:grpSpPr bwMode="auto">
              <a:xfrm>
                <a:off x="792" y="1468"/>
                <a:ext cx="816" cy="714"/>
                <a:chOff x="792" y="1500"/>
                <a:chExt cx="816" cy="714"/>
              </a:xfrm>
            </p:grpSpPr>
            <p:sp>
              <p:nvSpPr>
                <p:cNvPr id="41" name="Rectangle 5"/>
                <p:cNvSpPr>
                  <a:spLocks noChangeArrowheads="1"/>
                </p:cNvSpPr>
                <p:nvPr/>
              </p:nvSpPr>
              <p:spPr bwMode="auto">
                <a:xfrm>
                  <a:off x="792" y="1704"/>
                  <a:ext cx="816" cy="510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2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1128" y="1545"/>
                  <a:ext cx="1" cy="15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43" name="Rectangle 8"/>
                <p:cNvSpPr>
                  <a:spLocks noChangeArrowheads="1"/>
                </p:cNvSpPr>
                <p:nvPr/>
              </p:nvSpPr>
              <p:spPr bwMode="auto">
                <a:xfrm>
                  <a:off x="1032" y="1500"/>
                  <a:ext cx="288" cy="204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" name="Rectangle 9"/>
                <p:cNvSpPr>
                  <a:spLocks noChangeArrowheads="1"/>
                </p:cNvSpPr>
                <p:nvPr/>
              </p:nvSpPr>
              <p:spPr bwMode="auto">
                <a:xfrm>
                  <a:off x="888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5" name="Rectangle 10"/>
                <p:cNvSpPr>
                  <a:spLocks noChangeArrowheads="1"/>
                </p:cNvSpPr>
                <p:nvPr/>
              </p:nvSpPr>
              <p:spPr bwMode="auto">
                <a:xfrm>
                  <a:off x="1272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7" name="Oval 18"/>
                <p:cNvSpPr>
                  <a:spLocks noChangeArrowheads="1"/>
                </p:cNvSpPr>
                <p:nvPr/>
              </p:nvSpPr>
              <p:spPr bwMode="auto">
                <a:xfrm>
                  <a:off x="1304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8" name="Oval 19"/>
                <p:cNvSpPr>
                  <a:spLocks noChangeArrowheads="1"/>
                </p:cNvSpPr>
                <p:nvPr/>
              </p:nvSpPr>
              <p:spPr bwMode="auto">
                <a:xfrm>
                  <a:off x="1395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5" name="4 Forma libre"/>
          <p:cNvSpPr/>
          <p:nvPr/>
        </p:nvSpPr>
        <p:spPr>
          <a:xfrm>
            <a:off x="3161211" y="5146766"/>
            <a:ext cx="8020595" cy="2037805"/>
          </a:xfrm>
          <a:custGeom>
            <a:avLst/>
            <a:gdLst>
              <a:gd name="connsiteX0" fmla="*/ 0 w 8020595"/>
              <a:gd name="connsiteY0" fmla="*/ 0 h 2037805"/>
              <a:gd name="connsiteX1" fmla="*/ 1227909 w 8020595"/>
              <a:gd name="connsiteY1" fmla="*/ 757645 h 2037805"/>
              <a:gd name="connsiteX2" fmla="*/ 3056709 w 8020595"/>
              <a:gd name="connsiteY2" fmla="*/ 1149531 h 2037805"/>
              <a:gd name="connsiteX3" fmla="*/ 4911635 w 8020595"/>
              <a:gd name="connsiteY3" fmla="*/ 1436914 h 2037805"/>
              <a:gd name="connsiteX4" fmla="*/ 8020595 w 8020595"/>
              <a:gd name="connsiteY4" fmla="*/ 2037805 h 2037805"/>
              <a:gd name="connsiteX5" fmla="*/ 8020595 w 8020595"/>
              <a:gd name="connsiteY5" fmla="*/ 2037805 h 2037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20595" h="2037805">
                <a:moveTo>
                  <a:pt x="0" y="0"/>
                </a:moveTo>
                <a:cubicBezTo>
                  <a:pt x="359229" y="283028"/>
                  <a:pt x="718458" y="566057"/>
                  <a:pt x="1227909" y="757645"/>
                </a:cubicBezTo>
                <a:cubicBezTo>
                  <a:pt x="1737360" y="949233"/>
                  <a:pt x="2442755" y="1036320"/>
                  <a:pt x="3056709" y="1149531"/>
                </a:cubicBezTo>
                <a:cubicBezTo>
                  <a:pt x="3670663" y="1262742"/>
                  <a:pt x="4084321" y="1288868"/>
                  <a:pt x="4911635" y="1436914"/>
                </a:cubicBezTo>
                <a:cubicBezTo>
                  <a:pt x="5738949" y="1584960"/>
                  <a:pt x="8020595" y="2037805"/>
                  <a:pt x="8020595" y="2037805"/>
                </a:cubicBezTo>
                <a:lnTo>
                  <a:pt x="8020595" y="2037805"/>
                </a:lnTo>
              </a:path>
            </a:pathLst>
          </a:cu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9" name="108 Forma libre"/>
          <p:cNvSpPr/>
          <p:nvPr/>
        </p:nvSpPr>
        <p:spPr>
          <a:xfrm rot="21211823">
            <a:off x="3313611" y="4285719"/>
            <a:ext cx="8020595" cy="2037805"/>
          </a:xfrm>
          <a:custGeom>
            <a:avLst/>
            <a:gdLst>
              <a:gd name="connsiteX0" fmla="*/ 0 w 8020595"/>
              <a:gd name="connsiteY0" fmla="*/ 0 h 2037805"/>
              <a:gd name="connsiteX1" fmla="*/ 1227909 w 8020595"/>
              <a:gd name="connsiteY1" fmla="*/ 757645 h 2037805"/>
              <a:gd name="connsiteX2" fmla="*/ 3056709 w 8020595"/>
              <a:gd name="connsiteY2" fmla="*/ 1149531 h 2037805"/>
              <a:gd name="connsiteX3" fmla="*/ 4911635 w 8020595"/>
              <a:gd name="connsiteY3" fmla="*/ 1436914 h 2037805"/>
              <a:gd name="connsiteX4" fmla="*/ 8020595 w 8020595"/>
              <a:gd name="connsiteY4" fmla="*/ 2037805 h 2037805"/>
              <a:gd name="connsiteX5" fmla="*/ 8020595 w 8020595"/>
              <a:gd name="connsiteY5" fmla="*/ 2037805 h 2037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20595" h="2037805">
                <a:moveTo>
                  <a:pt x="0" y="0"/>
                </a:moveTo>
                <a:cubicBezTo>
                  <a:pt x="359229" y="283028"/>
                  <a:pt x="718458" y="566057"/>
                  <a:pt x="1227909" y="757645"/>
                </a:cubicBezTo>
                <a:cubicBezTo>
                  <a:pt x="1737360" y="949233"/>
                  <a:pt x="2442755" y="1036320"/>
                  <a:pt x="3056709" y="1149531"/>
                </a:cubicBezTo>
                <a:cubicBezTo>
                  <a:pt x="3670663" y="1262742"/>
                  <a:pt x="4084321" y="1288868"/>
                  <a:pt x="4911635" y="1436914"/>
                </a:cubicBezTo>
                <a:cubicBezTo>
                  <a:pt x="5738949" y="1584960"/>
                  <a:pt x="8020595" y="2037805"/>
                  <a:pt x="8020595" y="2037805"/>
                </a:cubicBezTo>
                <a:lnTo>
                  <a:pt x="8020595" y="2037805"/>
                </a:lnTo>
              </a:path>
            </a:pathLst>
          </a:cu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grpSp>
        <p:nvGrpSpPr>
          <p:cNvPr id="17" name="16 Grupo"/>
          <p:cNvGrpSpPr/>
          <p:nvPr/>
        </p:nvGrpSpPr>
        <p:grpSpPr>
          <a:xfrm>
            <a:off x="3753513" y="765150"/>
            <a:ext cx="7820178" cy="3555452"/>
            <a:chOff x="3753513" y="765150"/>
            <a:chExt cx="7820178" cy="3555452"/>
          </a:xfrm>
        </p:grpSpPr>
        <p:sp>
          <p:nvSpPr>
            <p:cNvPr id="4" name="3 Forma libre"/>
            <p:cNvSpPr/>
            <p:nvPr/>
          </p:nvSpPr>
          <p:spPr>
            <a:xfrm>
              <a:off x="4415246" y="1108559"/>
              <a:ext cx="7158445" cy="2157155"/>
            </a:xfrm>
            <a:custGeom>
              <a:avLst/>
              <a:gdLst>
                <a:gd name="connsiteX0" fmla="*/ 0 w 7158445"/>
                <a:gd name="connsiteY0" fmla="*/ 67098 h 2157155"/>
                <a:gd name="connsiteX1" fmla="*/ 1515291 w 7158445"/>
                <a:gd name="connsiteY1" fmla="*/ 14847 h 2157155"/>
                <a:gd name="connsiteX2" fmla="*/ 3370217 w 7158445"/>
                <a:gd name="connsiteY2" fmla="*/ 302230 h 2157155"/>
                <a:gd name="connsiteX3" fmla="*/ 4754880 w 7158445"/>
                <a:gd name="connsiteY3" fmla="*/ 1033750 h 2157155"/>
                <a:gd name="connsiteX4" fmla="*/ 6061165 w 7158445"/>
                <a:gd name="connsiteY4" fmla="*/ 1869772 h 2157155"/>
                <a:gd name="connsiteX5" fmla="*/ 7158445 w 7158445"/>
                <a:gd name="connsiteY5" fmla="*/ 2157155 h 2157155"/>
                <a:gd name="connsiteX6" fmla="*/ 7158445 w 7158445"/>
                <a:gd name="connsiteY6" fmla="*/ 2157155 h 215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58445" h="2157155">
                  <a:moveTo>
                    <a:pt x="0" y="67098"/>
                  </a:moveTo>
                  <a:cubicBezTo>
                    <a:pt x="476794" y="21378"/>
                    <a:pt x="953588" y="-24342"/>
                    <a:pt x="1515291" y="14847"/>
                  </a:cubicBezTo>
                  <a:cubicBezTo>
                    <a:pt x="2076994" y="54036"/>
                    <a:pt x="2830286" y="132413"/>
                    <a:pt x="3370217" y="302230"/>
                  </a:cubicBezTo>
                  <a:cubicBezTo>
                    <a:pt x="3910148" y="472047"/>
                    <a:pt x="4306389" y="772493"/>
                    <a:pt x="4754880" y="1033750"/>
                  </a:cubicBezTo>
                  <a:cubicBezTo>
                    <a:pt x="5203371" y="1295007"/>
                    <a:pt x="5660571" y="1682538"/>
                    <a:pt x="6061165" y="1869772"/>
                  </a:cubicBezTo>
                  <a:cubicBezTo>
                    <a:pt x="6461759" y="2057006"/>
                    <a:pt x="7158445" y="2157155"/>
                    <a:pt x="7158445" y="2157155"/>
                  </a:cubicBezTo>
                  <a:lnTo>
                    <a:pt x="7158445" y="2157155"/>
                  </a:lnTo>
                </a:path>
              </a:pathLst>
            </a:cu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sp>
          <p:nvSpPr>
            <p:cNvPr id="107" name="106 Forma libre"/>
            <p:cNvSpPr/>
            <p:nvPr/>
          </p:nvSpPr>
          <p:spPr>
            <a:xfrm rot="472672">
              <a:off x="4164636" y="2169209"/>
              <a:ext cx="7158445" cy="2151393"/>
            </a:xfrm>
            <a:custGeom>
              <a:avLst/>
              <a:gdLst>
                <a:gd name="connsiteX0" fmla="*/ 0 w 7158445"/>
                <a:gd name="connsiteY0" fmla="*/ 67098 h 2157155"/>
                <a:gd name="connsiteX1" fmla="*/ 1515291 w 7158445"/>
                <a:gd name="connsiteY1" fmla="*/ 14847 h 2157155"/>
                <a:gd name="connsiteX2" fmla="*/ 3370217 w 7158445"/>
                <a:gd name="connsiteY2" fmla="*/ 302230 h 2157155"/>
                <a:gd name="connsiteX3" fmla="*/ 4754880 w 7158445"/>
                <a:gd name="connsiteY3" fmla="*/ 1033750 h 2157155"/>
                <a:gd name="connsiteX4" fmla="*/ 6061165 w 7158445"/>
                <a:gd name="connsiteY4" fmla="*/ 1869772 h 2157155"/>
                <a:gd name="connsiteX5" fmla="*/ 7158445 w 7158445"/>
                <a:gd name="connsiteY5" fmla="*/ 2157155 h 2157155"/>
                <a:gd name="connsiteX6" fmla="*/ 7158445 w 7158445"/>
                <a:gd name="connsiteY6" fmla="*/ 2157155 h 215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58445" h="2157155">
                  <a:moveTo>
                    <a:pt x="0" y="67098"/>
                  </a:moveTo>
                  <a:cubicBezTo>
                    <a:pt x="476794" y="21378"/>
                    <a:pt x="953588" y="-24342"/>
                    <a:pt x="1515291" y="14847"/>
                  </a:cubicBezTo>
                  <a:cubicBezTo>
                    <a:pt x="2076994" y="54036"/>
                    <a:pt x="2830286" y="132413"/>
                    <a:pt x="3370217" y="302230"/>
                  </a:cubicBezTo>
                  <a:cubicBezTo>
                    <a:pt x="3910148" y="472047"/>
                    <a:pt x="4306389" y="772493"/>
                    <a:pt x="4754880" y="1033750"/>
                  </a:cubicBezTo>
                  <a:cubicBezTo>
                    <a:pt x="5203371" y="1295007"/>
                    <a:pt x="5660571" y="1682538"/>
                    <a:pt x="6061165" y="1869772"/>
                  </a:cubicBezTo>
                  <a:cubicBezTo>
                    <a:pt x="6461759" y="2057006"/>
                    <a:pt x="7158445" y="2157155"/>
                    <a:pt x="7158445" y="2157155"/>
                  </a:cubicBezTo>
                  <a:lnTo>
                    <a:pt x="7158445" y="2157155"/>
                  </a:lnTo>
                </a:path>
              </a:pathLst>
            </a:cu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cxnSp>
          <p:nvCxnSpPr>
            <p:cNvPr id="9" name="8 Conector recto"/>
            <p:cNvCxnSpPr/>
            <p:nvPr/>
          </p:nvCxnSpPr>
          <p:spPr>
            <a:xfrm>
              <a:off x="3753513" y="1428008"/>
              <a:ext cx="590899" cy="75912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111 Conector recto"/>
            <p:cNvCxnSpPr/>
            <p:nvPr/>
          </p:nvCxnSpPr>
          <p:spPr>
            <a:xfrm flipV="1">
              <a:off x="3753513" y="765150"/>
              <a:ext cx="661733" cy="6628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115 Conector recto"/>
            <p:cNvCxnSpPr>
              <a:stCxn id="4" idx="0"/>
            </p:cNvCxnSpPr>
            <p:nvPr/>
          </p:nvCxnSpPr>
          <p:spPr>
            <a:xfrm flipV="1">
              <a:off x="4415246" y="765150"/>
              <a:ext cx="0" cy="4105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118 Conector recto"/>
            <p:cNvCxnSpPr>
              <a:endCxn id="107" idx="0"/>
            </p:cNvCxnSpPr>
            <p:nvPr/>
          </p:nvCxnSpPr>
          <p:spPr>
            <a:xfrm flipH="1" flipV="1">
              <a:off x="4336680" y="1755073"/>
              <a:ext cx="7732" cy="43206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18 Conector recto"/>
          <p:cNvCxnSpPr/>
          <p:nvPr/>
        </p:nvCxnSpPr>
        <p:spPr>
          <a:xfrm>
            <a:off x="2763758" y="4801026"/>
            <a:ext cx="189801" cy="761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124 Conector recto"/>
          <p:cNvCxnSpPr/>
          <p:nvPr/>
        </p:nvCxnSpPr>
        <p:spPr>
          <a:xfrm flipV="1">
            <a:off x="2763758" y="4353208"/>
            <a:ext cx="538657" cy="4478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128 Conector recto"/>
          <p:cNvCxnSpPr>
            <a:stCxn id="109" idx="0"/>
          </p:cNvCxnSpPr>
          <p:nvPr/>
        </p:nvCxnSpPr>
        <p:spPr>
          <a:xfrm flipV="1">
            <a:off x="3224343" y="4353208"/>
            <a:ext cx="78072" cy="3908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131 Conector recto"/>
          <p:cNvCxnSpPr>
            <a:endCxn id="5" idx="0"/>
          </p:cNvCxnSpPr>
          <p:nvPr/>
        </p:nvCxnSpPr>
        <p:spPr>
          <a:xfrm flipV="1">
            <a:off x="2953559" y="5146766"/>
            <a:ext cx="207652" cy="4159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80"/>
          <p:cNvGrpSpPr>
            <a:grpSpLocks/>
          </p:cNvGrpSpPr>
          <p:nvPr/>
        </p:nvGrpSpPr>
        <p:grpSpPr bwMode="auto">
          <a:xfrm>
            <a:off x="9883626" y="3456533"/>
            <a:ext cx="692911" cy="486131"/>
            <a:chOff x="1972" y="2909"/>
            <a:chExt cx="2314" cy="1292"/>
          </a:xfrm>
        </p:grpSpPr>
        <p:sp>
          <p:nvSpPr>
            <p:cNvPr id="137" name="Line 7"/>
            <p:cNvSpPr>
              <a:spLocks noChangeShapeType="1"/>
            </p:cNvSpPr>
            <p:nvPr/>
          </p:nvSpPr>
          <p:spPr bwMode="auto">
            <a:xfrm>
              <a:off x="3198" y="2990"/>
              <a:ext cx="0" cy="27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38" name="Group 75"/>
            <p:cNvGrpSpPr>
              <a:grpSpLocks/>
            </p:cNvGrpSpPr>
            <p:nvPr/>
          </p:nvGrpSpPr>
          <p:grpSpPr bwMode="auto">
            <a:xfrm>
              <a:off x="1972" y="2909"/>
              <a:ext cx="2314" cy="1292"/>
              <a:chOff x="792" y="1468"/>
              <a:chExt cx="816" cy="714"/>
            </a:xfrm>
          </p:grpSpPr>
          <p:grpSp>
            <p:nvGrpSpPr>
              <p:cNvPr id="139" name="Group 12"/>
              <p:cNvGrpSpPr>
                <a:grpSpLocks/>
              </p:cNvGrpSpPr>
              <p:nvPr/>
            </p:nvGrpSpPr>
            <p:grpSpPr bwMode="auto">
              <a:xfrm>
                <a:off x="1224" y="2040"/>
                <a:ext cx="288" cy="102"/>
                <a:chOff x="1152" y="2400"/>
                <a:chExt cx="288" cy="96"/>
              </a:xfrm>
            </p:grpSpPr>
            <p:sp>
              <p:nvSpPr>
                <p:cNvPr id="148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49" name="Line 14"/>
                <p:cNvSpPr>
                  <a:spLocks noChangeShapeType="1"/>
                </p:cNvSpPr>
                <p:nvPr/>
              </p:nvSpPr>
              <p:spPr bwMode="auto">
                <a:xfrm>
                  <a:off x="1152" y="2400"/>
                  <a:ext cx="288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50" name="Line 15"/>
                <p:cNvSpPr>
                  <a:spLocks noChangeShapeType="1"/>
                </p:cNvSpPr>
                <p:nvPr/>
              </p:nvSpPr>
              <p:spPr bwMode="auto">
                <a:xfrm>
                  <a:off x="1296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51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440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40" name="Group 74"/>
              <p:cNvGrpSpPr>
                <a:grpSpLocks/>
              </p:cNvGrpSpPr>
              <p:nvPr/>
            </p:nvGrpSpPr>
            <p:grpSpPr bwMode="auto">
              <a:xfrm>
                <a:off x="792" y="1468"/>
                <a:ext cx="816" cy="714"/>
                <a:chOff x="792" y="1500"/>
                <a:chExt cx="816" cy="714"/>
              </a:xfrm>
            </p:grpSpPr>
            <p:sp>
              <p:nvSpPr>
                <p:cNvPr id="141" name="Rectangle 5"/>
                <p:cNvSpPr>
                  <a:spLocks noChangeArrowheads="1"/>
                </p:cNvSpPr>
                <p:nvPr/>
              </p:nvSpPr>
              <p:spPr bwMode="auto">
                <a:xfrm>
                  <a:off x="792" y="1704"/>
                  <a:ext cx="816" cy="510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42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1128" y="1545"/>
                  <a:ext cx="1" cy="15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43" name="Rectangle 8"/>
                <p:cNvSpPr>
                  <a:spLocks noChangeArrowheads="1"/>
                </p:cNvSpPr>
                <p:nvPr/>
              </p:nvSpPr>
              <p:spPr bwMode="auto">
                <a:xfrm>
                  <a:off x="1032" y="1500"/>
                  <a:ext cx="288" cy="204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44" name="Rectangle 9"/>
                <p:cNvSpPr>
                  <a:spLocks noChangeArrowheads="1"/>
                </p:cNvSpPr>
                <p:nvPr/>
              </p:nvSpPr>
              <p:spPr bwMode="auto">
                <a:xfrm>
                  <a:off x="888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45" name="Rectangle 10"/>
                <p:cNvSpPr>
                  <a:spLocks noChangeArrowheads="1"/>
                </p:cNvSpPr>
                <p:nvPr/>
              </p:nvSpPr>
              <p:spPr bwMode="auto">
                <a:xfrm>
                  <a:off x="1272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46" name="Oval 18"/>
                <p:cNvSpPr>
                  <a:spLocks noChangeArrowheads="1"/>
                </p:cNvSpPr>
                <p:nvPr/>
              </p:nvSpPr>
              <p:spPr bwMode="auto">
                <a:xfrm>
                  <a:off x="1304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47" name="Oval 19"/>
                <p:cNvSpPr>
                  <a:spLocks noChangeArrowheads="1"/>
                </p:cNvSpPr>
                <p:nvPr/>
              </p:nvSpPr>
              <p:spPr bwMode="auto">
                <a:xfrm>
                  <a:off x="1395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</p:grpSp>
      </p:grpSp>
      <p:grpSp>
        <p:nvGrpSpPr>
          <p:cNvPr id="152" name="Group 80"/>
          <p:cNvGrpSpPr>
            <a:grpSpLocks/>
          </p:cNvGrpSpPr>
          <p:nvPr/>
        </p:nvGrpSpPr>
        <p:grpSpPr bwMode="auto">
          <a:xfrm>
            <a:off x="7795394" y="5832797"/>
            <a:ext cx="692911" cy="486131"/>
            <a:chOff x="1972" y="2909"/>
            <a:chExt cx="2314" cy="1292"/>
          </a:xfrm>
        </p:grpSpPr>
        <p:sp>
          <p:nvSpPr>
            <p:cNvPr id="153" name="Line 7"/>
            <p:cNvSpPr>
              <a:spLocks noChangeShapeType="1"/>
            </p:cNvSpPr>
            <p:nvPr/>
          </p:nvSpPr>
          <p:spPr bwMode="auto">
            <a:xfrm>
              <a:off x="3198" y="2990"/>
              <a:ext cx="0" cy="27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54" name="Group 75"/>
            <p:cNvGrpSpPr>
              <a:grpSpLocks/>
            </p:cNvGrpSpPr>
            <p:nvPr/>
          </p:nvGrpSpPr>
          <p:grpSpPr bwMode="auto">
            <a:xfrm>
              <a:off x="1972" y="2909"/>
              <a:ext cx="2314" cy="1292"/>
              <a:chOff x="792" y="1468"/>
              <a:chExt cx="816" cy="714"/>
            </a:xfrm>
          </p:grpSpPr>
          <p:grpSp>
            <p:nvGrpSpPr>
              <p:cNvPr id="155" name="Group 12"/>
              <p:cNvGrpSpPr>
                <a:grpSpLocks/>
              </p:cNvGrpSpPr>
              <p:nvPr/>
            </p:nvGrpSpPr>
            <p:grpSpPr bwMode="auto">
              <a:xfrm>
                <a:off x="1224" y="2040"/>
                <a:ext cx="288" cy="102"/>
                <a:chOff x="1152" y="2400"/>
                <a:chExt cx="288" cy="96"/>
              </a:xfrm>
            </p:grpSpPr>
            <p:sp>
              <p:nvSpPr>
                <p:cNvPr id="16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65" name="Line 14"/>
                <p:cNvSpPr>
                  <a:spLocks noChangeShapeType="1"/>
                </p:cNvSpPr>
                <p:nvPr/>
              </p:nvSpPr>
              <p:spPr bwMode="auto">
                <a:xfrm>
                  <a:off x="1152" y="2400"/>
                  <a:ext cx="288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66" name="Line 15"/>
                <p:cNvSpPr>
                  <a:spLocks noChangeShapeType="1"/>
                </p:cNvSpPr>
                <p:nvPr/>
              </p:nvSpPr>
              <p:spPr bwMode="auto">
                <a:xfrm>
                  <a:off x="1296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67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440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56" name="Group 74"/>
              <p:cNvGrpSpPr>
                <a:grpSpLocks/>
              </p:cNvGrpSpPr>
              <p:nvPr/>
            </p:nvGrpSpPr>
            <p:grpSpPr bwMode="auto">
              <a:xfrm>
                <a:off x="792" y="1468"/>
                <a:ext cx="816" cy="714"/>
                <a:chOff x="792" y="1500"/>
                <a:chExt cx="816" cy="714"/>
              </a:xfrm>
            </p:grpSpPr>
            <p:sp>
              <p:nvSpPr>
                <p:cNvPr id="157" name="Rectangle 5"/>
                <p:cNvSpPr>
                  <a:spLocks noChangeArrowheads="1"/>
                </p:cNvSpPr>
                <p:nvPr/>
              </p:nvSpPr>
              <p:spPr bwMode="auto">
                <a:xfrm>
                  <a:off x="792" y="1704"/>
                  <a:ext cx="816" cy="510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58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1128" y="1545"/>
                  <a:ext cx="1" cy="15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59" name="Rectangle 8"/>
                <p:cNvSpPr>
                  <a:spLocks noChangeArrowheads="1"/>
                </p:cNvSpPr>
                <p:nvPr/>
              </p:nvSpPr>
              <p:spPr bwMode="auto">
                <a:xfrm>
                  <a:off x="1032" y="1500"/>
                  <a:ext cx="288" cy="204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60" name="Rectangle 9"/>
                <p:cNvSpPr>
                  <a:spLocks noChangeArrowheads="1"/>
                </p:cNvSpPr>
                <p:nvPr/>
              </p:nvSpPr>
              <p:spPr bwMode="auto">
                <a:xfrm>
                  <a:off x="888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61" name="Rectangle 10"/>
                <p:cNvSpPr>
                  <a:spLocks noChangeArrowheads="1"/>
                </p:cNvSpPr>
                <p:nvPr/>
              </p:nvSpPr>
              <p:spPr bwMode="auto">
                <a:xfrm>
                  <a:off x="1272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62" name="Oval 18"/>
                <p:cNvSpPr>
                  <a:spLocks noChangeArrowheads="1"/>
                </p:cNvSpPr>
                <p:nvPr/>
              </p:nvSpPr>
              <p:spPr bwMode="auto">
                <a:xfrm>
                  <a:off x="1304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63" name="Oval 19"/>
                <p:cNvSpPr>
                  <a:spLocks noChangeArrowheads="1"/>
                </p:cNvSpPr>
                <p:nvPr/>
              </p:nvSpPr>
              <p:spPr bwMode="auto">
                <a:xfrm>
                  <a:off x="1395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</p:grpSp>
      </p:grpSp>
      <p:grpSp>
        <p:nvGrpSpPr>
          <p:cNvPr id="168" name="Group 80"/>
          <p:cNvGrpSpPr>
            <a:grpSpLocks/>
          </p:cNvGrpSpPr>
          <p:nvPr/>
        </p:nvGrpSpPr>
        <p:grpSpPr bwMode="auto">
          <a:xfrm>
            <a:off x="9329665" y="5952932"/>
            <a:ext cx="692911" cy="486131"/>
            <a:chOff x="1972" y="2909"/>
            <a:chExt cx="2314" cy="1292"/>
          </a:xfrm>
        </p:grpSpPr>
        <p:sp>
          <p:nvSpPr>
            <p:cNvPr id="169" name="Line 7"/>
            <p:cNvSpPr>
              <a:spLocks noChangeShapeType="1"/>
            </p:cNvSpPr>
            <p:nvPr/>
          </p:nvSpPr>
          <p:spPr bwMode="auto">
            <a:xfrm>
              <a:off x="3198" y="2990"/>
              <a:ext cx="0" cy="27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70" name="Group 75"/>
            <p:cNvGrpSpPr>
              <a:grpSpLocks/>
            </p:cNvGrpSpPr>
            <p:nvPr/>
          </p:nvGrpSpPr>
          <p:grpSpPr bwMode="auto">
            <a:xfrm>
              <a:off x="1972" y="2909"/>
              <a:ext cx="2314" cy="1292"/>
              <a:chOff x="792" y="1468"/>
              <a:chExt cx="816" cy="714"/>
            </a:xfrm>
          </p:grpSpPr>
          <p:grpSp>
            <p:nvGrpSpPr>
              <p:cNvPr id="171" name="Group 12"/>
              <p:cNvGrpSpPr>
                <a:grpSpLocks/>
              </p:cNvGrpSpPr>
              <p:nvPr/>
            </p:nvGrpSpPr>
            <p:grpSpPr bwMode="auto">
              <a:xfrm>
                <a:off x="1224" y="2040"/>
                <a:ext cx="288" cy="102"/>
                <a:chOff x="1152" y="2400"/>
                <a:chExt cx="288" cy="96"/>
              </a:xfrm>
            </p:grpSpPr>
            <p:sp>
              <p:nvSpPr>
                <p:cNvPr id="18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90" name="Line 14"/>
                <p:cNvSpPr>
                  <a:spLocks noChangeShapeType="1"/>
                </p:cNvSpPr>
                <p:nvPr/>
              </p:nvSpPr>
              <p:spPr bwMode="auto">
                <a:xfrm>
                  <a:off x="1152" y="2400"/>
                  <a:ext cx="288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91" name="Line 15"/>
                <p:cNvSpPr>
                  <a:spLocks noChangeShapeType="1"/>
                </p:cNvSpPr>
                <p:nvPr/>
              </p:nvSpPr>
              <p:spPr bwMode="auto">
                <a:xfrm>
                  <a:off x="1296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92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440" y="2400"/>
                  <a:ext cx="0" cy="9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72" name="Group 74"/>
              <p:cNvGrpSpPr>
                <a:grpSpLocks/>
              </p:cNvGrpSpPr>
              <p:nvPr/>
            </p:nvGrpSpPr>
            <p:grpSpPr bwMode="auto">
              <a:xfrm>
                <a:off x="792" y="1468"/>
                <a:ext cx="816" cy="714"/>
                <a:chOff x="792" y="1500"/>
                <a:chExt cx="816" cy="714"/>
              </a:xfrm>
            </p:grpSpPr>
            <p:sp>
              <p:nvSpPr>
                <p:cNvPr id="173" name="Rectangle 5"/>
                <p:cNvSpPr>
                  <a:spLocks noChangeArrowheads="1"/>
                </p:cNvSpPr>
                <p:nvPr/>
              </p:nvSpPr>
              <p:spPr bwMode="auto">
                <a:xfrm>
                  <a:off x="792" y="1704"/>
                  <a:ext cx="816" cy="510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74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1128" y="1545"/>
                  <a:ext cx="1" cy="15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75" name="Rectangle 8"/>
                <p:cNvSpPr>
                  <a:spLocks noChangeArrowheads="1"/>
                </p:cNvSpPr>
                <p:nvPr/>
              </p:nvSpPr>
              <p:spPr bwMode="auto">
                <a:xfrm>
                  <a:off x="1032" y="1500"/>
                  <a:ext cx="288" cy="204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76" name="Rectangle 9"/>
                <p:cNvSpPr>
                  <a:spLocks noChangeArrowheads="1"/>
                </p:cNvSpPr>
                <p:nvPr/>
              </p:nvSpPr>
              <p:spPr bwMode="auto">
                <a:xfrm>
                  <a:off x="888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77" name="Rectangle 10"/>
                <p:cNvSpPr>
                  <a:spLocks noChangeArrowheads="1"/>
                </p:cNvSpPr>
                <p:nvPr/>
              </p:nvSpPr>
              <p:spPr bwMode="auto">
                <a:xfrm>
                  <a:off x="1272" y="1752"/>
                  <a:ext cx="192" cy="153"/>
                </a:xfrm>
                <a:prstGeom prst="rect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81" name="Oval 18"/>
                <p:cNvSpPr>
                  <a:spLocks noChangeArrowheads="1"/>
                </p:cNvSpPr>
                <p:nvPr/>
              </p:nvSpPr>
              <p:spPr bwMode="auto">
                <a:xfrm>
                  <a:off x="1304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85" name="Oval 19"/>
                <p:cNvSpPr>
                  <a:spLocks noChangeArrowheads="1"/>
                </p:cNvSpPr>
                <p:nvPr/>
              </p:nvSpPr>
              <p:spPr bwMode="auto">
                <a:xfrm>
                  <a:off x="1395" y="2004"/>
                  <a:ext cx="48" cy="51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</p:grpSp>
      </p:grpSp>
      <p:sp>
        <p:nvSpPr>
          <p:cNvPr id="193" name="192 CuadroTexto"/>
          <p:cNvSpPr txBox="1"/>
          <p:nvPr/>
        </p:nvSpPr>
        <p:spPr>
          <a:xfrm>
            <a:off x="10603706" y="3787798"/>
            <a:ext cx="648072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ATI JUNIN</a:t>
            </a:r>
            <a:endParaRPr lang="es-ES" sz="1100" b="1" dirty="0">
              <a:solidFill>
                <a:prstClr val="black"/>
              </a:solidFill>
            </a:endParaRPr>
          </a:p>
        </p:txBody>
      </p:sp>
      <p:sp>
        <p:nvSpPr>
          <p:cNvPr id="194" name="193 CuadroTexto"/>
          <p:cNvSpPr txBox="1"/>
          <p:nvPr/>
        </p:nvSpPr>
        <p:spPr>
          <a:xfrm>
            <a:off x="10029508" y="6311592"/>
            <a:ext cx="71821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AT WARNES</a:t>
            </a:r>
            <a:endParaRPr lang="es-ES" sz="1100" b="1" dirty="0">
              <a:solidFill>
                <a:prstClr val="black"/>
              </a:solidFill>
            </a:endParaRPr>
          </a:p>
        </p:txBody>
      </p:sp>
      <p:grpSp>
        <p:nvGrpSpPr>
          <p:cNvPr id="195" name="Group 80"/>
          <p:cNvGrpSpPr>
            <a:grpSpLocks/>
          </p:cNvGrpSpPr>
          <p:nvPr/>
        </p:nvGrpSpPr>
        <p:grpSpPr bwMode="auto">
          <a:xfrm>
            <a:off x="10846899" y="3888581"/>
            <a:ext cx="692911" cy="486131"/>
            <a:chOff x="1972" y="2909"/>
            <a:chExt cx="2314" cy="1292"/>
          </a:xfrm>
        </p:grpSpPr>
        <p:sp>
          <p:nvSpPr>
            <p:cNvPr id="196" name="Line 7"/>
            <p:cNvSpPr>
              <a:spLocks noChangeShapeType="1"/>
            </p:cNvSpPr>
            <p:nvPr/>
          </p:nvSpPr>
          <p:spPr bwMode="auto">
            <a:xfrm>
              <a:off x="3198" y="2990"/>
              <a:ext cx="0" cy="27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99" name="Group 74"/>
            <p:cNvGrpSpPr>
              <a:grpSpLocks/>
            </p:cNvGrpSpPr>
            <p:nvPr/>
          </p:nvGrpSpPr>
          <p:grpSpPr bwMode="auto">
            <a:xfrm>
              <a:off x="1972" y="2909"/>
              <a:ext cx="2314" cy="1292"/>
              <a:chOff x="792" y="1500"/>
              <a:chExt cx="816" cy="714"/>
            </a:xfrm>
          </p:grpSpPr>
          <p:sp>
            <p:nvSpPr>
              <p:cNvPr id="200" name="Rectangle 5"/>
              <p:cNvSpPr>
                <a:spLocks noChangeArrowheads="1"/>
              </p:cNvSpPr>
              <p:nvPr/>
            </p:nvSpPr>
            <p:spPr bwMode="auto">
              <a:xfrm>
                <a:off x="792" y="1704"/>
                <a:ext cx="816" cy="51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1" name="Line 6"/>
              <p:cNvSpPr>
                <a:spLocks noChangeShapeType="1"/>
              </p:cNvSpPr>
              <p:nvPr/>
            </p:nvSpPr>
            <p:spPr bwMode="auto">
              <a:xfrm flipV="1">
                <a:off x="1128" y="1545"/>
                <a:ext cx="1" cy="15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204" name="Rectangle 8"/>
              <p:cNvSpPr>
                <a:spLocks noChangeArrowheads="1"/>
              </p:cNvSpPr>
              <p:nvPr/>
            </p:nvSpPr>
            <p:spPr bwMode="auto">
              <a:xfrm>
                <a:off x="1032" y="1500"/>
                <a:ext cx="288" cy="204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5" name="Rectangle 9"/>
              <p:cNvSpPr>
                <a:spLocks noChangeArrowheads="1"/>
              </p:cNvSpPr>
              <p:nvPr/>
            </p:nvSpPr>
            <p:spPr bwMode="auto">
              <a:xfrm>
                <a:off x="888" y="1752"/>
                <a:ext cx="192" cy="153"/>
              </a:xfrm>
              <a:prstGeom prst="rect">
                <a:avLst/>
              </a:prstGeom>
              <a:solidFill>
                <a:schemeClr val="bg2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sp>
        <p:nvSpPr>
          <p:cNvPr id="28" name="27 Triángulo isósceles"/>
          <p:cNvSpPr/>
          <p:nvPr/>
        </p:nvSpPr>
        <p:spPr>
          <a:xfrm>
            <a:off x="10958315" y="4249094"/>
            <a:ext cx="122278" cy="94074"/>
          </a:xfrm>
          <a:prstGeom prst="triangle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grpSp>
        <p:nvGrpSpPr>
          <p:cNvPr id="258" name="Group 80"/>
          <p:cNvGrpSpPr>
            <a:grpSpLocks/>
          </p:cNvGrpSpPr>
          <p:nvPr/>
        </p:nvGrpSpPr>
        <p:grpSpPr bwMode="auto">
          <a:xfrm>
            <a:off x="11077018" y="6066746"/>
            <a:ext cx="692911" cy="486131"/>
            <a:chOff x="1972" y="2909"/>
            <a:chExt cx="2314" cy="1292"/>
          </a:xfrm>
        </p:grpSpPr>
        <p:sp>
          <p:nvSpPr>
            <p:cNvPr id="259" name="Line 7"/>
            <p:cNvSpPr>
              <a:spLocks noChangeShapeType="1"/>
            </p:cNvSpPr>
            <p:nvPr/>
          </p:nvSpPr>
          <p:spPr bwMode="auto">
            <a:xfrm>
              <a:off x="3198" y="2990"/>
              <a:ext cx="0" cy="27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262" name="Group 74"/>
            <p:cNvGrpSpPr>
              <a:grpSpLocks/>
            </p:cNvGrpSpPr>
            <p:nvPr/>
          </p:nvGrpSpPr>
          <p:grpSpPr bwMode="auto">
            <a:xfrm>
              <a:off x="1972" y="2909"/>
              <a:ext cx="2314" cy="1292"/>
              <a:chOff x="792" y="1500"/>
              <a:chExt cx="816" cy="714"/>
            </a:xfrm>
          </p:grpSpPr>
          <p:sp>
            <p:nvSpPr>
              <p:cNvPr id="263" name="Rectangle 5"/>
              <p:cNvSpPr>
                <a:spLocks noChangeArrowheads="1"/>
              </p:cNvSpPr>
              <p:nvPr/>
            </p:nvSpPr>
            <p:spPr bwMode="auto">
              <a:xfrm>
                <a:off x="792" y="1704"/>
                <a:ext cx="816" cy="51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4" name="Line 6"/>
              <p:cNvSpPr>
                <a:spLocks noChangeShapeType="1"/>
              </p:cNvSpPr>
              <p:nvPr/>
            </p:nvSpPr>
            <p:spPr bwMode="auto">
              <a:xfrm flipV="1">
                <a:off x="1128" y="1545"/>
                <a:ext cx="1" cy="15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BO"/>
              </a:p>
            </p:txBody>
          </p:sp>
          <p:sp>
            <p:nvSpPr>
              <p:cNvPr id="265" name="Rectangle 8"/>
              <p:cNvSpPr>
                <a:spLocks noChangeArrowheads="1"/>
              </p:cNvSpPr>
              <p:nvPr/>
            </p:nvSpPr>
            <p:spPr bwMode="auto">
              <a:xfrm>
                <a:off x="1032" y="1500"/>
                <a:ext cx="288" cy="204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6" name="Rectangle 9"/>
              <p:cNvSpPr>
                <a:spLocks noChangeArrowheads="1"/>
              </p:cNvSpPr>
              <p:nvPr/>
            </p:nvSpPr>
            <p:spPr bwMode="auto">
              <a:xfrm>
                <a:off x="888" y="1752"/>
                <a:ext cx="192" cy="153"/>
              </a:xfrm>
              <a:prstGeom prst="rect">
                <a:avLst/>
              </a:prstGeom>
              <a:solidFill>
                <a:schemeClr val="bg2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sp>
        <p:nvSpPr>
          <p:cNvPr id="213" name="212 CuadroTexto"/>
          <p:cNvSpPr txBox="1"/>
          <p:nvPr/>
        </p:nvSpPr>
        <p:spPr>
          <a:xfrm>
            <a:off x="9786076" y="3151985"/>
            <a:ext cx="616464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ATI SUCRE</a:t>
            </a:r>
            <a:endParaRPr lang="es-ES" sz="1100" b="1" dirty="0">
              <a:solidFill>
                <a:prstClr val="black"/>
              </a:solidFill>
            </a:endParaRPr>
          </a:p>
        </p:txBody>
      </p:sp>
      <p:sp>
        <p:nvSpPr>
          <p:cNvPr id="226" name="225 CuadroTexto"/>
          <p:cNvSpPr txBox="1"/>
          <p:nvPr/>
        </p:nvSpPr>
        <p:spPr>
          <a:xfrm>
            <a:off x="10743622" y="4374712"/>
            <a:ext cx="10030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BTQ INGAVI</a:t>
            </a:r>
          </a:p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BIM IV</a:t>
            </a:r>
            <a:endParaRPr lang="es-ES" sz="1100" b="1" dirty="0">
              <a:solidFill>
                <a:prstClr val="black"/>
              </a:solidFill>
            </a:endParaRPr>
          </a:p>
        </p:txBody>
      </p:sp>
      <p:sp>
        <p:nvSpPr>
          <p:cNvPr id="227" name="226 CuadroTexto"/>
          <p:cNvSpPr txBox="1"/>
          <p:nvPr/>
        </p:nvSpPr>
        <p:spPr>
          <a:xfrm>
            <a:off x="10925506" y="6531359"/>
            <a:ext cx="10030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BTQ CALAMA</a:t>
            </a:r>
          </a:p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BIM V</a:t>
            </a:r>
            <a:endParaRPr lang="es-ES" sz="1100" b="1" dirty="0">
              <a:solidFill>
                <a:prstClr val="black"/>
              </a:solidFill>
            </a:endParaRPr>
          </a:p>
        </p:txBody>
      </p:sp>
      <p:sp>
        <p:nvSpPr>
          <p:cNvPr id="228" name="227 Triángulo isósceles"/>
          <p:cNvSpPr/>
          <p:nvPr/>
        </p:nvSpPr>
        <p:spPr>
          <a:xfrm>
            <a:off x="11478671" y="6253329"/>
            <a:ext cx="122278" cy="94074"/>
          </a:xfrm>
          <a:prstGeom prst="triangle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9" name="228 CuadroTexto"/>
          <p:cNvSpPr txBox="1"/>
          <p:nvPr/>
        </p:nvSpPr>
        <p:spPr>
          <a:xfrm>
            <a:off x="8425506" y="6167592"/>
            <a:ext cx="61646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 smtClean="0">
                <a:solidFill>
                  <a:prstClr val="black"/>
                </a:solidFill>
              </a:rPr>
              <a:t>ATI LOA</a:t>
            </a:r>
            <a:endParaRPr lang="es-ES" sz="11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3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1541E-7 -1.09299E-6 L -0.14562 -0.11378 C -0.1762 -0.13846 -0.22346 -0.16048 -0.27376 -0.177 C -0.33095 -0.19515 -0.37715 -0.2031 -0.41157 -0.19943 L -0.57254 -0.18638 " pathEditMode="relative" rAng="709391" ptsTypes="FffFF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65" y="-134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04 -0.00509 L -0.11901 -0.02202 C -0.14761 0.00632 -0.20493 -0.042 -0.24967 -0.042 C -0.30064 -0.042 -0.34419 -0.07035 -0.37252 -0.09869 L -0.50914 -0.22532 " pathEditMode="relative" rAng="0" ptsTypes="FffFF">
                                      <p:cBhvr>
                                        <p:cTn id="10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16" y="-10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0463E-6 4.48613E-6 L -0.48517 -0.2092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65" y="-104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585E-6 -9.1354E-7 L -0.52304 -0.1021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58" y="-5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1 0.0049 L -0.02039 0.08891 L -0.10299 0.12582 C -0.12973 0.13948 -0.12602 0.14703 -0.18798 0.14927 C -0.25006 0.15151 -0.38046 0.15539 -0.47564 0.13907 C -0.56169 0.13907 -0.70982 0.14906 -0.7588 0.0518 L -0.86775 -0.08911 L -0.92428 -0.26019 " pathEditMode="relative" rAng="0" ptsTypes="FAfafFAF">
                                      <p:cBhvr>
                                        <p:cTn id="22" dur="2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68" y="-57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55 0.01305 L 0.0098 -0.27896 L 0.00755 -0.29568 L -0.02925 -0.41986 L -0.11212 -0.48022 C -0.13476 -0.48349 -0.1431 -0.49185 -0.16653 -0.49694 C -0.19023 -0.50204 -0.21313 -0.50816 -0.25377 -0.5104 C -0.29176 -0.50938 -0.36907 -0.50938 -0.41051 -0.5104 C -0.45194 -0.51142 -0.43023 -0.51958 -0.50212 -0.51713 L -0.8418 -0.49592 " pathEditMode="relative" rAng="0" ptsTypes="FAAAfafaFF">
                                      <p:cBhvr>
                                        <p:cTn id="26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48" y="-266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is imágenes\mapa pap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0" y="8790"/>
            <a:ext cx="11637730" cy="777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21 Grupo"/>
          <p:cNvGrpSpPr/>
          <p:nvPr/>
        </p:nvGrpSpPr>
        <p:grpSpPr>
          <a:xfrm>
            <a:off x="3540196" y="213923"/>
            <a:ext cx="283269" cy="326636"/>
            <a:chOff x="2915816" y="332656"/>
            <a:chExt cx="216024" cy="288032"/>
          </a:xfrm>
        </p:grpSpPr>
        <p:sp>
          <p:nvSpPr>
            <p:cNvPr id="4" name="3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" name="2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4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8" name="7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9" name="8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23" name="22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24 Grupo"/>
          <p:cNvGrpSpPr/>
          <p:nvPr/>
        </p:nvGrpSpPr>
        <p:grpSpPr>
          <a:xfrm>
            <a:off x="2638120" y="1279629"/>
            <a:ext cx="283269" cy="326636"/>
            <a:chOff x="2915816" y="332656"/>
            <a:chExt cx="216024" cy="288032"/>
          </a:xfrm>
        </p:grpSpPr>
        <p:sp>
          <p:nvSpPr>
            <p:cNvPr id="26" name="25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27" name="26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27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29" name="28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0" name="29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1" name="30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31 Grupo"/>
          <p:cNvGrpSpPr/>
          <p:nvPr/>
        </p:nvGrpSpPr>
        <p:grpSpPr>
          <a:xfrm>
            <a:off x="1953288" y="1986358"/>
            <a:ext cx="283269" cy="326636"/>
            <a:chOff x="2915816" y="332656"/>
            <a:chExt cx="216024" cy="288032"/>
          </a:xfrm>
        </p:grpSpPr>
        <p:sp>
          <p:nvSpPr>
            <p:cNvPr id="33" name="32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4" name="33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34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6" name="35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7" name="36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8" name="37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38 Grupo"/>
          <p:cNvGrpSpPr/>
          <p:nvPr/>
        </p:nvGrpSpPr>
        <p:grpSpPr>
          <a:xfrm>
            <a:off x="1272376" y="2827014"/>
            <a:ext cx="283269" cy="326636"/>
            <a:chOff x="2915816" y="332656"/>
            <a:chExt cx="216024" cy="288032"/>
          </a:xfrm>
        </p:grpSpPr>
        <p:sp>
          <p:nvSpPr>
            <p:cNvPr id="40" name="39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1" name="40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41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43" name="42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44" name="43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5" name="44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45 Grupo"/>
          <p:cNvGrpSpPr/>
          <p:nvPr/>
        </p:nvGrpSpPr>
        <p:grpSpPr>
          <a:xfrm>
            <a:off x="1058553" y="4419366"/>
            <a:ext cx="283269" cy="326636"/>
            <a:chOff x="2915816" y="332656"/>
            <a:chExt cx="216024" cy="288032"/>
          </a:xfrm>
        </p:grpSpPr>
        <p:sp>
          <p:nvSpPr>
            <p:cNvPr id="47" name="46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8" name="47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48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0" name="49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1" name="50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2" name="51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52 Grupo"/>
          <p:cNvGrpSpPr/>
          <p:nvPr/>
        </p:nvGrpSpPr>
        <p:grpSpPr>
          <a:xfrm>
            <a:off x="1303758" y="5358445"/>
            <a:ext cx="283269" cy="326636"/>
            <a:chOff x="2915816" y="332656"/>
            <a:chExt cx="216024" cy="288032"/>
          </a:xfrm>
        </p:grpSpPr>
        <p:sp>
          <p:nvSpPr>
            <p:cNvPr id="54" name="53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5" name="54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55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7" name="56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8" name="57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9" name="58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83 Grupo"/>
          <p:cNvGrpSpPr/>
          <p:nvPr/>
        </p:nvGrpSpPr>
        <p:grpSpPr>
          <a:xfrm>
            <a:off x="1274044" y="3481554"/>
            <a:ext cx="283269" cy="325371"/>
            <a:chOff x="172281" y="4388926"/>
            <a:chExt cx="216024" cy="286916"/>
          </a:xfrm>
        </p:grpSpPr>
        <p:sp>
          <p:nvSpPr>
            <p:cNvPr id="76" name="75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77" name="76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77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78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68 Grupo"/>
          <p:cNvGrpSpPr/>
          <p:nvPr/>
        </p:nvGrpSpPr>
        <p:grpSpPr>
          <a:xfrm>
            <a:off x="1123973" y="462616"/>
            <a:ext cx="283269" cy="325371"/>
            <a:chOff x="179512" y="3661678"/>
            <a:chExt cx="216024" cy="286916"/>
          </a:xfrm>
        </p:grpSpPr>
        <p:sp>
          <p:nvSpPr>
            <p:cNvPr id="61" name="60 Rombo"/>
            <p:cNvSpPr/>
            <p:nvPr/>
          </p:nvSpPr>
          <p:spPr>
            <a:xfrm>
              <a:off x="179512" y="373257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62" name="61 Conector recto"/>
            <p:cNvCxnSpPr/>
            <p:nvPr/>
          </p:nvCxnSpPr>
          <p:spPr>
            <a:xfrm flipH="1">
              <a:off x="232472" y="379029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65 Conector recto"/>
            <p:cNvCxnSpPr/>
            <p:nvPr/>
          </p:nvCxnSpPr>
          <p:spPr>
            <a:xfrm rot="16200000" flipH="1">
              <a:off x="236957" y="379267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"/>
            <p:cNvCxnSpPr/>
            <p:nvPr/>
          </p:nvCxnSpPr>
          <p:spPr>
            <a:xfrm flipV="1">
              <a:off x="287524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79 Conector recto"/>
            <p:cNvCxnSpPr/>
            <p:nvPr/>
          </p:nvCxnSpPr>
          <p:spPr>
            <a:xfrm flipV="1">
              <a:off x="306427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80 Conector recto"/>
            <p:cNvCxnSpPr/>
            <p:nvPr/>
          </p:nvCxnSpPr>
          <p:spPr>
            <a:xfrm flipV="1">
              <a:off x="269605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85 Grupo"/>
          <p:cNvGrpSpPr/>
          <p:nvPr/>
        </p:nvGrpSpPr>
        <p:grpSpPr>
          <a:xfrm>
            <a:off x="2506534" y="867198"/>
            <a:ext cx="283269" cy="325371"/>
            <a:chOff x="172281" y="4388926"/>
            <a:chExt cx="216024" cy="286916"/>
          </a:xfrm>
        </p:grpSpPr>
        <p:sp>
          <p:nvSpPr>
            <p:cNvPr id="87" name="86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88" name="87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88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89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90 Grupo"/>
          <p:cNvGrpSpPr/>
          <p:nvPr/>
        </p:nvGrpSpPr>
        <p:grpSpPr>
          <a:xfrm>
            <a:off x="1070657" y="1739331"/>
            <a:ext cx="283269" cy="325371"/>
            <a:chOff x="172281" y="4388926"/>
            <a:chExt cx="216024" cy="286916"/>
          </a:xfrm>
        </p:grpSpPr>
        <p:sp>
          <p:nvSpPr>
            <p:cNvPr id="92" name="91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93" name="92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93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94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103 Grupo"/>
          <p:cNvGrpSpPr/>
          <p:nvPr/>
        </p:nvGrpSpPr>
        <p:grpSpPr>
          <a:xfrm>
            <a:off x="4295803" y="213923"/>
            <a:ext cx="283269" cy="326636"/>
            <a:chOff x="3068216" y="28942"/>
            <a:chExt cx="216024" cy="288032"/>
          </a:xfrm>
        </p:grpSpPr>
        <p:sp>
          <p:nvSpPr>
            <p:cNvPr id="99" name="98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97" name="96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98" name="97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101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105 Grupo"/>
          <p:cNvGrpSpPr/>
          <p:nvPr/>
        </p:nvGrpSpPr>
        <p:grpSpPr>
          <a:xfrm>
            <a:off x="3323442" y="543643"/>
            <a:ext cx="283269" cy="326636"/>
            <a:chOff x="3068216" y="28942"/>
            <a:chExt cx="216024" cy="288032"/>
          </a:xfrm>
        </p:grpSpPr>
        <p:sp>
          <p:nvSpPr>
            <p:cNvPr id="107" name="10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08" name="10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09" name="10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10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110 Grupo"/>
          <p:cNvGrpSpPr/>
          <p:nvPr/>
        </p:nvGrpSpPr>
        <p:grpSpPr>
          <a:xfrm>
            <a:off x="3294873" y="948855"/>
            <a:ext cx="283269" cy="326636"/>
            <a:chOff x="3068216" y="28942"/>
            <a:chExt cx="216024" cy="288032"/>
          </a:xfrm>
        </p:grpSpPr>
        <p:sp>
          <p:nvSpPr>
            <p:cNvPr id="112" name="11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13" name="11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14" name="11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11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115 Grupo"/>
          <p:cNvGrpSpPr/>
          <p:nvPr/>
        </p:nvGrpSpPr>
        <p:grpSpPr>
          <a:xfrm>
            <a:off x="2644000" y="1667103"/>
            <a:ext cx="283269" cy="326636"/>
            <a:chOff x="3068216" y="28942"/>
            <a:chExt cx="216024" cy="288032"/>
          </a:xfrm>
        </p:grpSpPr>
        <p:sp>
          <p:nvSpPr>
            <p:cNvPr id="117" name="11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18" name="11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19" name="11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11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120 Grupo"/>
          <p:cNvGrpSpPr/>
          <p:nvPr/>
        </p:nvGrpSpPr>
        <p:grpSpPr>
          <a:xfrm>
            <a:off x="2599967" y="2012855"/>
            <a:ext cx="283269" cy="326636"/>
            <a:chOff x="3068216" y="28942"/>
            <a:chExt cx="216024" cy="288032"/>
          </a:xfrm>
        </p:grpSpPr>
        <p:sp>
          <p:nvSpPr>
            <p:cNvPr id="122" name="12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23" name="12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24" name="12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12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125 Grupo"/>
          <p:cNvGrpSpPr/>
          <p:nvPr/>
        </p:nvGrpSpPr>
        <p:grpSpPr>
          <a:xfrm>
            <a:off x="2053717" y="2335498"/>
            <a:ext cx="283269" cy="326636"/>
            <a:chOff x="3068216" y="28942"/>
            <a:chExt cx="216024" cy="288032"/>
          </a:xfrm>
        </p:grpSpPr>
        <p:sp>
          <p:nvSpPr>
            <p:cNvPr id="127" name="12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28" name="12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29" name="12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12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130 Grupo"/>
          <p:cNvGrpSpPr/>
          <p:nvPr/>
        </p:nvGrpSpPr>
        <p:grpSpPr>
          <a:xfrm>
            <a:off x="2082686" y="2908673"/>
            <a:ext cx="283269" cy="326636"/>
            <a:chOff x="3068216" y="28942"/>
            <a:chExt cx="216024" cy="288032"/>
          </a:xfrm>
        </p:grpSpPr>
        <p:sp>
          <p:nvSpPr>
            <p:cNvPr id="132" name="13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33" name="13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34" name="13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13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135 Grupo"/>
          <p:cNvGrpSpPr/>
          <p:nvPr/>
        </p:nvGrpSpPr>
        <p:grpSpPr>
          <a:xfrm>
            <a:off x="1972698" y="3480286"/>
            <a:ext cx="283269" cy="326636"/>
            <a:chOff x="3068216" y="28942"/>
            <a:chExt cx="216024" cy="288032"/>
          </a:xfrm>
        </p:grpSpPr>
        <p:sp>
          <p:nvSpPr>
            <p:cNvPr id="137" name="13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38" name="13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39" name="13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13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140 Grupo"/>
          <p:cNvGrpSpPr/>
          <p:nvPr/>
        </p:nvGrpSpPr>
        <p:grpSpPr>
          <a:xfrm>
            <a:off x="1495561" y="4150958"/>
            <a:ext cx="283269" cy="326636"/>
            <a:chOff x="3068216" y="28942"/>
            <a:chExt cx="216024" cy="288032"/>
          </a:xfrm>
        </p:grpSpPr>
        <p:sp>
          <p:nvSpPr>
            <p:cNvPr id="142" name="14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43" name="14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44" name="14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14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145 Grupo"/>
          <p:cNvGrpSpPr/>
          <p:nvPr/>
        </p:nvGrpSpPr>
        <p:grpSpPr>
          <a:xfrm>
            <a:off x="1353926" y="4786832"/>
            <a:ext cx="283269" cy="326636"/>
            <a:chOff x="3068216" y="28942"/>
            <a:chExt cx="216024" cy="288032"/>
          </a:xfrm>
        </p:grpSpPr>
        <p:sp>
          <p:nvSpPr>
            <p:cNvPr id="147" name="14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48" name="14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49" name="14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14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150 Grupo"/>
          <p:cNvGrpSpPr/>
          <p:nvPr/>
        </p:nvGrpSpPr>
        <p:grpSpPr>
          <a:xfrm>
            <a:off x="1644376" y="5015681"/>
            <a:ext cx="283269" cy="326636"/>
            <a:chOff x="3068216" y="28942"/>
            <a:chExt cx="216024" cy="288032"/>
          </a:xfrm>
        </p:grpSpPr>
        <p:sp>
          <p:nvSpPr>
            <p:cNvPr id="152" name="15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53" name="15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54" name="15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15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155 Grupo"/>
          <p:cNvGrpSpPr/>
          <p:nvPr/>
        </p:nvGrpSpPr>
        <p:grpSpPr>
          <a:xfrm>
            <a:off x="2126306" y="5256182"/>
            <a:ext cx="283269" cy="326636"/>
            <a:chOff x="3068216" y="28942"/>
            <a:chExt cx="216024" cy="288032"/>
          </a:xfrm>
        </p:grpSpPr>
        <p:sp>
          <p:nvSpPr>
            <p:cNvPr id="157" name="15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58" name="15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59" name="15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15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160 Grupo"/>
          <p:cNvGrpSpPr/>
          <p:nvPr/>
        </p:nvGrpSpPr>
        <p:grpSpPr>
          <a:xfrm>
            <a:off x="1719701" y="5533182"/>
            <a:ext cx="283269" cy="326636"/>
            <a:chOff x="3068216" y="28942"/>
            <a:chExt cx="216024" cy="288032"/>
          </a:xfrm>
        </p:grpSpPr>
        <p:sp>
          <p:nvSpPr>
            <p:cNvPr id="162" name="16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63" name="16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64" name="16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16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4" name="1023 Conector recto"/>
          <p:cNvCxnSpPr/>
          <p:nvPr/>
        </p:nvCxnSpPr>
        <p:spPr>
          <a:xfrm>
            <a:off x="1062619" y="1941211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167 Conector recto"/>
          <p:cNvCxnSpPr/>
          <p:nvPr/>
        </p:nvCxnSpPr>
        <p:spPr>
          <a:xfrm>
            <a:off x="1113138" y="659228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168 Conector recto"/>
          <p:cNvCxnSpPr/>
          <p:nvPr/>
        </p:nvCxnSpPr>
        <p:spPr>
          <a:xfrm>
            <a:off x="2501543" y="1070739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1026 Conector recto"/>
          <p:cNvCxnSpPr/>
          <p:nvPr/>
        </p:nvCxnSpPr>
        <p:spPr>
          <a:xfrm>
            <a:off x="2272441" y="1165373"/>
            <a:ext cx="234093" cy="2250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171 Conector recto"/>
          <p:cNvCxnSpPr/>
          <p:nvPr/>
        </p:nvCxnSpPr>
        <p:spPr>
          <a:xfrm>
            <a:off x="1267440" y="3675740"/>
            <a:ext cx="4137" cy="418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172 Conector recto"/>
          <p:cNvCxnSpPr/>
          <p:nvPr/>
        </p:nvCxnSpPr>
        <p:spPr>
          <a:xfrm flipV="1">
            <a:off x="1206341" y="4094361"/>
            <a:ext cx="69157" cy="1084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180 Conector recto"/>
          <p:cNvCxnSpPr/>
          <p:nvPr/>
        </p:nvCxnSpPr>
        <p:spPr>
          <a:xfrm flipH="1">
            <a:off x="1058555" y="1780161"/>
            <a:ext cx="610024" cy="4807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1036 CuadroTexto"/>
          <p:cNvSpPr txBox="1"/>
          <p:nvPr/>
        </p:nvSpPr>
        <p:spPr>
          <a:xfrm>
            <a:off x="456019" y="603820"/>
            <a:ext cx="655267" cy="221775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700" b="1" dirty="0">
                <a:solidFill>
                  <a:prstClr val="black"/>
                </a:solidFill>
              </a:rPr>
              <a:t>A 800 M.</a:t>
            </a:r>
          </a:p>
        </p:txBody>
      </p:sp>
      <p:cxnSp>
        <p:nvCxnSpPr>
          <p:cNvPr id="185" name="184 Conector recto"/>
          <p:cNvCxnSpPr/>
          <p:nvPr/>
        </p:nvCxnSpPr>
        <p:spPr>
          <a:xfrm>
            <a:off x="896352" y="754698"/>
            <a:ext cx="214933" cy="220080"/>
          </a:xfrm>
          <a:prstGeom prst="line">
            <a:avLst/>
          </a:prstGeom>
          <a:ln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1" name="190 Grupo"/>
          <p:cNvGrpSpPr/>
          <p:nvPr/>
        </p:nvGrpSpPr>
        <p:grpSpPr>
          <a:xfrm>
            <a:off x="3569312" y="1859045"/>
            <a:ext cx="283269" cy="326636"/>
            <a:chOff x="3068216" y="28942"/>
            <a:chExt cx="216024" cy="288032"/>
          </a:xfrm>
        </p:grpSpPr>
        <p:sp>
          <p:nvSpPr>
            <p:cNvPr id="192" name="19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93" name="19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94" name="19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19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195 Grupo"/>
          <p:cNvGrpSpPr/>
          <p:nvPr/>
        </p:nvGrpSpPr>
        <p:grpSpPr>
          <a:xfrm>
            <a:off x="2305481" y="4069299"/>
            <a:ext cx="283269" cy="326636"/>
            <a:chOff x="3068216" y="28942"/>
            <a:chExt cx="216024" cy="288032"/>
          </a:xfrm>
        </p:grpSpPr>
        <p:sp>
          <p:nvSpPr>
            <p:cNvPr id="197" name="19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98" name="19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99" name="19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19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3" name="1042 Forma libre"/>
          <p:cNvSpPr/>
          <p:nvPr/>
        </p:nvSpPr>
        <p:spPr>
          <a:xfrm>
            <a:off x="3753513" y="78902"/>
            <a:ext cx="7659091" cy="2378082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0906" h="2097023">
                <a:moveTo>
                  <a:pt x="0" y="0"/>
                </a:moveTo>
                <a:cubicBezTo>
                  <a:pt x="477078" y="295689"/>
                  <a:pt x="954157" y="591378"/>
                  <a:pt x="1451113" y="725556"/>
                </a:cubicBezTo>
                <a:cubicBezTo>
                  <a:pt x="1948070" y="859734"/>
                  <a:pt x="2521226" y="727212"/>
                  <a:pt x="2981739" y="805069"/>
                </a:cubicBezTo>
                <a:cubicBezTo>
                  <a:pt x="3442252" y="882926"/>
                  <a:pt x="3761961" y="990600"/>
                  <a:pt x="4214191" y="1192696"/>
                </a:cubicBezTo>
                <a:cubicBezTo>
                  <a:pt x="4666421" y="1394792"/>
                  <a:pt x="5446643" y="1880152"/>
                  <a:pt x="5695121" y="2017643"/>
                </a:cubicBezTo>
                <a:cubicBezTo>
                  <a:pt x="5943599" y="2155134"/>
                  <a:pt x="5824329" y="2086388"/>
                  <a:pt x="5705060" y="2017643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2" name="201 Forma libre"/>
          <p:cNvSpPr/>
          <p:nvPr/>
        </p:nvSpPr>
        <p:spPr>
          <a:xfrm>
            <a:off x="1003820" y="2291245"/>
            <a:ext cx="9966210" cy="2972845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3051313 w 5840906"/>
              <a:gd name="connsiteY2" fmla="*/ 1073426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6473"/>
              <a:gd name="connsiteY0" fmla="*/ 0 h 2075253"/>
              <a:gd name="connsiteX1" fmla="*/ 1451113 w 5846473"/>
              <a:gd name="connsiteY1" fmla="*/ 725556 h 2075253"/>
              <a:gd name="connsiteX2" fmla="*/ 3051313 w 5846473"/>
              <a:gd name="connsiteY2" fmla="*/ 1073426 h 2075253"/>
              <a:gd name="connsiteX3" fmla="*/ 4134678 w 5846473"/>
              <a:gd name="connsiteY3" fmla="*/ 1510748 h 2075253"/>
              <a:gd name="connsiteX4" fmla="*/ 5695121 w 5846473"/>
              <a:gd name="connsiteY4" fmla="*/ 2017643 h 2075253"/>
              <a:gd name="connsiteX5" fmla="*/ 5705060 w 5846473"/>
              <a:gd name="connsiteY5" fmla="*/ 2017643 h 2075253"/>
              <a:gd name="connsiteX0" fmla="*/ 0 w 7600472"/>
              <a:gd name="connsiteY0" fmla="*/ 0 h 2620659"/>
              <a:gd name="connsiteX1" fmla="*/ 1451113 w 7600472"/>
              <a:gd name="connsiteY1" fmla="*/ 725556 h 2620659"/>
              <a:gd name="connsiteX2" fmla="*/ 3051313 w 7600472"/>
              <a:gd name="connsiteY2" fmla="*/ 1073426 h 2620659"/>
              <a:gd name="connsiteX3" fmla="*/ 4134678 w 7600472"/>
              <a:gd name="connsiteY3" fmla="*/ 1510748 h 2620659"/>
              <a:gd name="connsiteX4" fmla="*/ 5695121 w 7600472"/>
              <a:gd name="connsiteY4" fmla="*/ 2017643 h 2620659"/>
              <a:gd name="connsiteX5" fmla="*/ 7593494 w 7600472"/>
              <a:gd name="connsiteY5" fmla="*/ 2613991 h 2620659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0340" h="2621492">
                <a:moveTo>
                  <a:pt x="0" y="0"/>
                </a:moveTo>
                <a:cubicBezTo>
                  <a:pt x="477078" y="295689"/>
                  <a:pt x="942561" y="546652"/>
                  <a:pt x="1451113" y="725556"/>
                </a:cubicBezTo>
                <a:cubicBezTo>
                  <a:pt x="1959665" y="904460"/>
                  <a:pt x="2604052" y="942561"/>
                  <a:pt x="3051313" y="1073426"/>
                </a:cubicBezTo>
                <a:cubicBezTo>
                  <a:pt x="3498574" y="1204291"/>
                  <a:pt x="3699013" y="1343439"/>
                  <a:pt x="4134678" y="1510748"/>
                </a:cubicBezTo>
                <a:cubicBezTo>
                  <a:pt x="4570343" y="1678057"/>
                  <a:pt x="5088834" y="1893404"/>
                  <a:pt x="5665303" y="2077278"/>
                </a:cubicBezTo>
                <a:cubicBezTo>
                  <a:pt x="6241772" y="2261152"/>
                  <a:pt x="7712763" y="2682736"/>
                  <a:pt x="7593494" y="2613991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3" name="202 Forma libre"/>
          <p:cNvSpPr/>
          <p:nvPr/>
        </p:nvSpPr>
        <p:spPr>
          <a:xfrm>
            <a:off x="801931" y="5440103"/>
            <a:ext cx="7780717" cy="1972468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3051313 w 5840906"/>
              <a:gd name="connsiteY2" fmla="*/ 1073426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6473"/>
              <a:gd name="connsiteY0" fmla="*/ 0 h 2075253"/>
              <a:gd name="connsiteX1" fmla="*/ 1451113 w 5846473"/>
              <a:gd name="connsiteY1" fmla="*/ 725556 h 2075253"/>
              <a:gd name="connsiteX2" fmla="*/ 3051313 w 5846473"/>
              <a:gd name="connsiteY2" fmla="*/ 1073426 h 2075253"/>
              <a:gd name="connsiteX3" fmla="*/ 4134678 w 5846473"/>
              <a:gd name="connsiteY3" fmla="*/ 1510748 h 2075253"/>
              <a:gd name="connsiteX4" fmla="*/ 5695121 w 5846473"/>
              <a:gd name="connsiteY4" fmla="*/ 2017643 h 2075253"/>
              <a:gd name="connsiteX5" fmla="*/ 5705060 w 5846473"/>
              <a:gd name="connsiteY5" fmla="*/ 2017643 h 2075253"/>
              <a:gd name="connsiteX0" fmla="*/ 0 w 7600472"/>
              <a:gd name="connsiteY0" fmla="*/ 0 h 2620659"/>
              <a:gd name="connsiteX1" fmla="*/ 1451113 w 7600472"/>
              <a:gd name="connsiteY1" fmla="*/ 725556 h 2620659"/>
              <a:gd name="connsiteX2" fmla="*/ 3051313 w 7600472"/>
              <a:gd name="connsiteY2" fmla="*/ 1073426 h 2620659"/>
              <a:gd name="connsiteX3" fmla="*/ 4134678 w 7600472"/>
              <a:gd name="connsiteY3" fmla="*/ 1510748 h 2620659"/>
              <a:gd name="connsiteX4" fmla="*/ 5695121 w 7600472"/>
              <a:gd name="connsiteY4" fmla="*/ 2017643 h 2620659"/>
              <a:gd name="connsiteX5" fmla="*/ 7593494 w 7600472"/>
              <a:gd name="connsiteY5" fmla="*/ 2613991 h 2620659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  <a:gd name="connsiteX0" fmla="*/ 0 w 5665303"/>
              <a:gd name="connsiteY0" fmla="*/ 0 h 2077278"/>
              <a:gd name="connsiteX1" fmla="*/ 1451113 w 5665303"/>
              <a:gd name="connsiteY1" fmla="*/ 725556 h 2077278"/>
              <a:gd name="connsiteX2" fmla="*/ 3051313 w 5665303"/>
              <a:gd name="connsiteY2" fmla="*/ 1073426 h 2077278"/>
              <a:gd name="connsiteX3" fmla="*/ 4134678 w 5665303"/>
              <a:gd name="connsiteY3" fmla="*/ 1510748 h 2077278"/>
              <a:gd name="connsiteX4" fmla="*/ 5665303 w 5665303"/>
              <a:gd name="connsiteY4" fmla="*/ 2077278 h 2077278"/>
              <a:gd name="connsiteX0" fmla="*/ 0 w 5933659"/>
              <a:gd name="connsiteY0" fmla="*/ 0 h 1739347"/>
              <a:gd name="connsiteX1" fmla="*/ 1451113 w 5933659"/>
              <a:gd name="connsiteY1" fmla="*/ 725556 h 1739347"/>
              <a:gd name="connsiteX2" fmla="*/ 3051313 w 5933659"/>
              <a:gd name="connsiteY2" fmla="*/ 1073426 h 1739347"/>
              <a:gd name="connsiteX3" fmla="*/ 4134678 w 5933659"/>
              <a:gd name="connsiteY3" fmla="*/ 1510748 h 1739347"/>
              <a:gd name="connsiteX4" fmla="*/ 5933659 w 5933659"/>
              <a:gd name="connsiteY4" fmla="*/ 1739347 h 1739347"/>
              <a:gd name="connsiteX0" fmla="*/ 0 w 5933659"/>
              <a:gd name="connsiteY0" fmla="*/ 0 h 1739347"/>
              <a:gd name="connsiteX1" fmla="*/ 1451113 w 5933659"/>
              <a:gd name="connsiteY1" fmla="*/ 725556 h 1739347"/>
              <a:gd name="connsiteX2" fmla="*/ 3051313 w 5933659"/>
              <a:gd name="connsiteY2" fmla="*/ 1073426 h 1739347"/>
              <a:gd name="connsiteX3" fmla="*/ 4263887 w 5933659"/>
              <a:gd name="connsiteY3" fmla="*/ 1292087 h 1739347"/>
              <a:gd name="connsiteX4" fmla="*/ 5933659 w 5933659"/>
              <a:gd name="connsiteY4" fmla="*/ 1739347 h 173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3659" h="1739347">
                <a:moveTo>
                  <a:pt x="0" y="0"/>
                </a:moveTo>
                <a:cubicBezTo>
                  <a:pt x="477078" y="295689"/>
                  <a:pt x="942561" y="546652"/>
                  <a:pt x="1451113" y="725556"/>
                </a:cubicBezTo>
                <a:cubicBezTo>
                  <a:pt x="1959665" y="904460"/>
                  <a:pt x="2582517" y="979004"/>
                  <a:pt x="3051313" y="1073426"/>
                </a:cubicBezTo>
                <a:cubicBezTo>
                  <a:pt x="3520109" y="1167848"/>
                  <a:pt x="3783496" y="1181100"/>
                  <a:pt x="4263887" y="1292087"/>
                </a:cubicBezTo>
                <a:cubicBezTo>
                  <a:pt x="4744278" y="1403074"/>
                  <a:pt x="5357190" y="1555473"/>
                  <a:pt x="5933659" y="173934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1046" name="1045 Forma libre"/>
          <p:cNvSpPr/>
          <p:nvPr/>
        </p:nvSpPr>
        <p:spPr>
          <a:xfrm>
            <a:off x="2034754" y="541021"/>
            <a:ext cx="2802101" cy="6661309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6913" h="5874026">
                <a:moveTo>
                  <a:pt x="2136913" y="0"/>
                </a:moveTo>
                <a:cubicBezTo>
                  <a:pt x="2082248" y="81998"/>
                  <a:pt x="2027583" y="163996"/>
                  <a:pt x="1948070" y="337931"/>
                </a:cubicBezTo>
                <a:cubicBezTo>
                  <a:pt x="1868557" y="511866"/>
                  <a:pt x="1769165" y="819979"/>
                  <a:pt x="1659835" y="1043609"/>
                </a:cubicBezTo>
                <a:cubicBezTo>
                  <a:pt x="1550505" y="1267239"/>
                  <a:pt x="1396448" y="1427922"/>
                  <a:pt x="1292087" y="1679713"/>
                </a:cubicBezTo>
                <a:cubicBezTo>
                  <a:pt x="1187726" y="1931504"/>
                  <a:pt x="1149627" y="2170044"/>
                  <a:pt x="1033670" y="2554357"/>
                </a:cubicBezTo>
                <a:cubicBezTo>
                  <a:pt x="917713" y="2938670"/>
                  <a:pt x="768626" y="3432314"/>
                  <a:pt x="596348" y="3985592"/>
                </a:cubicBezTo>
                <a:cubicBezTo>
                  <a:pt x="424070" y="4538870"/>
                  <a:pt x="119269" y="5499652"/>
                  <a:pt x="0" y="5874026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7" name="206 Forma libre"/>
          <p:cNvSpPr/>
          <p:nvPr/>
        </p:nvSpPr>
        <p:spPr>
          <a:xfrm>
            <a:off x="5458181" y="713848"/>
            <a:ext cx="2489308" cy="6785293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795130 w 1898373"/>
              <a:gd name="connsiteY4" fmla="*/ 2554357 h 5983357"/>
              <a:gd name="connsiteX5" fmla="*/ 357808 w 1898373"/>
              <a:gd name="connsiteY5" fmla="*/ 3985592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795130 w 1898373"/>
              <a:gd name="connsiteY4" fmla="*/ 2554357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894521 w 1898373"/>
              <a:gd name="connsiteY4" fmla="*/ 2584174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242391 w 1898373"/>
              <a:gd name="connsiteY3" fmla="*/ 1739348 h 5983357"/>
              <a:gd name="connsiteX4" fmla="*/ 894521 w 1898373"/>
              <a:gd name="connsiteY4" fmla="*/ 2584174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8373" h="5983357">
                <a:moveTo>
                  <a:pt x="1898373" y="0"/>
                </a:moveTo>
                <a:cubicBezTo>
                  <a:pt x="1843708" y="81998"/>
                  <a:pt x="1789043" y="163996"/>
                  <a:pt x="1709530" y="337931"/>
                </a:cubicBezTo>
                <a:cubicBezTo>
                  <a:pt x="1630017" y="511866"/>
                  <a:pt x="1499152" y="810039"/>
                  <a:pt x="1421295" y="1043609"/>
                </a:cubicBezTo>
                <a:cubicBezTo>
                  <a:pt x="1343438" y="1277179"/>
                  <a:pt x="1330187" y="1482587"/>
                  <a:pt x="1242391" y="1739348"/>
                </a:cubicBezTo>
                <a:cubicBezTo>
                  <a:pt x="1154595" y="1996109"/>
                  <a:pt x="1017104" y="2203174"/>
                  <a:pt x="894521" y="2584174"/>
                </a:cubicBezTo>
                <a:cubicBezTo>
                  <a:pt x="771938" y="2965174"/>
                  <a:pt x="655982" y="3458818"/>
                  <a:pt x="506895" y="4025348"/>
                </a:cubicBezTo>
                <a:cubicBezTo>
                  <a:pt x="357808" y="4591878"/>
                  <a:pt x="119269" y="5608983"/>
                  <a:pt x="0" y="598335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8" name="207 Forma libre"/>
          <p:cNvSpPr/>
          <p:nvPr/>
        </p:nvSpPr>
        <p:spPr>
          <a:xfrm>
            <a:off x="7041829" y="886672"/>
            <a:ext cx="2541440" cy="6638766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725556 w 2136913"/>
              <a:gd name="connsiteY5" fmla="*/ 4015410 h 5874026"/>
              <a:gd name="connsiteX6" fmla="*/ 0 w 2136913"/>
              <a:gd name="connsiteY6" fmla="*/ 5874026 h 5874026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725556 w 2136913"/>
              <a:gd name="connsiteY5" fmla="*/ 4015410 h 5874026"/>
              <a:gd name="connsiteX6" fmla="*/ 414400 w 2136913"/>
              <a:gd name="connsiteY6" fmla="*/ 5251175 h 5874026"/>
              <a:gd name="connsiteX7" fmla="*/ 0 w 2136913"/>
              <a:gd name="connsiteY7" fmla="*/ 5874026 h 5874026"/>
              <a:gd name="connsiteX0" fmla="*/ 1938130 w 1938130"/>
              <a:gd name="connsiteY0" fmla="*/ 0 h 5854147"/>
              <a:gd name="connsiteX1" fmla="*/ 1749287 w 1938130"/>
              <a:gd name="connsiteY1" fmla="*/ 337931 h 5854147"/>
              <a:gd name="connsiteX2" fmla="*/ 1461052 w 1938130"/>
              <a:gd name="connsiteY2" fmla="*/ 1043609 h 5854147"/>
              <a:gd name="connsiteX3" fmla="*/ 1093304 w 1938130"/>
              <a:gd name="connsiteY3" fmla="*/ 1679713 h 5854147"/>
              <a:gd name="connsiteX4" fmla="*/ 834887 w 1938130"/>
              <a:gd name="connsiteY4" fmla="*/ 2554357 h 5854147"/>
              <a:gd name="connsiteX5" fmla="*/ 526773 w 1938130"/>
              <a:gd name="connsiteY5" fmla="*/ 4015410 h 5854147"/>
              <a:gd name="connsiteX6" fmla="*/ 215617 w 1938130"/>
              <a:gd name="connsiteY6" fmla="*/ 5251175 h 5854147"/>
              <a:gd name="connsiteX7" fmla="*/ 0 w 1938130"/>
              <a:gd name="connsiteY7" fmla="*/ 5854147 h 585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8130" h="5854147">
                <a:moveTo>
                  <a:pt x="1938130" y="0"/>
                </a:moveTo>
                <a:cubicBezTo>
                  <a:pt x="1883465" y="81998"/>
                  <a:pt x="1828800" y="163996"/>
                  <a:pt x="1749287" y="337931"/>
                </a:cubicBezTo>
                <a:cubicBezTo>
                  <a:pt x="1669774" y="511866"/>
                  <a:pt x="1570382" y="819979"/>
                  <a:pt x="1461052" y="1043609"/>
                </a:cubicBezTo>
                <a:cubicBezTo>
                  <a:pt x="1351722" y="1267239"/>
                  <a:pt x="1197665" y="1427922"/>
                  <a:pt x="1093304" y="1679713"/>
                </a:cubicBezTo>
                <a:cubicBezTo>
                  <a:pt x="988943" y="1931504"/>
                  <a:pt x="929309" y="2165074"/>
                  <a:pt x="834887" y="2554357"/>
                </a:cubicBezTo>
                <a:cubicBezTo>
                  <a:pt x="740465" y="2943640"/>
                  <a:pt x="629985" y="3565940"/>
                  <a:pt x="526773" y="4015410"/>
                </a:cubicBezTo>
                <a:cubicBezTo>
                  <a:pt x="423561" y="4464880"/>
                  <a:pt x="336543" y="4941406"/>
                  <a:pt x="215617" y="5251175"/>
                </a:cubicBezTo>
                <a:cubicBezTo>
                  <a:pt x="94691" y="5560944"/>
                  <a:pt x="44219" y="5742056"/>
                  <a:pt x="0" y="585414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grpSp>
        <p:nvGrpSpPr>
          <p:cNvPr id="1051" name="1050 Grupo"/>
          <p:cNvGrpSpPr/>
          <p:nvPr/>
        </p:nvGrpSpPr>
        <p:grpSpPr>
          <a:xfrm>
            <a:off x="10433075" y="3159489"/>
            <a:ext cx="755384" cy="414681"/>
            <a:chOff x="7825410" y="2712633"/>
            <a:chExt cx="576064" cy="365671"/>
          </a:xfrm>
        </p:grpSpPr>
        <p:sp>
          <p:nvSpPr>
            <p:cNvPr id="210" name="209 Elipse"/>
            <p:cNvSpPr/>
            <p:nvPr/>
          </p:nvSpPr>
          <p:spPr>
            <a:xfrm>
              <a:off x="7825410" y="2712633"/>
              <a:ext cx="576064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048" name="1047 CuadroTexto"/>
            <p:cNvSpPr txBox="1"/>
            <p:nvPr/>
          </p:nvSpPr>
          <p:spPr>
            <a:xfrm>
              <a:off x="8009778" y="2929033"/>
              <a:ext cx="216024" cy="149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NZR</a:t>
              </a:r>
            </a:p>
          </p:txBody>
        </p:sp>
      </p:grpSp>
      <p:grpSp>
        <p:nvGrpSpPr>
          <p:cNvPr id="1052" name="1051 Grupo"/>
          <p:cNvGrpSpPr/>
          <p:nvPr/>
        </p:nvGrpSpPr>
        <p:grpSpPr>
          <a:xfrm>
            <a:off x="10149806" y="6501685"/>
            <a:ext cx="755384" cy="420511"/>
            <a:chOff x="7956376" y="5805264"/>
            <a:chExt cx="576064" cy="370812"/>
          </a:xfrm>
        </p:grpSpPr>
        <p:sp>
          <p:nvSpPr>
            <p:cNvPr id="1047" name="1046 Elipse"/>
            <p:cNvSpPr/>
            <p:nvPr/>
          </p:nvSpPr>
          <p:spPr>
            <a:xfrm>
              <a:off x="7956376" y="5805264"/>
              <a:ext cx="576064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212" name="211 CuadroTexto"/>
            <p:cNvSpPr txBox="1"/>
            <p:nvPr/>
          </p:nvSpPr>
          <p:spPr>
            <a:xfrm>
              <a:off x="8130686" y="6026805"/>
              <a:ext cx="216024" cy="149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NZR</a:t>
              </a:r>
            </a:p>
          </p:txBody>
        </p:sp>
      </p:grpSp>
      <p:sp>
        <p:nvSpPr>
          <p:cNvPr id="213" name="212 CuadroTexto"/>
          <p:cNvSpPr txBox="1"/>
          <p:nvPr/>
        </p:nvSpPr>
        <p:spPr>
          <a:xfrm>
            <a:off x="11270970" y="978461"/>
            <a:ext cx="283269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NZR</a:t>
            </a:r>
          </a:p>
        </p:txBody>
      </p:sp>
      <p:sp>
        <p:nvSpPr>
          <p:cNvPr id="214" name="213 CuadroTexto"/>
          <p:cNvSpPr txBox="1"/>
          <p:nvPr/>
        </p:nvSpPr>
        <p:spPr>
          <a:xfrm rot="17901436">
            <a:off x="9270341" y="997947"/>
            <a:ext cx="61098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LP D(0400)</a:t>
            </a:r>
          </a:p>
        </p:txBody>
      </p:sp>
      <p:sp>
        <p:nvSpPr>
          <p:cNvPr id="215" name="214 CuadroTexto"/>
          <p:cNvSpPr txBox="1"/>
          <p:nvPr/>
        </p:nvSpPr>
        <p:spPr>
          <a:xfrm rot="17332151">
            <a:off x="7022944" y="7055166"/>
            <a:ext cx="61098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LP D(0400)</a:t>
            </a:r>
          </a:p>
        </p:txBody>
      </p:sp>
      <p:sp>
        <p:nvSpPr>
          <p:cNvPr id="216" name="215 CuadroTexto"/>
          <p:cNvSpPr txBox="1"/>
          <p:nvPr/>
        </p:nvSpPr>
        <p:spPr>
          <a:xfrm rot="17901436">
            <a:off x="5680250" y="3742762"/>
            <a:ext cx="916713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LOA = SUCRE</a:t>
            </a:r>
          </a:p>
        </p:txBody>
      </p:sp>
      <p:sp>
        <p:nvSpPr>
          <p:cNvPr id="217" name="216 CuadroTexto"/>
          <p:cNvSpPr txBox="1"/>
          <p:nvPr/>
        </p:nvSpPr>
        <p:spPr>
          <a:xfrm rot="17901436">
            <a:off x="7697112" y="622051"/>
            <a:ext cx="476877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GRIS</a:t>
            </a:r>
          </a:p>
        </p:txBody>
      </p:sp>
      <p:sp>
        <p:nvSpPr>
          <p:cNvPr id="218" name="217 CuadroTexto"/>
          <p:cNvSpPr txBox="1"/>
          <p:nvPr/>
        </p:nvSpPr>
        <p:spPr>
          <a:xfrm rot="16925145">
            <a:off x="5369416" y="6994196"/>
            <a:ext cx="476877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GRIS</a:t>
            </a:r>
          </a:p>
        </p:txBody>
      </p:sp>
      <p:sp>
        <p:nvSpPr>
          <p:cNvPr id="219" name="218 CuadroTexto"/>
          <p:cNvSpPr txBox="1"/>
          <p:nvPr/>
        </p:nvSpPr>
        <p:spPr>
          <a:xfrm rot="17315848">
            <a:off x="2064292" y="6552674"/>
            <a:ext cx="47626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AZUL</a:t>
            </a:r>
          </a:p>
        </p:txBody>
      </p:sp>
      <p:sp>
        <p:nvSpPr>
          <p:cNvPr id="220" name="219 CuadroTexto"/>
          <p:cNvSpPr txBox="1"/>
          <p:nvPr/>
        </p:nvSpPr>
        <p:spPr>
          <a:xfrm rot="17315848">
            <a:off x="4769307" y="254574"/>
            <a:ext cx="47626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AZUL</a:t>
            </a:r>
          </a:p>
        </p:txBody>
      </p:sp>
      <p:sp>
        <p:nvSpPr>
          <p:cNvPr id="1049" name="1048 Elipse"/>
          <p:cNvSpPr/>
          <p:nvPr/>
        </p:nvSpPr>
        <p:spPr>
          <a:xfrm rot="2218078">
            <a:off x="2335595" y="94247"/>
            <a:ext cx="1341583" cy="26675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 dirty="0">
              <a:solidFill>
                <a:srgbClr val="002060"/>
              </a:solidFill>
            </a:endParaRPr>
          </a:p>
        </p:txBody>
      </p:sp>
      <p:sp>
        <p:nvSpPr>
          <p:cNvPr id="222" name="221 Elipse"/>
          <p:cNvSpPr/>
          <p:nvPr/>
        </p:nvSpPr>
        <p:spPr>
          <a:xfrm rot="361667">
            <a:off x="1599706" y="3065923"/>
            <a:ext cx="1341583" cy="27217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1050" name="1049 CuadroTexto"/>
          <p:cNvSpPr txBox="1"/>
          <p:nvPr/>
        </p:nvSpPr>
        <p:spPr>
          <a:xfrm>
            <a:off x="2395534" y="1106883"/>
            <a:ext cx="1045474" cy="791161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4400" dirty="0">
                <a:solidFill>
                  <a:prstClr val="black"/>
                </a:solidFill>
              </a:rPr>
              <a:t>O1</a:t>
            </a:r>
          </a:p>
        </p:txBody>
      </p:sp>
      <p:sp>
        <p:nvSpPr>
          <p:cNvPr id="224" name="223 CuadroTexto"/>
          <p:cNvSpPr txBox="1"/>
          <p:nvPr/>
        </p:nvSpPr>
        <p:spPr>
          <a:xfrm>
            <a:off x="1821689" y="4004737"/>
            <a:ext cx="1045474" cy="791161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4400" dirty="0">
                <a:solidFill>
                  <a:prstClr val="black"/>
                </a:solidFill>
              </a:rPr>
              <a:t>O2</a:t>
            </a:r>
          </a:p>
        </p:txBody>
      </p:sp>
    </p:spTree>
    <p:extLst>
      <p:ext uri="{BB962C8B-B14F-4D97-AF65-F5344CB8AC3E}">
        <p14:creationId xmlns:p14="http://schemas.microsoft.com/office/powerpoint/2010/main" val="360071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is imágenes\mapa pap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0" y="8790"/>
            <a:ext cx="11637730" cy="777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21 Grupo"/>
          <p:cNvGrpSpPr/>
          <p:nvPr/>
        </p:nvGrpSpPr>
        <p:grpSpPr>
          <a:xfrm>
            <a:off x="3540196" y="213923"/>
            <a:ext cx="283269" cy="326636"/>
            <a:chOff x="2915816" y="332656"/>
            <a:chExt cx="216024" cy="288032"/>
          </a:xfrm>
        </p:grpSpPr>
        <p:sp>
          <p:nvSpPr>
            <p:cNvPr id="4" name="3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" name="2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4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8" name="7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9" name="8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23" name="22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24 Grupo"/>
          <p:cNvGrpSpPr/>
          <p:nvPr/>
        </p:nvGrpSpPr>
        <p:grpSpPr>
          <a:xfrm>
            <a:off x="2638120" y="1279629"/>
            <a:ext cx="283269" cy="326636"/>
            <a:chOff x="2915816" y="332656"/>
            <a:chExt cx="216024" cy="288032"/>
          </a:xfrm>
        </p:grpSpPr>
        <p:sp>
          <p:nvSpPr>
            <p:cNvPr id="26" name="25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27" name="26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27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29" name="28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0" name="29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1" name="30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31 Grupo"/>
          <p:cNvGrpSpPr/>
          <p:nvPr/>
        </p:nvGrpSpPr>
        <p:grpSpPr>
          <a:xfrm>
            <a:off x="1953288" y="1986358"/>
            <a:ext cx="283269" cy="326636"/>
            <a:chOff x="2915816" y="332656"/>
            <a:chExt cx="216024" cy="288032"/>
          </a:xfrm>
        </p:grpSpPr>
        <p:sp>
          <p:nvSpPr>
            <p:cNvPr id="33" name="32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4" name="33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34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6" name="35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37" name="36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38" name="37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38 Grupo"/>
          <p:cNvGrpSpPr/>
          <p:nvPr/>
        </p:nvGrpSpPr>
        <p:grpSpPr>
          <a:xfrm>
            <a:off x="1272376" y="2827014"/>
            <a:ext cx="283269" cy="326636"/>
            <a:chOff x="2915816" y="332656"/>
            <a:chExt cx="216024" cy="288032"/>
          </a:xfrm>
        </p:grpSpPr>
        <p:sp>
          <p:nvSpPr>
            <p:cNvPr id="40" name="39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1" name="40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41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43" name="42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44" name="43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5" name="44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45 Grupo"/>
          <p:cNvGrpSpPr/>
          <p:nvPr/>
        </p:nvGrpSpPr>
        <p:grpSpPr>
          <a:xfrm>
            <a:off x="1058553" y="4419366"/>
            <a:ext cx="283269" cy="326636"/>
            <a:chOff x="2915816" y="332656"/>
            <a:chExt cx="216024" cy="288032"/>
          </a:xfrm>
        </p:grpSpPr>
        <p:sp>
          <p:nvSpPr>
            <p:cNvPr id="47" name="46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48" name="47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48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0" name="49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1" name="50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2" name="51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52 Grupo"/>
          <p:cNvGrpSpPr/>
          <p:nvPr/>
        </p:nvGrpSpPr>
        <p:grpSpPr>
          <a:xfrm>
            <a:off x="1303758" y="5358445"/>
            <a:ext cx="283269" cy="326636"/>
            <a:chOff x="2915816" y="332656"/>
            <a:chExt cx="216024" cy="288032"/>
          </a:xfrm>
        </p:grpSpPr>
        <p:sp>
          <p:nvSpPr>
            <p:cNvPr id="54" name="53 Rombo"/>
            <p:cNvSpPr/>
            <p:nvPr/>
          </p:nvSpPr>
          <p:spPr>
            <a:xfrm>
              <a:off x="2915816" y="404664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5" name="54 Conector recto"/>
            <p:cNvCxnSpPr/>
            <p:nvPr/>
          </p:nvCxnSpPr>
          <p:spPr>
            <a:xfrm flipH="1">
              <a:off x="2968776" y="462386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55 Elipse"/>
            <p:cNvSpPr/>
            <p:nvPr/>
          </p:nvSpPr>
          <p:spPr>
            <a:xfrm>
              <a:off x="3002041" y="332656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7" name="56 Elipse"/>
            <p:cNvSpPr/>
            <p:nvPr/>
          </p:nvSpPr>
          <p:spPr>
            <a:xfrm>
              <a:off x="3061977" y="334801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58" name="57 Elipse"/>
            <p:cNvSpPr/>
            <p:nvPr/>
          </p:nvSpPr>
          <p:spPr>
            <a:xfrm>
              <a:off x="2949014" y="335674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59" name="58 Conector recto"/>
            <p:cNvCxnSpPr/>
            <p:nvPr/>
          </p:nvCxnSpPr>
          <p:spPr>
            <a:xfrm rot="16200000" flipH="1">
              <a:off x="2973261" y="464767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83 Grupo"/>
          <p:cNvGrpSpPr/>
          <p:nvPr/>
        </p:nvGrpSpPr>
        <p:grpSpPr>
          <a:xfrm>
            <a:off x="1274044" y="3481554"/>
            <a:ext cx="283269" cy="325371"/>
            <a:chOff x="172281" y="4388926"/>
            <a:chExt cx="216024" cy="286916"/>
          </a:xfrm>
        </p:grpSpPr>
        <p:sp>
          <p:nvSpPr>
            <p:cNvPr id="76" name="75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77" name="76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77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78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68 Grupo"/>
          <p:cNvGrpSpPr/>
          <p:nvPr/>
        </p:nvGrpSpPr>
        <p:grpSpPr>
          <a:xfrm>
            <a:off x="1123973" y="462616"/>
            <a:ext cx="283269" cy="325371"/>
            <a:chOff x="179512" y="3661678"/>
            <a:chExt cx="216024" cy="286916"/>
          </a:xfrm>
        </p:grpSpPr>
        <p:sp>
          <p:nvSpPr>
            <p:cNvPr id="61" name="60 Rombo"/>
            <p:cNvSpPr/>
            <p:nvPr/>
          </p:nvSpPr>
          <p:spPr>
            <a:xfrm>
              <a:off x="179512" y="373257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62" name="61 Conector recto"/>
            <p:cNvCxnSpPr/>
            <p:nvPr/>
          </p:nvCxnSpPr>
          <p:spPr>
            <a:xfrm flipH="1">
              <a:off x="232472" y="379029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65 Conector recto"/>
            <p:cNvCxnSpPr/>
            <p:nvPr/>
          </p:nvCxnSpPr>
          <p:spPr>
            <a:xfrm rot="16200000" flipH="1">
              <a:off x="236957" y="379267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"/>
            <p:cNvCxnSpPr/>
            <p:nvPr/>
          </p:nvCxnSpPr>
          <p:spPr>
            <a:xfrm flipV="1">
              <a:off x="287524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79 Conector recto"/>
            <p:cNvCxnSpPr/>
            <p:nvPr/>
          </p:nvCxnSpPr>
          <p:spPr>
            <a:xfrm flipV="1">
              <a:off x="306427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80 Conector recto"/>
            <p:cNvCxnSpPr/>
            <p:nvPr/>
          </p:nvCxnSpPr>
          <p:spPr>
            <a:xfrm flipV="1">
              <a:off x="269605" y="3661678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85 Grupo"/>
          <p:cNvGrpSpPr/>
          <p:nvPr/>
        </p:nvGrpSpPr>
        <p:grpSpPr>
          <a:xfrm>
            <a:off x="2506534" y="867198"/>
            <a:ext cx="283269" cy="325371"/>
            <a:chOff x="172281" y="4388926"/>
            <a:chExt cx="216024" cy="286916"/>
          </a:xfrm>
        </p:grpSpPr>
        <p:sp>
          <p:nvSpPr>
            <p:cNvPr id="87" name="86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88" name="87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88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89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90 Grupo"/>
          <p:cNvGrpSpPr/>
          <p:nvPr/>
        </p:nvGrpSpPr>
        <p:grpSpPr>
          <a:xfrm>
            <a:off x="1070657" y="1739331"/>
            <a:ext cx="283269" cy="325371"/>
            <a:chOff x="172281" y="4388926"/>
            <a:chExt cx="216024" cy="286916"/>
          </a:xfrm>
        </p:grpSpPr>
        <p:sp>
          <p:nvSpPr>
            <p:cNvPr id="92" name="91 Rombo"/>
            <p:cNvSpPr/>
            <p:nvPr/>
          </p:nvSpPr>
          <p:spPr>
            <a:xfrm>
              <a:off x="172281" y="4459818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93" name="92 Conector recto"/>
            <p:cNvCxnSpPr/>
            <p:nvPr/>
          </p:nvCxnSpPr>
          <p:spPr>
            <a:xfrm flipH="1">
              <a:off x="225241" y="4517540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93 Conector recto"/>
            <p:cNvCxnSpPr/>
            <p:nvPr/>
          </p:nvCxnSpPr>
          <p:spPr>
            <a:xfrm rot="16200000" flipH="1">
              <a:off x="229726" y="4519921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94 Conector recto"/>
            <p:cNvCxnSpPr/>
            <p:nvPr/>
          </p:nvCxnSpPr>
          <p:spPr>
            <a:xfrm flipV="1">
              <a:off x="280293" y="4388926"/>
              <a:ext cx="0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103 Grupo"/>
          <p:cNvGrpSpPr/>
          <p:nvPr/>
        </p:nvGrpSpPr>
        <p:grpSpPr>
          <a:xfrm>
            <a:off x="4295803" y="213923"/>
            <a:ext cx="283269" cy="326636"/>
            <a:chOff x="3068216" y="28942"/>
            <a:chExt cx="216024" cy="288032"/>
          </a:xfrm>
        </p:grpSpPr>
        <p:sp>
          <p:nvSpPr>
            <p:cNvPr id="99" name="98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97" name="96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98" name="97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101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105 Grupo"/>
          <p:cNvGrpSpPr/>
          <p:nvPr/>
        </p:nvGrpSpPr>
        <p:grpSpPr>
          <a:xfrm>
            <a:off x="3323442" y="543643"/>
            <a:ext cx="283269" cy="326636"/>
            <a:chOff x="3068216" y="28942"/>
            <a:chExt cx="216024" cy="288032"/>
          </a:xfrm>
        </p:grpSpPr>
        <p:sp>
          <p:nvSpPr>
            <p:cNvPr id="107" name="10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08" name="10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09" name="10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10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110 Grupo"/>
          <p:cNvGrpSpPr/>
          <p:nvPr/>
        </p:nvGrpSpPr>
        <p:grpSpPr>
          <a:xfrm>
            <a:off x="3294873" y="948855"/>
            <a:ext cx="283269" cy="326636"/>
            <a:chOff x="3068216" y="28942"/>
            <a:chExt cx="216024" cy="288032"/>
          </a:xfrm>
        </p:grpSpPr>
        <p:sp>
          <p:nvSpPr>
            <p:cNvPr id="112" name="11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13" name="11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14" name="11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11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115 Grupo"/>
          <p:cNvGrpSpPr/>
          <p:nvPr/>
        </p:nvGrpSpPr>
        <p:grpSpPr>
          <a:xfrm>
            <a:off x="2644000" y="1667103"/>
            <a:ext cx="283269" cy="326636"/>
            <a:chOff x="3068216" y="28942"/>
            <a:chExt cx="216024" cy="288032"/>
          </a:xfrm>
        </p:grpSpPr>
        <p:sp>
          <p:nvSpPr>
            <p:cNvPr id="117" name="11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18" name="11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19" name="11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11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120 Grupo"/>
          <p:cNvGrpSpPr/>
          <p:nvPr/>
        </p:nvGrpSpPr>
        <p:grpSpPr>
          <a:xfrm>
            <a:off x="2599967" y="2012855"/>
            <a:ext cx="283269" cy="326636"/>
            <a:chOff x="3068216" y="28942"/>
            <a:chExt cx="216024" cy="288032"/>
          </a:xfrm>
        </p:grpSpPr>
        <p:sp>
          <p:nvSpPr>
            <p:cNvPr id="122" name="12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23" name="12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24" name="12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12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125 Grupo"/>
          <p:cNvGrpSpPr/>
          <p:nvPr/>
        </p:nvGrpSpPr>
        <p:grpSpPr>
          <a:xfrm>
            <a:off x="2053717" y="2335498"/>
            <a:ext cx="283269" cy="326636"/>
            <a:chOff x="3068216" y="28942"/>
            <a:chExt cx="216024" cy="288032"/>
          </a:xfrm>
        </p:grpSpPr>
        <p:sp>
          <p:nvSpPr>
            <p:cNvPr id="127" name="12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28" name="12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29" name="12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12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130 Grupo"/>
          <p:cNvGrpSpPr/>
          <p:nvPr/>
        </p:nvGrpSpPr>
        <p:grpSpPr>
          <a:xfrm>
            <a:off x="2082686" y="2908673"/>
            <a:ext cx="283269" cy="326636"/>
            <a:chOff x="3068216" y="28942"/>
            <a:chExt cx="216024" cy="288032"/>
          </a:xfrm>
        </p:grpSpPr>
        <p:sp>
          <p:nvSpPr>
            <p:cNvPr id="132" name="13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33" name="13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34" name="13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13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135 Grupo"/>
          <p:cNvGrpSpPr/>
          <p:nvPr/>
        </p:nvGrpSpPr>
        <p:grpSpPr>
          <a:xfrm>
            <a:off x="1972698" y="3480286"/>
            <a:ext cx="283269" cy="326636"/>
            <a:chOff x="3068216" y="28942"/>
            <a:chExt cx="216024" cy="288032"/>
          </a:xfrm>
        </p:grpSpPr>
        <p:sp>
          <p:nvSpPr>
            <p:cNvPr id="137" name="13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38" name="13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39" name="13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13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140 Grupo"/>
          <p:cNvGrpSpPr/>
          <p:nvPr/>
        </p:nvGrpSpPr>
        <p:grpSpPr>
          <a:xfrm>
            <a:off x="1495561" y="4150958"/>
            <a:ext cx="283269" cy="326636"/>
            <a:chOff x="3068216" y="28942"/>
            <a:chExt cx="216024" cy="288032"/>
          </a:xfrm>
        </p:grpSpPr>
        <p:sp>
          <p:nvSpPr>
            <p:cNvPr id="142" name="14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43" name="14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44" name="14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14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145 Grupo"/>
          <p:cNvGrpSpPr/>
          <p:nvPr/>
        </p:nvGrpSpPr>
        <p:grpSpPr>
          <a:xfrm>
            <a:off x="1353926" y="4786832"/>
            <a:ext cx="283269" cy="326636"/>
            <a:chOff x="3068216" y="28942"/>
            <a:chExt cx="216024" cy="288032"/>
          </a:xfrm>
        </p:grpSpPr>
        <p:sp>
          <p:nvSpPr>
            <p:cNvPr id="147" name="14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48" name="14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49" name="14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14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150 Grupo"/>
          <p:cNvGrpSpPr/>
          <p:nvPr/>
        </p:nvGrpSpPr>
        <p:grpSpPr>
          <a:xfrm>
            <a:off x="1644376" y="5015681"/>
            <a:ext cx="283269" cy="326636"/>
            <a:chOff x="3068216" y="28942"/>
            <a:chExt cx="216024" cy="288032"/>
          </a:xfrm>
        </p:grpSpPr>
        <p:sp>
          <p:nvSpPr>
            <p:cNvPr id="152" name="15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53" name="15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54" name="15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15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155 Grupo"/>
          <p:cNvGrpSpPr/>
          <p:nvPr/>
        </p:nvGrpSpPr>
        <p:grpSpPr>
          <a:xfrm>
            <a:off x="2126306" y="5256182"/>
            <a:ext cx="283269" cy="326636"/>
            <a:chOff x="3068216" y="28942"/>
            <a:chExt cx="216024" cy="288032"/>
          </a:xfrm>
        </p:grpSpPr>
        <p:sp>
          <p:nvSpPr>
            <p:cNvPr id="157" name="15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58" name="15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59" name="15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15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160 Grupo"/>
          <p:cNvGrpSpPr/>
          <p:nvPr/>
        </p:nvGrpSpPr>
        <p:grpSpPr>
          <a:xfrm>
            <a:off x="1719701" y="5533182"/>
            <a:ext cx="283269" cy="326636"/>
            <a:chOff x="3068216" y="28942"/>
            <a:chExt cx="216024" cy="288032"/>
          </a:xfrm>
        </p:grpSpPr>
        <p:sp>
          <p:nvSpPr>
            <p:cNvPr id="162" name="16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63" name="16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64" name="16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16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4" name="1023 Conector recto"/>
          <p:cNvCxnSpPr/>
          <p:nvPr/>
        </p:nvCxnSpPr>
        <p:spPr>
          <a:xfrm>
            <a:off x="1062619" y="1941211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167 Conector recto"/>
          <p:cNvCxnSpPr/>
          <p:nvPr/>
        </p:nvCxnSpPr>
        <p:spPr>
          <a:xfrm>
            <a:off x="1113138" y="659228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168 Conector recto"/>
          <p:cNvCxnSpPr/>
          <p:nvPr/>
        </p:nvCxnSpPr>
        <p:spPr>
          <a:xfrm>
            <a:off x="2501543" y="1070739"/>
            <a:ext cx="0" cy="3196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1026 Conector recto"/>
          <p:cNvCxnSpPr/>
          <p:nvPr/>
        </p:nvCxnSpPr>
        <p:spPr>
          <a:xfrm>
            <a:off x="2272441" y="1165373"/>
            <a:ext cx="234093" cy="2250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171 Conector recto"/>
          <p:cNvCxnSpPr/>
          <p:nvPr/>
        </p:nvCxnSpPr>
        <p:spPr>
          <a:xfrm>
            <a:off x="1267440" y="3675740"/>
            <a:ext cx="4137" cy="418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172 Conector recto"/>
          <p:cNvCxnSpPr/>
          <p:nvPr/>
        </p:nvCxnSpPr>
        <p:spPr>
          <a:xfrm flipV="1">
            <a:off x="1206341" y="4094361"/>
            <a:ext cx="69157" cy="1084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180 Conector recto"/>
          <p:cNvCxnSpPr/>
          <p:nvPr/>
        </p:nvCxnSpPr>
        <p:spPr>
          <a:xfrm flipH="1">
            <a:off x="1058555" y="1780161"/>
            <a:ext cx="610024" cy="4807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1036 CuadroTexto"/>
          <p:cNvSpPr txBox="1"/>
          <p:nvPr/>
        </p:nvSpPr>
        <p:spPr>
          <a:xfrm>
            <a:off x="456019" y="603820"/>
            <a:ext cx="655267" cy="221775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700" b="1" dirty="0">
                <a:solidFill>
                  <a:prstClr val="black"/>
                </a:solidFill>
              </a:rPr>
              <a:t>A 800 M.</a:t>
            </a:r>
          </a:p>
        </p:txBody>
      </p:sp>
      <p:cxnSp>
        <p:nvCxnSpPr>
          <p:cNvPr id="185" name="184 Conector recto"/>
          <p:cNvCxnSpPr/>
          <p:nvPr/>
        </p:nvCxnSpPr>
        <p:spPr>
          <a:xfrm>
            <a:off x="896352" y="754698"/>
            <a:ext cx="214933" cy="220080"/>
          </a:xfrm>
          <a:prstGeom prst="line">
            <a:avLst/>
          </a:prstGeom>
          <a:ln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1" name="190 Grupo"/>
          <p:cNvGrpSpPr/>
          <p:nvPr/>
        </p:nvGrpSpPr>
        <p:grpSpPr>
          <a:xfrm>
            <a:off x="3569312" y="1859045"/>
            <a:ext cx="283269" cy="326636"/>
            <a:chOff x="3068216" y="28942"/>
            <a:chExt cx="216024" cy="288032"/>
          </a:xfrm>
        </p:grpSpPr>
        <p:sp>
          <p:nvSpPr>
            <p:cNvPr id="192" name="191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93" name="192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94" name="193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194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195 Grupo"/>
          <p:cNvGrpSpPr/>
          <p:nvPr/>
        </p:nvGrpSpPr>
        <p:grpSpPr>
          <a:xfrm>
            <a:off x="2305481" y="4069299"/>
            <a:ext cx="283269" cy="326636"/>
            <a:chOff x="3068216" y="28942"/>
            <a:chExt cx="216024" cy="288032"/>
          </a:xfrm>
        </p:grpSpPr>
        <p:sp>
          <p:nvSpPr>
            <p:cNvPr id="197" name="196 Elipse"/>
            <p:cNvSpPr/>
            <p:nvPr/>
          </p:nvSpPr>
          <p:spPr>
            <a:xfrm>
              <a:off x="3154441" y="28942"/>
              <a:ext cx="45719" cy="457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98" name="197 Rombo"/>
            <p:cNvSpPr/>
            <p:nvPr/>
          </p:nvSpPr>
          <p:spPr>
            <a:xfrm>
              <a:off x="3068216" y="100950"/>
              <a:ext cx="216024" cy="216024"/>
            </a:xfrm>
            <a:prstGeom prst="diamond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cxnSp>
          <p:nvCxnSpPr>
            <p:cNvPr id="199" name="198 Conector recto"/>
            <p:cNvCxnSpPr/>
            <p:nvPr/>
          </p:nvCxnSpPr>
          <p:spPr>
            <a:xfrm flipH="1">
              <a:off x="3121176" y="158672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199 Conector recto"/>
            <p:cNvCxnSpPr/>
            <p:nvPr/>
          </p:nvCxnSpPr>
          <p:spPr>
            <a:xfrm rot="16200000" flipH="1">
              <a:off x="3125661" y="161053"/>
              <a:ext cx="108000" cy="1080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3" name="1042 Forma libre"/>
          <p:cNvSpPr/>
          <p:nvPr/>
        </p:nvSpPr>
        <p:spPr>
          <a:xfrm>
            <a:off x="3753513" y="78902"/>
            <a:ext cx="7659091" cy="2378082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0906" h="2097023">
                <a:moveTo>
                  <a:pt x="0" y="0"/>
                </a:moveTo>
                <a:cubicBezTo>
                  <a:pt x="477078" y="295689"/>
                  <a:pt x="954157" y="591378"/>
                  <a:pt x="1451113" y="725556"/>
                </a:cubicBezTo>
                <a:cubicBezTo>
                  <a:pt x="1948070" y="859734"/>
                  <a:pt x="2521226" y="727212"/>
                  <a:pt x="2981739" y="805069"/>
                </a:cubicBezTo>
                <a:cubicBezTo>
                  <a:pt x="3442252" y="882926"/>
                  <a:pt x="3761961" y="990600"/>
                  <a:pt x="4214191" y="1192696"/>
                </a:cubicBezTo>
                <a:cubicBezTo>
                  <a:pt x="4666421" y="1394792"/>
                  <a:pt x="5446643" y="1880152"/>
                  <a:pt x="5695121" y="2017643"/>
                </a:cubicBezTo>
                <a:cubicBezTo>
                  <a:pt x="5943599" y="2155134"/>
                  <a:pt x="5824329" y="2086388"/>
                  <a:pt x="5705060" y="2017643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2" name="201 Forma libre"/>
          <p:cNvSpPr/>
          <p:nvPr/>
        </p:nvSpPr>
        <p:spPr>
          <a:xfrm>
            <a:off x="1003820" y="2291245"/>
            <a:ext cx="9966210" cy="2972845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3051313 w 5840906"/>
              <a:gd name="connsiteY2" fmla="*/ 1073426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6473"/>
              <a:gd name="connsiteY0" fmla="*/ 0 h 2075253"/>
              <a:gd name="connsiteX1" fmla="*/ 1451113 w 5846473"/>
              <a:gd name="connsiteY1" fmla="*/ 725556 h 2075253"/>
              <a:gd name="connsiteX2" fmla="*/ 3051313 w 5846473"/>
              <a:gd name="connsiteY2" fmla="*/ 1073426 h 2075253"/>
              <a:gd name="connsiteX3" fmla="*/ 4134678 w 5846473"/>
              <a:gd name="connsiteY3" fmla="*/ 1510748 h 2075253"/>
              <a:gd name="connsiteX4" fmla="*/ 5695121 w 5846473"/>
              <a:gd name="connsiteY4" fmla="*/ 2017643 h 2075253"/>
              <a:gd name="connsiteX5" fmla="*/ 5705060 w 5846473"/>
              <a:gd name="connsiteY5" fmla="*/ 2017643 h 2075253"/>
              <a:gd name="connsiteX0" fmla="*/ 0 w 7600472"/>
              <a:gd name="connsiteY0" fmla="*/ 0 h 2620659"/>
              <a:gd name="connsiteX1" fmla="*/ 1451113 w 7600472"/>
              <a:gd name="connsiteY1" fmla="*/ 725556 h 2620659"/>
              <a:gd name="connsiteX2" fmla="*/ 3051313 w 7600472"/>
              <a:gd name="connsiteY2" fmla="*/ 1073426 h 2620659"/>
              <a:gd name="connsiteX3" fmla="*/ 4134678 w 7600472"/>
              <a:gd name="connsiteY3" fmla="*/ 1510748 h 2620659"/>
              <a:gd name="connsiteX4" fmla="*/ 5695121 w 7600472"/>
              <a:gd name="connsiteY4" fmla="*/ 2017643 h 2620659"/>
              <a:gd name="connsiteX5" fmla="*/ 7593494 w 7600472"/>
              <a:gd name="connsiteY5" fmla="*/ 2613991 h 2620659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0340" h="2621492">
                <a:moveTo>
                  <a:pt x="0" y="0"/>
                </a:moveTo>
                <a:cubicBezTo>
                  <a:pt x="477078" y="295689"/>
                  <a:pt x="942561" y="546652"/>
                  <a:pt x="1451113" y="725556"/>
                </a:cubicBezTo>
                <a:cubicBezTo>
                  <a:pt x="1959665" y="904460"/>
                  <a:pt x="2604052" y="942561"/>
                  <a:pt x="3051313" y="1073426"/>
                </a:cubicBezTo>
                <a:cubicBezTo>
                  <a:pt x="3498574" y="1204291"/>
                  <a:pt x="3699013" y="1343439"/>
                  <a:pt x="4134678" y="1510748"/>
                </a:cubicBezTo>
                <a:cubicBezTo>
                  <a:pt x="4570343" y="1678057"/>
                  <a:pt x="5088834" y="1893404"/>
                  <a:pt x="5665303" y="2077278"/>
                </a:cubicBezTo>
                <a:cubicBezTo>
                  <a:pt x="6241772" y="2261152"/>
                  <a:pt x="7712763" y="2682736"/>
                  <a:pt x="7593494" y="2613991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3" name="202 Forma libre"/>
          <p:cNvSpPr/>
          <p:nvPr/>
        </p:nvSpPr>
        <p:spPr>
          <a:xfrm>
            <a:off x="801931" y="5440103"/>
            <a:ext cx="7780717" cy="1972468"/>
          </a:xfrm>
          <a:custGeom>
            <a:avLst/>
            <a:gdLst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2981739 w 5840906"/>
              <a:gd name="connsiteY2" fmla="*/ 805069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0906"/>
              <a:gd name="connsiteY0" fmla="*/ 0 h 2097023"/>
              <a:gd name="connsiteX1" fmla="*/ 1451113 w 5840906"/>
              <a:gd name="connsiteY1" fmla="*/ 725556 h 2097023"/>
              <a:gd name="connsiteX2" fmla="*/ 3051313 w 5840906"/>
              <a:gd name="connsiteY2" fmla="*/ 1073426 h 2097023"/>
              <a:gd name="connsiteX3" fmla="*/ 4214191 w 5840906"/>
              <a:gd name="connsiteY3" fmla="*/ 1192696 h 2097023"/>
              <a:gd name="connsiteX4" fmla="*/ 5695121 w 5840906"/>
              <a:gd name="connsiteY4" fmla="*/ 2017643 h 2097023"/>
              <a:gd name="connsiteX5" fmla="*/ 5705060 w 5840906"/>
              <a:gd name="connsiteY5" fmla="*/ 2017643 h 2097023"/>
              <a:gd name="connsiteX0" fmla="*/ 0 w 5846473"/>
              <a:gd name="connsiteY0" fmla="*/ 0 h 2075253"/>
              <a:gd name="connsiteX1" fmla="*/ 1451113 w 5846473"/>
              <a:gd name="connsiteY1" fmla="*/ 725556 h 2075253"/>
              <a:gd name="connsiteX2" fmla="*/ 3051313 w 5846473"/>
              <a:gd name="connsiteY2" fmla="*/ 1073426 h 2075253"/>
              <a:gd name="connsiteX3" fmla="*/ 4134678 w 5846473"/>
              <a:gd name="connsiteY3" fmla="*/ 1510748 h 2075253"/>
              <a:gd name="connsiteX4" fmla="*/ 5695121 w 5846473"/>
              <a:gd name="connsiteY4" fmla="*/ 2017643 h 2075253"/>
              <a:gd name="connsiteX5" fmla="*/ 5705060 w 5846473"/>
              <a:gd name="connsiteY5" fmla="*/ 2017643 h 2075253"/>
              <a:gd name="connsiteX0" fmla="*/ 0 w 7600472"/>
              <a:gd name="connsiteY0" fmla="*/ 0 h 2620659"/>
              <a:gd name="connsiteX1" fmla="*/ 1451113 w 7600472"/>
              <a:gd name="connsiteY1" fmla="*/ 725556 h 2620659"/>
              <a:gd name="connsiteX2" fmla="*/ 3051313 w 7600472"/>
              <a:gd name="connsiteY2" fmla="*/ 1073426 h 2620659"/>
              <a:gd name="connsiteX3" fmla="*/ 4134678 w 7600472"/>
              <a:gd name="connsiteY3" fmla="*/ 1510748 h 2620659"/>
              <a:gd name="connsiteX4" fmla="*/ 5695121 w 7600472"/>
              <a:gd name="connsiteY4" fmla="*/ 2017643 h 2620659"/>
              <a:gd name="connsiteX5" fmla="*/ 7593494 w 7600472"/>
              <a:gd name="connsiteY5" fmla="*/ 2613991 h 2620659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  <a:gd name="connsiteX0" fmla="*/ 0 w 7600340"/>
              <a:gd name="connsiteY0" fmla="*/ 0 h 2621492"/>
              <a:gd name="connsiteX1" fmla="*/ 1451113 w 7600340"/>
              <a:gd name="connsiteY1" fmla="*/ 725556 h 2621492"/>
              <a:gd name="connsiteX2" fmla="*/ 3051313 w 7600340"/>
              <a:gd name="connsiteY2" fmla="*/ 1073426 h 2621492"/>
              <a:gd name="connsiteX3" fmla="*/ 4134678 w 7600340"/>
              <a:gd name="connsiteY3" fmla="*/ 1510748 h 2621492"/>
              <a:gd name="connsiteX4" fmla="*/ 5665303 w 7600340"/>
              <a:gd name="connsiteY4" fmla="*/ 2077278 h 2621492"/>
              <a:gd name="connsiteX5" fmla="*/ 7593494 w 7600340"/>
              <a:gd name="connsiteY5" fmla="*/ 2613991 h 2621492"/>
              <a:gd name="connsiteX0" fmla="*/ 0 w 5665303"/>
              <a:gd name="connsiteY0" fmla="*/ 0 h 2077278"/>
              <a:gd name="connsiteX1" fmla="*/ 1451113 w 5665303"/>
              <a:gd name="connsiteY1" fmla="*/ 725556 h 2077278"/>
              <a:gd name="connsiteX2" fmla="*/ 3051313 w 5665303"/>
              <a:gd name="connsiteY2" fmla="*/ 1073426 h 2077278"/>
              <a:gd name="connsiteX3" fmla="*/ 4134678 w 5665303"/>
              <a:gd name="connsiteY3" fmla="*/ 1510748 h 2077278"/>
              <a:gd name="connsiteX4" fmla="*/ 5665303 w 5665303"/>
              <a:gd name="connsiteY4" fmla="*/ 2077278 h 2077278"/>
              <a:gd name="connsiteX0" fmla="*/ 0 w 5933659"/>
              <a:gd name="connsiteY0" fmla="*/ 0 h 1739347"/>
              <a:gd name="connsiteX1" fmla="*/ 1451113 w 5933659"/>
              <a:gd name="connsiteY1" fmla="*/ 725556 h 1739347"/>
              <a:gd name="connsiteX2" fmla="*/ 3051313 w 5933659"/>
              <a:gd name="connsiteY2" fmla="*/ 1073426 h 1739347"/>
              <a:gd name="connsiteX3" fmla="*/ 4134678 w 5933659"/>
              <a:gd name="connsiteY3" fmla="*/ 1510748 h 1739347"/>
              <a:gd name="connsiteX4" fmla="*/ 5933659 w 5933659"/>
              <a:gd name="connsiteY4" fmla="*/ 1739347 h 1739347"/>
              <a:gd name="connsiteX0" fmla="*/ 0 w 5933659"/>
              <a:gd name="connsiteY0" fmla="*/ 0 h 1739347"/>
              <a:gd name="connsiteX1" fmla="*/ 1451113 w 5933659"/>
              <a:gd name="connsiteY1" fmla="*/ 725556 h 1739347"/>
              <a:gd name="connsiteX2" fmla="*/ 3051313 w 5933659"/>
              <a:gd name="connsiteY2" fmla="*/ 1073426 h 1739347"/>
              <a:gd name="connsiteX3" fmla="*/ 4263887 w 5933659"/>
              <a:gd name="connsiteY3" fmla="*/ 1292087 h 1739347"/>
              <a:gd name="connsiteX4" fmla="*/ 5933659 w 5933659"/>
              <a:gd name="connsiteY4" fmla="*/ 1739347 h 173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3659" h="1739347">
                <a:moveTo>
                  <a:pt x="0" y="0"/>
                </a:moveTo>
                <a:cubicBezTo>
                  <a:pt x="477078" y="295689"/>
                  <a:pt x="942561" y="546652"/>
                  <a:pt x="1451113" y="725556"/>
                </a:cubicBezTo>
                <a:cubicBezTo>
                  <a:pt x="1959665" y="904460"/>
                  <a:pt x="2582517" y="979004"/>
                  <a:pt x="3051313" y="1073426"/>
                </a:cubicBezTo>
                <a:cubicBezTo>
                  <a:pt x="3520109" y="1167848"/>
                  <a:pt x="3783496" y="1181100"/>
                  <a:pt x="4263887" y="1292087"/>
                </a:cubicBezTo>
                <a:cubicBezTo>
                  <a:pt x="4744278" y="1403074"/>
                  <a:pt x="5357190" y="1555473"/>
                  <a:pt x="5933659" y="173934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1046" name="1045 Forma libre"/>
          <p:cNvSpPr/>
          <p:nvPr/>
        </p:nvSpPr>
        <p:spPr>
          <a:xfrm>
            <a:off x="3127930" y="541021"/>
            <a:ext cx="2802101" cy="6661309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6913" h="5874026">
                <a:moveTo>
                  <a:pt x="2136913" y="0"/>
                </a:moveTo>
                <a:cubicBezTo>
                  <a:pt x="2082248" y="81998"/>
                  <a:pt x="2027583" y="163996"/>
                  <a:pt x="1948070" y="337931"/>
                </a:cubicBezTo>
                <a:cubicBezTo>
                  <a:pt x="1868557" y="511866"/>
                  <a:pt x="1769165" y="819979"/>
                  <a:pt x="1659835" y="1043609"/>
                </a:cubicBezTo>
                <a:cubicBezTo>
                  <a:pt x="1550505" y="1267239"/>
                  <a:pt x="1396448" y="1427922"/>
                  <a:pt x="1292087" y="1679713"/>
                </a:cubicBezTo>
                <a:cubicBezTo>
                  <a:pt x="1187726" y="1931504"/>
                  <a:pt x="1149627" y="2170044"/>
                  <a:pt x="1033670" y="2554357"/>
                </a:cubicBezTo>
                <a:cubicBezTo>
                  <a:pt x="917713" y="2938670"/>
                  <a:pt x="768626" y="3432314"/>
                  <a:pt x="596348" y="3985592"/>
                </a:cubicBezTo>
                <a:cubicBezTo>
                  <a:pt x="424070" y="4538870"/>
                  <a:pt x="119269" y="5499652"/>
                  <a:pt x="0" y="5874026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7" name="206 Forma libre"/>
          <p:cNvSpPr/>
          <p:nvPr/>
        </p:nvSpPr>
        <p:spPr>
          <a:xfrm>
            <a:off x="5458181" y="713848"/>
            <a:ext cx="2489308" cy="6785293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795130 w 1898373"/>
              <a:gd name="connsiteY4" fmla="*/ 2554357 h 5983357"/>
              <a:gd name="connsiteX5" fmla="*/ 357808 w 1898373"/>
              <a:gd name="connsiteY5" fmla="*/ 3985592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795130 w 1898373"/>
              <a:gd name="connsiteY4" fmla="*/ 2554357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053547 w 1898373"/>
              <a:gd name="connsiteY3" fmla="*/ 1679713 h 5983357"/>
              <a:gd name="connsiteX4" fmla="*/ 894521 w 1898373"/>
              <a:gd name="connsiteY4" fmla="*/ 2584174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  <a:gd name="connsiteX0" fmla="*/ 1898373 w 1898373"/>
              <a:gd name="connsiteY0" fmla="*/ 0 h 5983357"/>
              <a:gd name="connsiteX1" fmla="*/ 1709530 w 1898373"/>
              <a:gd name="connsiteY1" fmla="*/ 337931 h 5983357"/>
              <a:gd name="connsiteX2" fmla="*/ 1421295 w 1898373"/>
              <a:gd name="connsiteY2" fmla="*/ 1043609 h 5983357"/>
              <a:gd name="connsiteX3" fmla="*/ 1242391 w 1898373"/>
              <a:gd name="connsiteY3" fmla="*/ 1739348 h 5983357"/>
              <a:gd name="connsiteX4" fmla="*/ 894521 w 1898373"/>
              <a:gd name="connsiteY4" fmla="*/ 2584174 h 5983357"/>
              <a:gd name="connsiteX5" fmla="*/ 506895 w 1898373"/>
              <a:gd name="connsiteY5" fmla="*/ 4025348 h 5983357"/>
              <a:gd name="connsiteX6" fmla="*/ 0 w 1898373"/>
              <a:gd name="connsiteY6" fmla="*/ 5983357 h 598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8373" h="5983357">
                <a:moveTo>
                  <a:pt x="1898373" y="0"/>
                </a:moveTo>
                <a:cubicBezTo>
                  <a:pt x="1843708" y="81998"/>
                  <a:pt x="1789043" y="163996"/>
                  <a:pt x="1709530" y="337931"/>
                </a:cubicBezTo>
                <a:cubicBezTo>
                  <a:pt x="1630017" y="511866"/>
                  <a:pt x="1499152" y="810039"/>
                  <a:pt x="1421295" y="1043609"/>
                </a:cubicBezTo>
                <a:cubicBezTo>
                  <a:pt x="1343438" y="1277179"/>
                  <a:pt x="1330187" y="1482587"/>
                  <a:pt x="1242391" y="1739348"/>
                </a:cubicBezTo>
                <a:cubicBezTo>
                  <a:pt x="1154595" y="1996109"/>
                  <a:pt x="1017104" y="2203174"/>
                  <a:pt x="894521" y="2584174"/>
                </a:cubicBezTo>
                <a:cubicBezTo>
                  <a:pt x="771938" y="2965174"/>
                  <a:pt x="655982" y="3458818"/>
                  <a:pt x="506895" y="4025348"/>
                </a:cubicBezTo>
                <a:cubicBezTo>
                  <a:pt x="357808" y="4591878"/>
                  <a:pt x="119269" y="5608983"/>
                  <a:pt x="0" y="598335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208" name="207 Forma libre"/>
          <p:cNvSpPr/>
          <p:nvPr/>
        </p:nvSpPr>
        <p:spPr>
          <a:xfrm>
            <a:off x="7041829" y="886672"/>
            <a:ext cx="2541440" cy="6638766"/>
          </a:xfrm>
          <a:custGeom>
            <a:avLst/>
            <a:gdLst>
              <a:gd name="connsiteX0" fmla="*/ 2256182 w 2256182"/>
              <a:gd name="connsiteY0" fmla="*/ 0 h 6231944"/>
              <a:gd name="connsiteX1" fmla="*/ 2067339 w 2256182"/>
              <a:gd name="connsiteY1" fmla="*/ 337931 h 6231944"/>
              <a:gd name="connsiteX2" fmla="*/ 1779104 w 2256182"/>
              <a:gd name="connsiteY2" fmla="*/ 1043609 h 6231944"/>
              <a:gd name="connsiteX3" fmla="*/ 1411356 w 2256182"/>
              <a:gd name="connsiteY3" fmla="*/ 1679713 h 6231944"/>
              <a:gd name="connsiteX4" fmla="*/ 1152939 w 2256182"/>
              <a:gd name="connsiteY4" fmla="*/ 2554357 h 6231944"/>
              <a:gd name="connsiteX5" fmla="*/ 715617 w 2256182"/>
              <a:gd name="connsiteY5" fmla="*/ 3985592 h 6231944"/>
              <a:gd name="connsiteX6" fmla="*/ 119269 w 2256182"/>
              <a:gd name="connsiteY6" fmla="*/ 5874026 h 6231944"/>
              <a:gd name="connsiteX7" fmla="*/ 0 w 2256182"/>
              <a:gd name="connsiteY7" fmla="*/ 6231835 h 6231944"/>
              <a:gd name="connsiteX8" fmla="*/ 0 w 2256182"/>
              <a:gd name="connsiteY8" fmla="*/ 6231835 h 6231944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8" fmla="*/ 0 w 2256182"/>
              <a:gd name="connsiteY8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256182 w 2256182"/>
              <a:gd name="connsiteY0" fmla="*/ 0 h 6231835"/>
              <a:gd name="connsiteX1" fmla="*/ 2067339 w 2256182"/>
              <a:gd name="connsiteY1" fmla="*/ 337931 h 6231835"/>
              <a:gd name="connsiteX2" fmla="*/ 1779104 w 2256182"/>
              <a:gd name="connsiteY2" fmla="*/ 1043609 h 6231835"/>
              <a:gd name="connsiteX3" fmla="*/ 1411356 w 2256182"/>
              <a:gd name="connsiteY3" fmla="*/ 1679713 h 6231835"/>
              <a:gd name="connsiteX4" fmla="*/ 1152939 w 2256182"/>
              <a:gd name="connsiteY4" fmla="*/ 2554357 h 6231835"/>
              <a:gd name="connsiteX5" fmla="*/ 715617 w 2256182"/>
              <a:gd name="connsiteY5" fmla="*/ 3985592 h 6231835"/>
              <a:gd name="connsiteX6" fmla="*/ 119269 w 2256182"/>
              <a:gd name="connsiteY6" fmla="*/ 5874026 h 6231835"/>
              <a:gd name="connsiteX7" fmla="*/ 0 w 2256182"/>
              <a:gd name="connsiteY7" fmla="*/ 6231835 h 6231835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596348 w 2136913"/>
              <a:gd name="connsiteY5" fmla="*/ 3985592 h 5874026"/>
              <a:gd name="connsiteX6" fmla="*/ 0 w 2136913"/>
              <a:gd name="connsiteY6" fmla="*/ 5874026 h 5874026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725556 w 2136913"/>
              <a:gd name="connsiteY5" fmla="*/ 4015410 h 5874026"/>
              <a:gd name="connsiteX6" fmla="*/ 0 w 2136913"/>
              <a:gd name="connsiteY6" fmla="*/ 5874026 h 5874026"/>
              <a:gd name="connsiteX0" fmla="*/ 2136913 w 2136913"/>
              <a:gd name="connsiteY0" fmla="*/ 0 h 5874026"/>
              <a:gd name="connsiteX1" fmla="*/ 1948070 w 2136913"/>
              <a:gd name="connsiteY1" fmla="*/ 337931 h 5874026"/>
              <a:gd name="connsiteX2" fmla="*/ 1659835 w 2136913"/>
              <a:gd name="connsiteY2" fmla="*/ 1043609 h 5874026"/>
              <a:gd name="connsiteX3" fmla="*/ 1292087 w 2136913"/>
              <a:gd name="connsiteY3" fmla="*/ 1679713 h 5874026"/>
              <a:gd name="connsiteX4" fmla="*/ 1033670 w 2136913"/>
              <a:gd name="connsiteY4" fmla="*/ 2554357 h 5874026"/>
              <a:gd name="connsiteX5" fmla="*/ 725556 w 2136913"/>
              <a:gd name="connsiteY5" fmla="*/ 4015410 h 5874026"/>
              <a:gd name="connsiteX6" fmla="*/ 414400 w 2136913"/>
              <a:gd name="connsiteY6" fmla="*/ 5251175 h 5874026"/>
              <a:gd name="connsiteX7" fmla="*/ 0 w 2136913"/>
              <a:gd name="connsiteY7" fmla="*/ 5874026 h 5874026"/>
              <a:gd name="connsiteX0" fmla="*/ 1938130 w 1938130"/>
              <a:gd name="connsiteY0" fmla="*/ 0 h 5854147"/>
              <a:gd name="connsiteX1" fmla="*/ 1749287 w 1938130"/>
              <a:gd name="connsiteY1" fmla="*/ 337931 h 5854147"/>
              <a:gd name="connsiteX2" fmla="*/ 1461052 w 1938130"/>
              <a:gd name="connsiteY2" fmla="*/ 1043609 h 5854147"/>
              <a:gd name="connsiteX3" fmla="*/ 1093304 w 1938130"/>
              <a:gd name="connsiteY3" fmla="*/ 1679713 h 5854147"/>
              <a:gd name="connsiteX4" fmla="*/ 834887 w 1938130"/>
              <a:gd name="connsiteY4" fmla="*/ 2554357 h 5854147"/>
              <a:gd name="connsiteX5" fmla="*/ 526773 w 1938130"/>
              <a:gd name="connsiteY5" fmla="*/ 4015410 h 5854147"/>
              <a:gd name="connsiteX6" fmla="*/ 215617 w 1938130"/>
              <a:gd name="connsiteY6" fmla="*/ 5251175 h 5854147"/>
              <a:gd name="connsiteX7" fmla="*/ 0 w 1938130"/>
              <a:gd name="connsiteY7" fmla="*/ 5854147 h 585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8130" h="5854147">
                <a:moveTo>
                  <a:pt x="1938130" y="0"/>
                </a:moveTo>
                <a:cubicBezTo>
                  <a:pt x="1883465" y="81998"/>
                  <a:pt x="1828800" y="163996"/>
                  <a:pt x="1749287" y="337931"/>
                </a:cubicBezTo>
                <a:cubicBezTo>
                  <a:pt x="1669774" y="511866"/>
                  <a:pt x="1570382" y="819979"/>
                  <a:pt x="1461052" y="1043609"/>
                </a:cubicBezTo>
                <a:cubicBezTo>
                  <a:pt x="1351722" y="1267239"/>
                  <a:pt x="1197665" y="1427922"/>
                  <a:pt x="1093304" y="1679713"/>
                </a:cubicBezTo>
                <a:cubicBezTo>
                  <a:pt x="988943" y="1931504"/>
                  <a:pt x="929309" y="2165074"/>
                  <a:pt x="834887" y="2554357"/>
                </a:cubicBezTo>
                <a:cubicBezTo>
                  <a:pt x="740465" y="2943640"/>
                  <a:pt x="629985" y="3565940"/>
                  <a:pt x="526773" y="4015410"/>
                </a:cubicBezTo>
                <a:cubicBezTo>
                  <a:pt x="423561" y="4464880"/>
                  <a:pt x="336543" y="4941406"/>
                  <a:pt x="215617" y="5251175"/>
                </a:cubicBezTo>
                <a:cubicBezTo>
                  <a:pt x="94691" y="5560944"/>
                  <a:pt x="44219" y="5742056"/>
                  <a:pt x="0" y="5854147"/>
                </a:cubicBezTo>
              </a:path>
            </a:pathLst>
          </a:cu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grpSp>
        <p:nvGrpSpPr>
          <p:cNvPr id="1051" name="1050 Grupo"/>
          <p:cNvGrpSpPr/>
          <p:nvPr/>
        </p:nvGrpSpPr>
        <p:grpSpPr>
          <a:xfrm>
            <a:off x="10433075" y="3159489"/>
            <a:ext cx="755384" cy="414681"/>
            <a:chOff x="7825410" y="2712633"/>
            <a:chExt cx="576064" cy="365671"/>
          </a:xfrm>
        </p:grpSpPr>
        <p:sp>
          <p:nvSpPr>
            <p:cNvPr id="210" name="209 Elipse"/>
            <p:cNvSpPr/>
            <p:nvPr/>
          </p:nvSpPr>
          <p:spPr>
            <a:xfrm>
              <a:off x="7825410" y="2712633"/>
              <a:ext cx="576064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1048" name="1047 CuadroTexto"/>
            <p:cNvSpPr txBox="1"/>
            <p:nvPr/>
          </p:nvSpPr>
          <p:spPr>
            <a:xfrm>
              <a:off x="8009778" y="2929033"/>
              <a:ext cx="216024" cy="149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NZR</a:t>
              </a:r>
            </a:p>
          </p:txBody>
        </p:sp>
      </p:grpSp>
      <p:grpSp>
        <p:nvGrpSpPr>
          <p:cNvPr id="1052" name="1051 Grupo"/>
          <p:cNvGrpSpPr/>
          <p:nvPr/>
        </p:nvGrpSpPr>
        <p:grpSpPr>
          <a:xfrm>
            <a:off x="10149806" y="6501685"/>
            <a:ext cx="755384" cy="420511"/>
            <a:chOff x="7956376" y="5805264"/>
            <a:chExt cx="576064" cy="370812"/>
          </a:xfrm>
        </p:grpSpPr>
        <p:sp>
          <p:nvSpPr>
            <p:cNvPr id="1047" name="1046 Elipse"/>
            <p:cNvSpPr/>
            <p:nvPr/>
          </p:nvSpPr>
          <p:spPr>
            <a:xfrm>
              <a:off x="7956376" y="5805264"/>
              <a:ext cx="576064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9503"/>
              <a:endParaRPr lang="es-ES" sz="2200">
                <a:solidFill>
                  <a:prstClr val="white"/>
                </a:solidFill>
              </a:endParaRPr>
            </a:p>
          </p:txBody>
        </p:sp>
        <p:sp>
          <p:nvSpPr>
            <p:cNvPr id="212" name="211 CuadroTexto"/>
            <p:cNvSpPr txBox="1"/>
            <p:nvPr/>
          </p:nvSpPr>
          <p:spPr>
            <a:xfrm>
              <a:off x="8130686" y="6026805"/>
              <a:ext cx="216024" cy="149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1129503"/>
              <a:r>
                <a:rPr lang="es-ES" sz="1100" b="1" dirty="0">
                  <a:solidFill>
                    <a:prstClr val="black"/>
                  </a:solidFill>
                </a:rPr>
                <a:t>NZR</a:t>
              </a:r>
            </a:p>
          </p:txBody>
        </p:sp>
      </p:grpSp>
      <p:sp>
        <p:nvSpPr>
          <p:cNvPr id="213" name="212 CuadroTexto"/>
          <p:cNvSpPr txBox="1"/>
          <p:nvPr/>
        </p:nvSpPr>
        <p:spPr>
          <a:xfrm>
            <a:off x="11270970" y="978461"/>
            <a:ext cx="283269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NZR</a:t>
            </a:r>
          </a:p>
        </p:txBody>
      </p:sp>
      <p:sp>
        <p:nvSpPr>
          <p:cNvPr id="214" name="213 CuadroTexto"/>
          <p:cNvSpPr txBox="1"/>
          <p:nvPr/>
        </p:nvSpPr>
        <p:spPr>
          <a:xfrm rot="17901436">
            <a:off x="9270341" y="997947"/>
            <a:ext cx="61098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LP D(0400)</a:t>
            </a:r>
          </a:p>
        </p:txBody>
      </p:sp>
      <p:sp>
        <p:nvSpPr>
          <p:cNvPr id="215" name="214 CuadroTexto"/>
          <p:cNvSpPr txBox="1"/>
          <p:nvPr/>
        </p:nvSpPr>
        <p:spPr>
          <a:xfrm rot="17332151">
            <a:off x="7022944" y="7055166"/>
            <a:ext cx="61098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LP D(0400)</a:t>
            </a:r>
          </a:p>
        </p:txBody>
      </p:sp>
      <p:sp>
        <p:nvSpPr>
          <p:cNvPr id="216" name="215 CuadroTexto"/>
          <p:cNvSpPr txBox="1"/>
          <p:nvPr/>
        </p:nvSpPr>
        <p:spPr>
          <a:xfrm rot="17901436">
            <a:off x="5680250" y="3742762"/>
            <a:ext cx="916713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LOA = SUCRE</a:t>
            </a:r>
          </a:p>
        </p:txBody>
      </p:sp>
      <p:sp>
        <p:nvSpPr>
          <p:cNvPr id="217" name="216 CuadroTexto"/>
          <p:cNvSpPr txBox="1"/>
          <p:nvPr/>
        </p:nvSpPr>
        <p:spPr>
          <a:xfrm rot="17901436">
            <a:off x="7697112" y="622051"/>
            <a:ext cx="476877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GRIS</a:t>
            </a:r>
          </a:p>
        </p:txBody>
      </p:sp>
      <p:sp>
        <p:nvSpPr>
          <p:cNvPr id="218" name="217 CuadroTexto"/>
          <p:cNvSpPr txBox="1"/>
          <p:nvPr/>
        </p:nvSpPr>
        <p:spPr>
          <a:xfrm rot="16925145">
            <a:off x="5369416" y="6994196"/>
            <a:ext cx="476877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GRIS</a:t>
            </a:r>
          </a:p>
        </p:txBody>
      </p:sp>
      <p:sp>
        <p:nvSpPr>
          <p:cNvPr id="219" name="218 CuadroTexto"/>
          <p:cNvSpPr txBox="1"/>
          <p:nvPr/>
        </p:nvSpPr>
        <p:spPr>
          <a:xfrm rot="17315848">
            <a:off x="3064281" y="6552674"/>
            <a:ext cx="47626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AZUL</a:t>
            </a:r>
          </a:p>
        </p:txBody>
      </p:sp>
      <p:sp>
        <p:nvSpPr>
          <p:cNvPr id="220" name="219 CuadroTexto"/>
          <p:cNvSpPr txBox="1"/>
          <p:nvPr/>
        </p:nvSpPr>
        <p:spPr>
          <a:xfrm rot="17315848">
            <a:off x="5574909" y="455099"/>
            <a:ext cx="47626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 defTabSz="1129503"/>
            <a:r>
              <a:rPr lang="es-ES" sz="1100" b="1" dirty="0">
                <a:solidFill>
                  <a:prstClr val="black"/>
                </a:solidFill>
              </a:rPr>
              <a:t>LF  AZUL</a:t>
            </a:r>
          </a:p>
        </p:txBody>
      </p:sp>
      <p:sp>
        <p:nvSpPr>
          <p:cNvPr id="1049" name="1048 Elipse"/>
          <p:cNvSpPr/>
          <p:nvPr/>
        </p:nvSpPr>
        <p:spPr>
          <a:xfrm rot="2218078">
            <a:off x="2335595" y="94247"/>
            <a:ext cx="1341583" cy="26675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 dirty="0">
              <a:solidFill>
                <a:srgbClr val="002060"/>
              </a:solidFill>
            </a:endParaRPr>
          </a:p>
        </p:txBody>
      </p:sp>
      <p:sp>
        <p:nvSpPr>
          <p:cNvPr id="222" name="221 Elipse"/>
          <p:cNvSpPr/>
          <p:nvPr/>
        </p:nvSpPr>
        <p:spPr>
          <a:xfrm rot="361667">
            <a:off x="1599706" y="3065923"/>
            <a:ext cx="1341583" cy="27217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950" tIns="56475" rIns="112950" bIns="56475" rtlCol="0" anchor="ctr"/>
          <a:lstStyle/>
          <a:p>
            <a:pPr algn="ctr" defTabSz="1129503"/>
            <a:endParaRPr lang="es-ES" sz="2200">
              <a:solidFill>
                <a:prstClr val="white"/>
              </a:solidFill>
            </a:endParaRPr>
          </a:p>
        </p:txBody>
      </p:sp>
      <p:sp>
        <p:nvSpPr>
          <p:cNvPr id="1050" name="1049 CuadroTexto"/>
          <p:cNvSpPr txBox="1"/>
          <p:nvPr/>
        </p:nvSpPr>
        <p:spPr>
          <a:xfrm>
            <a:off x="2395534" y="1106883"/>
            <a:ext cx="1045474" cy="791161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4400" dirty="0">
                <a:solidFill>
                  <a:prstClr val="black"/>
                </a:solidFill>
              </a:rPr>
              <a:t>O1</a:t>
            </a:r>
          </a:p>
        </p:txBody>
      </p:sp>
      <p:sp>
        <p:nvSpPr>
          <p:cNvPr id="224" name="223 CuadroTexto"/>
          <p:cNvSpPr txBox="1"/>
          <p:nvPr/>
        </p:nvSpPr>
        <p:spPr>
          <a:xfrm>
            <a:off x="1821689" y="4004737"/>
            <a:ext cx="1045474" cy="791161"/>
          </a:xfrm>
          <a:prstGeom prst="rect">
            <a:avLst/>
          </a:prstGeom>
          <a:noFill/>
        </p:spPr>
        <p:txBody>
          <a:bodyPr wrap="square" lIns="112950" tIns="56475" rIns="112950" bIns="56475" rtlCol="0">
            <a:spAutoFit/>
          </a:bodyPr>
          <a:lstStyle/>
          <a:p>
            <a:pPr defTabSz="1129503"/>
            <a:r>
              <a:rPr lang="es-ES" sz="4400" dirty="0">
                <a:solidFill>
                  <a:prstClr val="black"/>
                </a:solidFill>
              </a:rPr>
              <a:t>O2</a:t>
            </a:r>
          </a:p>
        </p:txBody>
      </p:sp>
    </p:spTree>
    <p:extLst>
      <p:ext uri="{BB962C8B-B14F-4D97-AF65-F5344CB8AC3E}">
        <p14:creationId xmlns:p14="http://schemas.microsoft.com/office/powerpoint/2010/main" val="254321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http://1.bp.blogspot.com/_kdcsVoFMTKM/SJIr5YULrDI/AAAAAAAAHrU/VwO_bwjAQ50/s320/0FRANCH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38135" y="388120"/>
            <a:ext cx="5105230" cy="3286148"/>
          </a:xfrm>
          <a:prstGeom prst="rect">
            <a:avLst/>
          </a:prstGeom>
          <a:noFill/>
        </p:spPr>
      </p:pic>
      <p:pic>
        <p:nvPicPr>
          <p:cNvPr id="15371" name="Picture 11" descr="ee11-0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3030" y="388119"/>
            <a:ext cx="5709441" cy="5245386"/>
          </a:xfrm>
          <a:prstGeom prst="rect">
            <a:avLst/>
          </a:prstGeom>
          <a:noFill/>
        </p:spPr>
      </p:pic>
      <p:pic>
        <p:nvPicPr>
          <p:cNvPr id="15373" name="Picture 13" descr="http://unffmm.com/wp-content/uploads/2012/02/EJC_EE11_Urutu-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52516" y="4102896"/>
            <a:ext cx="4090211" cy="256268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1.bp.blogspot.com/-mbpF3BiH42Q/Tn4kBs5VvSI/AAAAAAAADpY/TNBW_2hf-ss/s1600/eurotank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6" y="316682"/>
            <a:ext cx="10997144" cy="729217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www.opinion.com.bo/opinion/articulos/2012/0302/fotos/095050_60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5972" y="816748"/>
            <a:ext cx="7700963" cy="53832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3081</TotalTime>
  <Words>503</Words>
  <Application>Microsoft Office PowerPoint</Application>
  <PresentationFormat>Personalizado</PresentationFormat>
  <Paragraphs>184</Paragraphs>
  <Slides>19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Tema de Office</vt:lpstr>
      <vt:lpstr>1_Tema de Office</vt:lpstr>
      <vt:lpstr>Diseño predeterminado</vt:lpstr>
      <vt:lpstr>CASO TÁCTICO «JUSTINIANO»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SÍMBOLOS DE  UNIDAD ABREVIADOS</vt:lpstr>
      <vt:lpstr>EJEMPLO COMPOSICIÓN DE LAS UNIDADES ORGANIZADAS PARA LA TAREA</vt:lpstr>
      <vt:lpstr>OTRO EJEMPLO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RAMIRAZO</dc:creator>
  <cp:lastModifiedBy>docentes</cp:lastModifiedBy>
  <cp:revision>41</cp:revision>
  <dcterms:created xsi:type="dcterms:W3CDTF">2012-05-08T15:23:59Z</dcterms:created>
  <dcterms:modified xsi:type="dcterms:W3CDTF">2014-04-15T02:28:01Z</dcterms:modified>
</cp:coreProperties>
</file>